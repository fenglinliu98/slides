
<file path=[Content_Types].xml><?xml version="1.0" encoding="utf-8"?>
<Types xmlns="http://schemas.openxmlformats.org/package/2006/content-types">
  <Override PartName="/ppt/slides/slide29.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Layouts/slideLayout6.xml" ContentType="application/vnd.openxmlformats-officedocument.presentationml.slideLayout+xml"/>
  <Override PartName="/ppt/notesSlides/notesSlide38.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Override PartName="/ppt/notesSlides/notesSlide27.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32.xml" ContentType="application/vnd.openxmlformats-officedocument.presentationml.notesSlide+xml"/>
  <Override PartName="/ppt/notesSlides/notesSlide41.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notesSlides/notesSlide3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3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42.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4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Layouts/slideLayout4.xml" ContentType="application/vnd.openxmlformats-officedocument.presentationml.slideLayout+xml"/>
  <Override PartName="/ppt/notesSlides/notesSlide29.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44"/>
  </p:notesMasterIdLst>
  <p:sldIdLst>
    <p:sldId id="407" r:id="rId2"/>
    <p:sldId id="378" r:id="rId3"/>
    <p:sldId id="396" r:id="rId4"/>
    <p:sldId id="420" r:id="rId5"/>
    <p:sldId id="421" r:id="rId6"/>
    <p:sldId id="397" r:id="rId7"/>
    <p:sldId id="410" r:id="rId8"/>
    <p:sldId id="422" r:id="rId9"/>
    <p:sldId id="411" r:id="rId10"/>
    <p:sldId id="412" r:id="rId11"/>
    <p:sldId id="423" r:id="rId12"/>
    <p:sldId id="399" r:id="rId13"/>
    <p:sldId id="425" r:id="rId14"/>
    <p:sldId id="426" r:id="rId15"/>
    <p:sldId id="428" r:id="rId16"/>
    <p:sldId id="413" r:id="rId17"/>
    <p:sldId id="427" r:id="rId18"/>
    <p:sldId id="414" r:id="rId19"/>
    <p:sldId id="408" r:id="rId20"/>
    <p:sldId id="380" r:id="rId21"/>
    <p:sldId id="381" r:id="rId22"/>
    <p:sldId id="415" r:id="rId23"/>
    <p:sldId id="429" r:id="rId24"/>
    <p:sldId id="409" r:id="rId25"/>
    <p:sldId id="401" r:id="rId26"/>
    <p:sldId id="402" r:id="rId27"/>
    <p:sldId id="430" r:id="rId28"/>
    <p:sldId id="433" r:id="rId29"/>
    <p:sldId id="431" r:id="rId30"/>
    <p:sldId id="432" r:id="rId31"/>
    <p:sldId id="434" r:id="rId32"/>
    <p:sldId id="435" r:id="rId33"/>
    <p:sldId id="404" r:id="rId34"/>
    <p:sldId id="400" r:id="rId35"/>
    <p:sldId id="438" r:id="rId36"/>
    <p:sldId id="405" r:id="rId37"/>
    <p:sldId id="436" r:id="rId38"/>
    <p:sldId id="437" r:id="rId39"/>
    <p:sldId id="386" r:id="rId40"/>
    <p:sldId id="416" r:id="rId41"/>
    <p:sldId id="406" r:id="rId42"/>
    <p:sldId id="353" r:id="rId43"/>
  </p:sldIdLst>
  <p:sldSz cx="12192000" cy="6858000"/>
  <p:notesSz cx="6858000" cy="9144000"/>
  <p:defaultTex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3" pos="7151" userDrawn="1">
          <p15:clr>
            <a:srgbClr val="A4A3A4"/>
          </p15:clr>
        </p15:guide>
        <p15:guide id="8" orient="horz" pos="120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7B3349"/>
    <a:srgbClr val="8B0012"/>
    <a:srgbClr val="FFFFFF"/>
    <a:srgbClr val="FFB9C1"/>
    <a:srgbClr val="910012"/>
    <a:srgbClr val="950012"/>
    <a:srgbClr val="A90012"/>
    <a:srgbClr val="560012"/>
    <a:srgbClr val="8A0000"/>
    <a:srgbClr val="D7343F"/>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79" autoAdjust="0"/>
    <p:restoredTop sz="79238" autoAdjust="0"/>
  </p:normalViewPr>
  <p:slideViewPr>
    <p:cSldViewPr snapToGrid="0" showGuides="1">
      <p:cViewPr>
        <p:scale>
          <a:sx n="75" d="100"/>
          <a:sy n="75" d="100"/>
        </p:scale>
        <p:origin x="-298" y="-62"/>
      </p:cViewPr>
      <p:guideLst>
        <p:guide orient="horz" pos="1207"/>
        <p:guide pos="7151"/>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66" d="100"/>
        <a:sy n="66" d="100"/>
      </p:scale>
      <p:origin x="0" y="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HK"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E7729B-9D3E-4E69-A4E1-356C750C1967}" type="datetimeFigureOut">
              <a:rPr lang="zh-HK" altLang="en-US" smtClean="0"/>
              <a:pPr/>
              <a:t>26/10/2018</a:t>
            </a:fld>
            <a:endParaRPr lang="zh-HK"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HK"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HK"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HK"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E97619-DBBE-4EF5-8E3C-32126B56E9D5}" type="slidenum">
              <a:rPr lang="zh-HK" altLang="en-US" smtClean="0"/>
              <a:pPr/>
              <a:t>‹#›</a:t>
            </a:fld>
            <a:endParaRPr lang="zh-HK" altLang="en-US"/>
          </a:p>
        </p:txBody>
      </p:sp>
    </p:spTree>
    <p:extLst>
      <p:ext uri="{BB962C8B-B14F-4D97-AF65-F5344CB8AC3E}">
        <p14:creationId xmlns:p14="http://schemas.microsoft.com/office/powerpoint/2010/main" xmlns="" val="14247154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In this section,</a:t>
            </a:r>
            <a:r>
              <a:rPr lang="en-US" altLang="zh-CN" baseline="0" dirty="0" smtClean="0"/>
              <a:t> </a:t>
            </a:r>
            <a:r>
              <a:rPr lang="en-US" altLang="zh-CN" sz="1200" b="0" i="0" kern="1200" dirty="0" smtClean="0">
                <a:solidFill>
                  <a:schemeClr val="tx1"/>
                </a:solidFill>
                <a:latin typeface="+mn-lt"/>
                <a:ea typeface="+mn-ea"/>
                <a:cs typeface="+mn-cs"/>
              </a:rPr>
              <a:t>We first briefly introduce</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the image encoder and the topic extractor. Then,</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we introduce the proposed stepwise image-topic</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merging decoder in detail</a:t>
            </a:r>
            <a:r>
              <a:rPr lang="en-US" altLang="zh-CN" dirty="0" smtClean="0"/>
              <a:t> </a:t>
            </a:r>
            <a:br>
              <a:rPr lang="en-US" altLang="zh-CN" dirty="0" smtClean="0"/>
            </a:br>
            <a:endParaRPr lang="en-US" altLang="zh-CN" sz="1200" baseline="0" dirty="0" smtClean="0"/>
          </a:p>
          <a:p>
            <a:endParaRPr lang="zh-CN" altLang="en-US" dirty="0"/>
          </a:p>
        </p:txBody>
      </p:sp>
      <p:sp>
        <p:nvSpPr>
          <p:cNvPr id="4" name="灯片编号占位符 3"/>
          <p:cNvSpPr>
            <a:spLocks noGrp="1"/>
          </p:cNvSpPr>
          <p:nvPr>
            <p:ph type="sldNum" sz="quarter" idx="10"/>
          </p:nvPr>
        </p:nvSpPr>
        <p:spPr/>
        <p:txBody>
          <a:bodyPr/>
          <a:lstStyle/>
          <a:p>
            <a:fld id="{472AADCA-B920-4620-B2A2-90ECECF47111}" type="slidenum">
              <a:rPr lang="zh-CN" altLang="en-US" smtClean="0"/>
              <a:pPr/>
              <a:t>1</a:t>
            </a:fld>
            <a:endParaRPr lang="zh-CN" altLang="en-US"/>
          </a:p>
        </p:txBody>
      </p:sp>
    </p:spTree>
    <p:extLst>
      <p:ext uri="{BB962C8B-B14F-4D97-AF65-F5344CB8AC3E}">
        <p14:creationId xmlns="" xmlns:p14="http://schemas.microsoft.com/office/powerpoint/2010/main" val="1165481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这个图片展示了我们模型的方法，其中右边是数据流向。模型里的每个模块细节我们会进行详细解释。</a:t>
            </a:r>
            <a:endParaRPr lang="zh-CN" altLang="en-US" dirty="0"/>
          </a:p>
        </p:txBody>
      </p:sp>
      <p:sp>
        <p:nvSpPr>
          <p:cNvPr id="4" name="灯片编号占位符 3"/>
          <p:cNvSpPr>
            <a:spLocks noGrp="1"/>
          </p:cNvSpPr>
          <p:nvPr>
            <p:ph type="sldNum" sz="quarter" idx="10"/>
          </p:nvPr>
        </p:nvSpPr>
        <p:spPr/>
        <p:txBody>
          <a:bodyPr/>
          <a:lstStyle/>
          <a:p>
            <a:fld id="{5DE97619-DBBE-4EF5-8E3C-32126B56E9D5}" type="slidenum">
              <a:rPr lang="zh-HK" altLang="en-US" smtClean="0"/>
              <a:pPr/>
              <a:t>2</a:t>
            </a:fld>
            <a:endParaRPr lang="zh-HK" altLang="en-US"/>
          </a:p>
        </p:txBody>
      </p:sp>
    </p:spTree>
    <p:extLst>
      <p:ext uri="{BB962C8B-B14F-4D97-AF65-F5344CB8AC3E}">
        <p14:creationId xmlns:p14="http://schemas.microsoft.com/office/powerpoint/2010/main" xmlns="" val="35243585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Image</a:t>
            </a:r>
            <a:r>
              <a:rPr lang="en-US" altLang="zh-CN" baseline="0" dirty="0" smtClean="0"/>
              <a:t> encoder</a:t>
            </a:r>
            <a:r>
              <a:rPr lang="zh-CN" altLang="en-US" baseline="0" dirty="0" smtClean="0"/>
              <a:t>部分中我们采用了</a:t>
            </a:r>
            <a:r>
              <a:rPr lang="en-US" altLang="zh-CN" baseline="0" dirty="0" err="1" smtClean="0"/>
              <a:t>ResNet</a:t>
            </a:r>
            <a:r>
              <a:rPr lang="zh-CN" altLang="en-US" baseline="0" dirty="0" smtClean="0"/>
              <a:t>网络，因为</a:t>
            </a:r>
            <a:r>
              <a:rPr lang="en-US" altLang="zh-CN" baseline="0" dirty="0" smtClean="0"/>
              <a:t>it </a:t>
            </a:r>
            <a:r>
              <a:rPr lang="en-US" altLang="zh-CN" sz="1200" dirty="0" smtClean="0"/>
              <a:t>is commonly used in image captioning, to</a:t>
            </a:r>
            <a:r>
              <a:rPr lang="en-US" altLang="zh-CN" sz="1200" baseline="0" dirty="0" smtClean="0"/>
              <a:t> </a:t>
            </a:r>
            <a:r>
              <a:rPr lang="en-US" altLang="zh-CN" sz="1200" dirty="0" smtClean="0"/>
              <a:t>generate the visual features.</a:t>
            </a:r>
            <a:endParaRPr lang="zh-CN" altLang="en-US" dirty="0"/>
          </a:p>
        </p:txBody>
      </p:sp>
      <p:sp>
        <p:nvSpPr>
          <p:cNvPr id="4" name="灯片编号占位符 3"/>
          <p:cNvSpPr>
            <a:spLocks noGrp="1"/>
          </p:cNvSpPr>
          <p:nvPr>
            <p:ph type="sldNum" sz="quarter" idx="10"/>
          </p:nvPr>
        </p:nvSpPr>
        <p:spPr/>
        <p:txBody>
          <a:bodyPr/>
          <a:lstStyle/>
          <a:p>
            <a:fld id="{5DE97619-DBBE-4EF5-8E3C-32126B56E9D5}" type="slidenum">
              <a:rPr lang="zh-HK" altLang="en-US" smtClean="0"/>
              <a:pPr/>
              <a:t>3</a:t>
            </a:fld>
            <a:endParaRPr lang="zh-HK" altLang="en-US"/>
          </a:p>
        </p:txBody>
      </p:sp>
    </p:spTree>
    <p:extLst>
      <p:ext uri="{BB962C8B-B14F-4D97-AF65-F5344CB8AC3E}">
        <p14:creationId xmlns:p14="http://schemas.microsoft.com/office/powerpoint/2010/main" xmlns="" val="35243585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aseline="0" dirty="0" smtClean="0"/>
              <a:t>然后取网络的最后一层卷积层作为图片的特征图，最后再用一个线性变换，得到缩小维度后的特征图。</a:t>
            </a:r>
            <a:endParaRPr lang="zh-CN" altLang="en-US" dirty="0"/>
          </a:p>
        </p:txBody>
      </p:sp>
      <p:sp>
        <p:nvSpPr>
          <p:cNvPr id="4" name="灯片编号占位符 3"/>
          <p:cNvSpPr>
            <a:spLocks noGrp="1"/>
          </p:cNvSpPr>
          <p:nvPr>
            <p:ph type="sldNum" sz="quarter" idx="10"/>
          </p:nvPr>
        </p:nvSpPr>
        <p:spPr/>
        <p:txBody>
          <a:bodyPr/>
          <a:lstStyle/>
          <a:p>
            <a:fld id="{5DE97619-DBBE-4EF5-8E3C-32126B56E9D5}" type="slidenum">
              <a:rPr lang="zh-HK" altLang="en-US" smtClean="0"/>
              <a:pPr/>
              <a:t>4</a:t>
            </a:fld>
            <a:endParaRPr lang="zh-HK" altLang="en-US"/>
          </a:p>
        </p:txBody>
      </p:sp>
    </p:spTree>
    <p:extLst>
      <p:ext uri="{BB962C8B-B14F-4D97-AF65-F5344CB8AC3E}">
        <p14:creationId xmlns:p14="http://schemas.microsoft.com/office/powerpoint/2010/main" xmlns="" val="35243585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Topic Extractor</a:t>
            </a:r>
            <a:r>
              <a:rPr lang="zh-CN" altLang="en-US" dirty="0" smtClean="0"/>
              <a:t>提取部分，我们直接踩踏了</a:t>
            </a:r>
            <a:r>
              <a:rPr lang="en-US" altLang="zh-CN" dirty="0" smtClean="0"/>
              <a:t>Fang</a:t>
            </a:r>
            <a:r>
              <a:rPr lang="zh-CN" altLang="en-US" dirty="0" smtClean="0"/>
              <a:t>论文里的模型，这个模型是</a:t>
            </a:r>
            <a:r>
              <a:rPr lang="en-US" altLang="zh-CN" sz="1200" dirty="0" smtClean="0"/>
              <a:t>adopt the weakly-supervised approach of Multiple Instance Learning (</a:t>
            </a:r>
            <a:r>
              <a:rPr lang="en-US" altLang="zh-CN" sz="1200" dirty="0" smtClean="0">
                <a:solidFill>
                  <a:srgbClr val="0070C0"/>
                </a:solidFill>
              </a:rPr>
              <a:t>Zhang et al., 2006</a:t>
            </a:r>
            <a:r>
              <a:rPr lang="en-US" altLang="zh-CN" sz="1200" dirty="0" smtClean="0"/>
              <a:t>) to build a topic extractor</a:t>
            </a:r>
            <a:r>
              <a:rPr lang="zh-CN" altLang="en-US" sz="1200" dirty="0" smtClean="0"/>
              <a:t>的。</a:t>
            </a:r>
            <a:endParaRPr lang="zh-CN" altLang="en-US" dirty="0"/>
          </a:p>
        </p:txBody>
      </p:sp>
      <p:sp>
        <p:nvSpPr>
          <p:cNvPr id="4" name="灯片编号占位符 3"/>
          <p:cNvSpPr>
            <a:spLocks noGrp="1"/>
          </p:cNvSpPr>
          <p:nvPr>
            <p:ph type="sldNum" sz="quarter" idx="10"/>
          </p:nvPr>
        </p:nvSpPr>
        <p:spPr/>
        <p:txBody>
          <a:bodyPr/>
          <a:lstStyle/>
          <a:p>
            <a:fld id="{5DE97619-DBBE-4EF5-8E3C-32126B56E9D5}" type="slidenum">
              <a:rPr lang="zh-HK" altLang="en-US" smtClean="0"/>
              <a:pPr/>
              <a:t>5</a:t>
            </a:fld>
            <a:endParaRPr lang="zh-HK" altLang="en-US"/>
          </a:p>
        </p:txBody>
      </p:sp>
    </p:spTree>
    <p:extLst>
      <p:ext uri="{BB962C8B-B14F-4D97-AF65-F5344CB8AC3E}">
        <p14:creationId xmlns:p14="http://schemas.microsoft.com/office/powerpoint/2010/main" xmlns="" val="35243585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在得到图片的特征图和图片的</a:t>
            </a:r>
            <a:r>
              <a:rPr lang="en-US" altLang="zh-CN" dirty="0" smtClean="0"/>
              <a:t>topic</a:t>
            </a:r>
            <a:r>
              <a:rPr lang="zh-CN" altLang="en-US" dirty="0" smtClean="0"/>
              <a:t>后，为了提高模型</a:t>
            </a:r>
            <a:r>
              <a:rPr lang="en-US" altLang="zh-CN" dirty="0" smtClean="0"/>
              <a:t>decoder</a:t>
            </a:r>
            <a:r>
              <a:rPr lang="zh-CN" altLang="en-US" dirty="0" smtClean="0"/>
              <a:t>端的解码能力，我们进一步对这些信息进行预处理。</a:t>
            </a:r>
            <a:endParaRPr lang="en-US" altLang="zh-CN" dirty="0" smtClean="0"/>
          </a:p>
          <a:p>
            <a:r>
              <a:rPr lang="zh-CN" altLang="en-US" dirty="0" smtClean="0"/>
              <a:t>这里我们首先介绍如何处理特征图。</a:t>
            </a:r>
            <a:endParaRPr lang="en-US" altLang="zh-CN" dirty="0" smtClean="0"/>
          </a:p>
          <a:p>
            <a:r>
              <a:rPr lang="en-US" altLang="zh-CN" dirty="0" smtClean="0"/>
              <a:t>We</a:t>
            </a:r>
            <a:r>
              <a:rPr lang="en-US" altLang="zh-CN" baseline="0" dirty="0" smtClean="0"/>
              <a:t> adopt this paper’s approach.</a:t>
            </a:r>
          </a:p>
          <a:p>
            <a:r>
              <a:rPr lang="zh-CN" altLang="en-US" baseline="0" dirty="0" smtClean="0"/>
              <a:t>得到</a:t>
            </a:r>
            <a:r>
              <a:rPr lang="en-US" altLang="zh-CN" baseline="0" dirty="0" err="1" smtClean="0"/>
              <a:t>z_t</a:t>
            </a:r>
            <a:r>
              <a:rPr lang="zh-CN" altLang="en-US" baseline="0" dirty="0" smtClean="0"/>
              <a:t>后，我们再将其与输入的</a:t>
            </a:r>
            <a:r>
              <a:rPr lang="en-US" altLang="zh-CN" baseline="0" dirty="0" err="1" smtClean="0"/>
              <a:t>word_embedding</a:t>
            </a:r>
            <a:r>
              <a:rPr lang="en-US" altLang="zh-CN" baseline="0" dirty="0" smtClean="0"/>
              <a:t> </a:t>
            </a:r>
            <a:r>
              <a:rPr lang="en-US" altLang="zh-CN" baseline="0" dirty="0" err="1" smtClean="0"/>
              <a:t>concate</a:t>
            </a:r>
            <a:r>
              <a:rPr lang="zh-CN" altLang="en-US" baseline="0" dirty="0" smtClean="0"/>
              <a:t>起来。</a:t>
            </a:r>
            <a:endParaRPr lang="zh-CN" altLang="en-US" dirty="0"/>
          </a:p>
        </p:txBody>
      </p:sp>
      <p:sp>
        <p:nvSpPr>
          <p:cNvPr id="4" name="灯片编号占位符 3"/>
          <p:cNvSpPr>
            <a:spLocks noGrp="1"/>
          </p:cNvSpPr>
          <p:nvPr>
            <p:ph type="sldNum" sz="quarter" idx="10"/>
          </p:nvPr>
        </p:nvSpPr>
        <p:spPr/>
        <p:txBody>
          <a:bodyPr/>
          <a:lstStyle/>
          <a:p>
            <a:fld id="{5DE97619-DBBE-4EF5-8E3C-32126B56E9D5}" type="slidenum">
              <a:rPr lang="zh-HK" altLang="en-US" smtClean="0"/>
              <a:pPr/>
              <a:t>6</a:t>
            </a:fld>
            <a:endParaRPr lang="zh-HK" altLang="en-US"/>
          </a:p>
        </p:txBody>
      </p:sp>
    </p:spTree>
    <p:extLst>
      <p:ext uri="{BB962C8B-B14F-4D97-AF65-F5344CB8AC3E}">
        <p14:creationId xmlns:p14="http://schemas.microsoft.com/office/powerpoint/2010/main" xmlns="" val="35243585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之后，我们再对特征图做一次</a:t>
            </a:r>
            <a:r>
              <a:rPr lang="en-US" altLang="zh-CN" dirty="0" smtClean="0"/>
              <a:t>output</a:t>
            </a:r>
            <a:r>
              <a:rPr lang="en-US" altLang="zh-CN" baseline="0" dirty="0" smtClean="0"/>
              <a:t> attention</a:t>
            </a:r>
            <a:r>
              <a:rPr lang="zh-CN" altLang="en-US" baseline="0" dirty="0" smtClean="0"/>
              <a:t>，这个动机是来自于</a:t>
            </a:r>
            <a:r>
              <a:rPr lang="en-US" altLang="zh-CN" baseline="0" dirty="0" smtClean="0"/>
              <a:t>[2]</a:t>
            </a:r>
            <a:r>
              <a:rPr lang="zh-CN" altLang="en-US" baseline="0" dirty="0" smtClean="0"/>
              <a:t>文献。</a:t>
            </a:r>
            <a:endParaRPr lang="en-US" altLang="zh-CN" baseline="0" dirty="0" smtClean="0"/>
          </a:p>
          <a:p>
            <a:r>
              <a:rPr lang="zh-CN" altLang="en-US" baseline="0" dirty="0" smtClean="0"/>
              <a:t>另外值得注意的是，这个</a:t>
            </a:r>
            <a:r>
              <a:rPr lang="en-US" altLang="zh-CN" sz="1200" b="0" i="0" kern="1200" dirty="0" smtClean="0">
                <a:solidFill>
                  <a:schemeClr val="tx1"/>
                </a:solidFill>
                <a:latin typeface="+mn-lt"/>
                <a:ea typeface="+mn-ea"/>
                <a:cs typeface="+mn-cs"/>
              </a:rPr>
              <a:t>is essentially the same</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with the spatial visual attention proposed by </a:t>
            </a:r>
            <a:r>
              <a:rPr lang="zh-CN" altLang="en-US" sz="1200" b="0" i="0" kern="1200" dirty="0" smtClean="0">
                <a:solidFill>
                  <a:schemeClr val="tx1"/>
                </a:solidFill>
                <a:latin typeface="+mn-lt"/>
                <a:ea typeface="+mn-ea"/>
                <a:cs typeface="+mn-cs"/>
              </a:rPr>
              <a:t>文献</a:t>
            </a:r>
            <a:r>
              <a:rPr lang="en-US" altLang="zh-CN" sz="1200" b="0" i="0" kern="1200" dirty="0" smtClean="0">
                <a:solidFill>
                  <a:schemeClr val="tx1"/>
                </a:solidFill>
                <a:latin typeface="+mn-lt"/>
                <a:ea typeface="+mn-ea"/>
                <a:cs typeface="+mn-cs"/>
              </a:rPr>
              <a:t>[3]</a:t>
            </a:r>
            <a:r>
              <a:rPr lang="zh-CN" altLang="en-US" sz="1200" b="0" i="0" kern="1200" dirty="0" smtClean="0">
                <a:solidFill>
                  <a:schemeClr val="tx1"/>
                </a:solidFill>
                <a:latin typeface="+mn-lt"/>
                <a:ea typeface="+mn-ea"/>
                <a:cs typeface="+mn-cs"/>
              </a:rPr>
              <a:t>。</a:t>
            </a:r>
            <a:r>
              <a:rPr lang="en-US" altLang="zh-CN" dirty="0" smtClean="0"/>
              <a:t/>
            </a:r>
            <a:br>
              <a:rPr lang="en-US" altLang="zh-CN" dirty="0" smtClean="0"/>
            </a:br>
            <a:endParaRPr lang="zh-CN" altLang="en-US" dirty="0"/>
          </a:p>
        </p:txBody>
      </p:sp>
      <p:sp>
        <p:nvSpPr>
          <p:cNvPr id="4" name="灯片编号占位符 3"/>
          <p:cNvSpPr>
            <a:spLocks noGrp="1"/>
          </p:cNvSpPr>
          <p:nvPr>
            <p:ph type="sldNum" sz="quarter" idx="10"/>
          </p:nvPr>
        </p:nvSpPr>
        <p:spPr/>
        <p:txBody>
          <a:bodyPr/>
          <a:lstStyle/>
          <a:p>
            <a:fld id="{5DE97619-DBBE-4EF5-8E3C-32126B56E9D5}" type="slidenum">
              <a:rPr lang="zh-HK" altLang="en-US" smtClean="0"/>
              <a:pPr/>
              <a:t>7</a:t>
            </a:fld>
            <a:endParaRPr lang="zh-HK" altLang="en-US"/>
          </a:p>
        </p:txBody>
      </p:sp>
    </p:spTree>
    <p:extLst>
      <p:ext uri="{BB962C8B-B14F-4D97-AF65-F5344CB8AC3E}">
        <p14:creationId xmlns:p14="http://schemas.microsoft.com/office/powerpoint/2010/main" xmlns="" val="35243585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因此，最后我们可以通过该式子得到</a:t>
            </a:r>
            <a:r>
              <a:rPr lang="en-US" altLang="zh-CN" dirty="0" smtClean="0"/>
              <a:t>visual</a:t>
            </a:r>
            <a:r>
              <a:rPr lang="en-US" altLang="zh-CN" baseline="0" dirty="0" smtClean="0"/>
              <a:t> Information</a:t>
            </a:r>
            <a:endParaRPr lang="zh-CN" altLang="en-US" dirty="0"/>
          </a:p>
        </p:txBody>
      </p:sp>
      <p:sp>
        <p:nvSpPr>
          <p:cNvPr id="4" name="灯片编号占位符 3"/>
          <p:cNvSpPr>
            <a:spLocks noGrp="1"/>
          </p:cNvSpPr>
          <p:nvPr>
            <p:ph type="sldNum" sz="quarter" idx="10"/>
          </p:nvPr>
        </p:nvSpPr>
        <p:spPr/>
        <p:txBody>
          <a:bodyPr/>
          <a:lstStyle/>
          <a:p>
            <a:fld id="{5DE97619-DBBE-4EF5-8E3C-32126B56E9D5}" type="slidenum">
              <a:rPr lang="zh-HK" altLang="en-US" smtClean="0"/>
              <a:pPr/>
              <a:t>8</a:t>
            </a:fld>
            <a:endParaRPr lang="zh-HK" altLang="en-US"/>
          </a:p>
        </p:txBody>
      </p:sp>
    </p:spTree>
    <p:extLst>
      <p:ext uri="{BB962C8B-B14F-4D97-AF65-F5344CB8AC3E}">
        <p14:creationId xmlns:p14="http://schemas.microsoft.com/office/powerpoint/2010/main" xmlns="" val="35243585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Topic Attention</a:t>
            </a:r>
            <a:r>
              <a:rPr lang="zh-CN" altLang="en-US" dirty="0" smtClean="0"/>
              <a:t>首次是在文献</a:t>
            </a:r>
            <a:r>
              <a:rPr lang="en-US" altLang="zh-CN" dirty="0" smtClean="0"/>
              <a:t>2</a:t>
            </a:r>
            <a:r>
              <a:rPr lang="zh-CN" altLang="en-US" dirty="0" smtClean="0"/>
              <a:t>中提出的。在这篇论文里他们运用方程</a:t>
            </a:r>
            <a:r>
              <a:rPr lang="en-US" altLang="zh-CN" dirty="0" smtClean="0"/>
              <a:t>9</a:t>
            </a:r>
            <a:r>
              <a:rPr lang="zh-CN" altLang="en-US" dirty="0" smtClean="0"/>
              <a:t>实现</a:t>
            </a:r>
            <a:r>
              <a:rPr lang="en-US" altLang="zh-CN" dirty="0" smtClean="0"/>
              <a:t>topic</a:t>
            </a:r>
            <a:r>
              <a:rPr lang="en-US" altLang="zh-CN" baseline="0" dirty="0" smtClean="0"/>
              <a:t> attention</a:t>
            </a:r>
            <a:r>
              <a:rPr lang="zh-CN" altLang="en-US" baseline="0" dirty="0" smtClean="0"/>
              <a:t>模型，这里的</a:t>
            </a:r>
            <a:r>
              <a:rPr lang="en-US" altLang="zh-CN" baseline="0" dirty="0" smtClean="0"/>
              <a:t>T</a:t>
            </a:r>
            <a:r>
              <a:rPr lang="zh-CN" altLang="en-US" baseline="0" dirty="0" smtClean="0"/>
              <a:t>是</a:t>
            </a:r>
            <a:r>
              <a:rPr lang="en-US" altLang="zh-CN" baseline="0" dirty="0" smtClean="0"/>
              <a:t>Topic </a:t>
            </a:r>
            <a:r>
              <a:rPr lang="zh-CN" altLang="en-US" baseline="0" dirty="0" smtClean="0"/>
              <a:t>词表，</a:t>
            </a:r>
            <a:r>
              <a:rPr lang="en-US" altLang="zh-CN" baseline="0" dirty="0" smtClean="0"/>
              <a:t>y_t-1</a:t>
            </a:r>
            <a:r>
              <a:rPr lang="zh-CN" altLang="en-US" baseline="0" dirty="0" smtClean="0"/>
              <a:t>是上一时刻模型的输出。</a:t>
            </a:r>
            <a:r>
              <a:rPr lang="en-US" altLang="zh-CN" baseline="0" dirty="0" smtClean="0"/>
              <a:t>U</a:t>
            </a:r>
            <a:r>
              <a:rPr lang="zh-CN" altLang="en-US" baseline="0" dirty="0" smtClean="0"/>
              <a:t>是一个可学习的矩阵。从这个公式我们可以清楚的发现</a:t>
            </a:r>
            <a:r>
              <a:rPr lang="en-US" altLang="zh-CN" sz="1200" b="0" i="0" kern="1200" dirty="0" smtClean="0">
                <a:solidFill>
                  <a:schemeClr val="tx1"/>
                </a:solidFill>
                <a:latin typeface="+mn-lt"/>
                <a:ea typeface="+mn-ea"/>
                <a:cs typeface="+mn-cs"/>
              </a:rPr>
              <a:t>The profound issue is</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that this approach neglects the visual information.</a:t>
            </a:r>
            <a:r>
              <a:rPr lang="en-US" altLang="zh-CN" sz="1200" b="0" i="0" kern="1200" baseline="0" dirty="0" smtClean="0">
                <a:solidFill>
                  <a:schemeClr val="tx1"/>
                </a:solidFill>
                <a:latin typeface="+mn-lt"/>
                <a:ea typeface="+mn-ea"/>
                <a:cs typeface="+mn-cs"/>
              </a:rPr>
              <a:t> </a:t>
            </a:r>
            <a:r>
              <a:rPr lang="zh-CN" altLang="en-US" sz="1200" b="0" i="0" kern="1200" baseline="0" dirty="0" smtClean="0">
                <a:solidFill>
                  <a:schemeClr val="tx1"/>
                </a:solidFill>
                <a:latin typeface="+mn-lt"/>
                <a:ea typeface="+mn-ea"/>
                <a:cs typeface="+mn-cs"/>
              </a:rPr>
              <a:t>所以</a:t>
            </a:r>
            <a:r>
              <a:rPr lang="en-US" altLang="zh-CN" sz="1200" b="0" i="0" kern="1200" dirty="0" smtClean="0">
                <a:solidFill>
                  <a:schemeClr val="tx1"/>
                </a:solidFill>
                <a:latin typeface="+mn-lt"/>
                <a:ea typeface="+mn-ea"/>
                <a:cs typeface="+mn-cs"/>
              </a:rPr>
              <a:t>It should be beneficial to provide the attentive visual information when selecting topics. </a:t>
            </a:r>
            <a:r>
              <a:rPr lang="en-US" altLang="zh-CN" dirty="0" smtClean="0"/>
              <a:t/>
            </a:r>
            <a:br>
              <a:rPr lang="en-US" altLang="zh-CN" dirty="0" smtClean="0"/>
            </a:br>
            <a:endParaRPr lang="zh-CN" altLang="en-US" dirty="0"/>
          </a:p>
        </p:txBody>
      </p:sp>
      <p:sp>
        <p:nvSpPr>
          <p:cNvPr id="4" name="灯片编号占位符 3"/>
          <p:cNvSpPr>
            <a:spLocks noGrp="1"/>
          </p:cNvSpPr>
          <p:nvPr>
            <p:ph type="sldNum" sz="quarter" idx="10"/>
          </p:nvPr>
        </p:nvSpPr>
        <p:spPr/>
        <p:txBody>
          <a:bodyPr/>
          <a:lstStyle/>
          <a:p>
            <a:fld id="{5DE97619-DBBE-4EF5-8E3C-32126B56E9D5}" type="slidenum">
              <a:rPr lang="zh-HK" altLang="en-US" smtClean="0"/>
              <a:pPr/>
              <a:t>9</a:t>
            </a:fld>
            <a:endParaRPr lang="zh-HK" altLang="en-US"/>
          </a:p>
        </p:txBody>
      </p:sp>
    </p:spTree>
    <p:extLst>
      <p:ext uri="{BB962C8B-B14F-4D97-AF65-F5344CB8AC3E}">
        <p14:creationId xmlns:p14="http://schemas.microsoft.com/office/powerpoint/2010/main" xmlns="" val="35243585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所以我们加入当前时刻</a:t>
            </a:r>
            <a:r>
              <a:rPr lang="en-US" altLang="zh-CN" dirty="0" smtClean="0"/>
              <a:t>hidden</a:t>
            </a:r>
            <a:r>
              <a:rPr lang="en-US" altLang="zh-CN" baseline="0" dirty="0" smtClean="0"/>
              <a:t> state</a:t>
            </a:r>
            <a:r>
              <a:rPr lang="zh-CN" altLang="en-US" baseline="0" dirty="0" smtClean="0"/>
              <a:t>的信息，因为</a:t>
            </a:r>
            <a:r>
              <a:rPr lang="en-US" altLang="zh-CN" sz="1200" b="0" i="0" kern="1200" dirty="0" smtClean="0">
                <a:solidFill>
                  <a:schemeClr val="tx1"/>
                </a:solidFill>
                <a:latin typeface="+mn-lt"/>
                <a:ea typeface="+mn-ea"/>
                <a:cs typeface="+mn-cs"/>
              </a:rPr>
              <a:t>The hidden state of the LSTM contains both the information of previous words and the attentive input visual information. </a:t>
            </a:r>
            <a:r>
              <a:rPr lang="en-US" altLang="zh-CN" dirty="0" smtClean="0"/>
              <a:t/>
            </a:r>
            <a:br>
              <a:rPr lang="en-US" altLang="zh-CN" dirty="0" smtClean="0"/>
            </a:br>
            <a:r>
              <a:rPr lang="zh-CN" altLang="en-US" dirty="0" smtClean="0"/>
              <a:t>因此，我们模型</a:t>
            </a:r>
            <a:r>
              <a:rPr lang="en-US" altLang="zh-CN" dirty="0" smtClean="0"/>
              <a:t>topic attention</a:t>
            </a:r>
            <a:r>
              <a:rPr lang="zh-CN" altLang="en-US" dirty="0" smtClean="0"/>
              <a:t>是</a:t>
            </a:r>
            <a:r>
              <a:rPr lang="en-US" altLang="zh-CN" sz="1200" b="0" i="0" kern="1200" dirty="0" smtClean="0">
                <a:solidFill>
                  <a:schemeClr val="tx1"/>
                </a:solidFill>
                <a:latin typeface="+mn-lt"/>
                <a:ea typeface="+mn-ea"/>
                <a:cs typeface="+mn-cs"/>
              </a:rPr>
              <a:t>based on the hidden state of the LSTM</a:t>
            </a:r>
            <a:r>
              <a:rPr lang="zh-CN" altLang="en-US" sz="1200" b="0" i="0" kern="1200" dirty="0" smtClean="0">
                <a:solidFill>
                  <a:schemeClr val="tx1"/>
                </a:solidFill>
                <a:latin typeface="+mn-lt"/>
                <a:ea typeface="+mn-ea"/>
                <a:cs typeface="+mn-cs"/>
              </a:rPr>
              <a:t>的。</a:t>
            </a:r>
            <a:endParaRPr lang="zh-CN" altLang="en-US" dirty="0"/>
          </a:p>
        </p:txBody>
      </p:sp>
      <p:sp>
        <p:nvSpPr>
          <p:cNvPr id="4" name="灯片编号占位符 3"/>
          <p:cNvSpPr>
            <a:spLocks noGrp="1"/>
          </p:cNvSpPr>
          <p:nvPr>
            <p:ph type="sldNum" sz="quarter" idx="10"/>
          </p:nvPr>
        </p:nvSpPr>
        <p:spPr/>
        <p:txBody>
          <a:bodyPr/>
          <a:lstStyle/>
          <a:p>
            <a:fld id="{5DE97619-DBBE-4EF5-8E3C-32126B56E9D5}" type="slidenum">
              <a:rPr lang="zh-HK" altLang="en-US" smtClean="0"/>
              <a:pPr/>
              <a:t>10</a:t>
            </a:fld>
            <a:endParaRPr lang="zh-HK" altLang="en-US"/>
          </a:p>
        </p:txBody>
      </p:sp>
    </p:spTree>
    <p:extLst>
      <p:ext uri="{BB962C8B-B14F-4D97-AF65-F5344CB8AC3E}">
        <p14:creationId xmlns:p14="http://schemas.microsoft.com/office/powerpoint/2010/main" xmlns="" val="35243585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最后，我们将</a:t>
            </a:r>
            <a:r>
              <a:rPr lang="en-US" altLang="zh-CN" dirty="0" err="1" smtClean="0"/>
              <a:t>q_t</a:t>
            </a:r>
            <a:r>
              <a:rPr lang="zh-CN" altLang="en-US" dirty="0" smtClean="0"/>
              <a:t>和</a:t>
            </a:r>
            <a:r>
              <a:rPr lang="en-US" altLang="zh-CN" dirty="0" err="1" smtClean="0"/>
              <a:t>h_t</a:t>
            </a:r>
            <a:r>
              <a:rPr lang="zh-CN" altLang="en-US" dirty="0" smtClean="0"/>
              <a:t>加权和，得到</a:t>
            </a:r>
            <a:r>
              <a:rPr lang="en-US" altLang="zh-CN" sz="1200" b="0" i="0" kern="1200" dirty="0" smtClean="0">
                <a:solidFill>
                  <a:schemeClr val="tx1"/>
                </a:solidFill>
                <a:latin typeface="+mn-lt"/>
                <a:ea typeface="+mn-ea"/>
                <a:cs typeface="+mn-cs"/>
              </a:rPr>
              <a:t>contextual information</a:t>
            </a:r>
            <a:r>
              <a:rPr lang="zh-CN" altLang="en-US" sz="1200" b="0" i="0" kern="1200" dirty="0" smtClean="0">
                <a:solidFill>
                  <a:schemeClr val="tx1"/>
                </a:solidFill>
                <a:latin typeface="+mn-lt"/>
                <a:ea typeface="+mn-ea"/>
                <a:cs typeface="+mn-cs"/>
              </a:rPr>
              <a:t>。</a:t>
            </a:r>
            <a:r>
              <a:rPr lang="en-US" altLang="zh-CN" dirty="0" smtClean="0"/>
              <a:t/>
            </a:r>
            <a:br>
              <a:rPr lang="en-US" altLang="zh-CN" dirty="0" smtClean="0"/>
            </a:br>
            <a:endParaRPr lang="zh-CN" altLang="en-US" dirty="0"/>
          </a:p>
        </p:txBody>
      </p:sp>
      <p:sp>
        <p:nvSpPr>
          <p:cNvPr id="4" name="灯片编号占位符 3"/>
          <p:cNvSpPr>
            <a:spLocks noGrp="1"/>
          </p:cNvSpPr>
          <p:nvPr>
            <p:ph type="sldNum" sz="quarter" idx="10"/>
          </p:nvPr>
        </p:nvSpPr>
        <p:spPr/>
        <p:txBody>
          <a:bodyPr/>
          <a:lstStyle/>
          <a:p>
            <a:fld id="{5DE97619-DBBE-4EF5-8E3C-32126B56E9D5}" type="slidenum">
              <a:rPr lang="zh-HK" altLang="en-US" smtClean="0"/>
              <a:pPr/>
              <a:t>11</a:t>
            </a:fld>
            <a:endParaRPr lang="zh-HK" altLang="en-US"/>
          </a:p>
        </p:txBody>
      </p:sp>
    </p:spTree>
    <p:extLst>
      <p:ext uri="{BB962C8B-B14F-4D97-AF65-F5344CB8AC3E}">
        <p14:creationId xmlns:p14="http://schemas.microsoft.com/office/powerpoint/2010/main" xmlns="" val="35243585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现在，我们得到了</a:t>
            </a:r>
            <a:r>
              <a:rPr lang="en-US" altLang="zh-CN" sz="1200" b="1" dirty="0" smtClean="0"/>
              <a:t>the visual information the contextual information </a:t>
            </a:r>
            <a:r>
              <a:rPr lang="zh-CN" altLang="en-US" sz="1200" b="0" dirty="0" smtClean="0"/>
              <a:t>，那么我们该如何</a:t>
            </a:r>
            <a:r>
              <a:rPr lang="en-US" altLang="zh-CN" sz="1200" b="1" dirty="0" smtClean="0"/>
              <a:t>make full use of the visual information and the contextual information? </a:t>
            </a:r>
            <a:endParaRPr lang="zh-CN" altLang="en-US" dirty="0"/>
          </a:p>
        </p:txBody>
      </p:sp>
      <p:sp>
        <p:nvSpPr>
          <p:cNvPr id="4" name="灯片编号占位符 3"/>
          <p:cNvSpPr>
            <a:spLocks noGrp="1"/>
          </p:cNvSpPr>
          <p:nvPr>
            <p:ph type="sldNum" sz="quarter" idx="10"/>
          </p:nvPr>
        </p:nvSpPr>
        <p:spPr/>
        <p:txBody>
          <a:bodyPr/>
          <a:lstStyle/>
          <a:p>
            <a:fld id="{5DE97619-DBBE-4EF5-8E3C-32126B56E9D5}" type="slidenum">
              <a:rPr lang="zh-HK" altLang="en-US" smtClean="0"/>
              <a:pPr/>
              <a:t>12</a:t>
            </a:fld>
            <a:endParaRPr lang="zh-HK" altLang="en-US"/>
          </a:p>
        </p:txBody>
      </p:sp>
    </p:spTree>
    <p:extLst>
      <p:ext uri="{BB962C8B-B14F-4D97-AF65-F5344CB8AC3E}">
        <p14:creationId xmlns:p14="http://schemas.microsoft.com/office/powerpoint/2010/main" xmlns="" val="35243585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DE97619-DBBE-4EF5-8E3C-32126B56E9D5}" type="slidenum">
              <a:rPr lang="zh-HK" altLang="en-US" smtClean="0"/>
              <a:pPr/>
              <a:t>13</a:t>
            </a:fld>
            <a:endParaRPr lang="zh-HK" altLang="en-US"/>
          </a:p>
        </p:txBody>
      </p:sp>
    </p:spTree>
    <p:extLst>
      <p:ext uri="{BB962C8B-B14F-4D97-AF65-F5344CB8AC3E}">
        <p14:creationId xmlns:p14="http://schemas.microsoft.com/office/powerpoint/2010/main" xmlns="" val="35243585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现在，我们将告诉大家如何得到</a:t>
            </a:r>
            <a:r>
              <a:rPr lang="en-US" altLang="zh-CN" sz="1200" dirty="0" smtClean="0"/>
              <a:t>the visual information and the contextual information </a:t>
            </a:r>
            <a:r>
              <a:rPr lang="zh-CN" altLang="en-US" sz="1200" dirty="0" smtClean="0"/>
              <a:t>的分数。</a:t>
            </a:r>
            <a:endParaRPr lang="zh-CN" altLang="en-US" dirty="0"/>
          </a:p>
        </p:txBody>
      </p:sp>
      <p:sp>
        <p:nvSpPr>
          <p:cNvPr id="4" name="灯片编号占位符 3"/>
          <p:cNvSpPr>
            <a:spLocks noGrp="1"/>
          </p:cNvSpPr>
          <p:nvPr>
            <p:ph type="sldNum" sz="quarter" idx="10"/>
          </p:nvPr>
        </p:nvSpPr>
        <p:spPr/>
        <p:txBody>
          <a:bodyPr/>
          <a:lstStyle/>
          <a:p>
            <a:fld id="{5DE97619-DBBE-4EF5-8E3C-32126B56E9D5}" type="slidenum">
              <a:rPr lang="zh-HK" altLang="en-US" smtClean="0"/>
              <a:pPr/>
              <a:t>14</a:t>
            </a:fld>
            <a:endParaRPr lang="zh-HK" altLang="en-US"/>
          </a:p>
        </p:txBody>
      </p:sp>
    </p:spTree>
    <p:extLst>
      <p:ext uri="{BB962C8B-B14F-4D97-AF65-F5344CB8AC3E}">
        <p14:creationId xmlns:p14="http://schemas.microsoft.com/office/powerpoint/2010/main" xmlns="" val="35243585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smtClean="0"/>
              <a:t>首先我们需要注意到，</a:t>
            </a:r>
            <a:r>
              <a:rPr lang="en-US" altLang="zh-CN" sz="1200" dirty="0" err="1" smtClean="0"/>
              <a:t>gama_t</a:t>
            </a:r>
            <a:r>
              <a:rPr lang="en-US" altLang="zh-CN" sz="1200" dirty="0" smtClean="0"/>
              <a:t> </a:t>
            </a:r>
            <a:r>
              <a:rPr lang="en-US" altLang="zh-CN" sz="1200" b="0" i="0" kern="1200" dirty="0" smtClean="0">
                <a:solidFill>
                  <a:schemeClr val="tx1"/>
                </a:solidFill>
                <a:latin typeface="+mn-lt"/>
                <a:ea typeface="+mn-ea"/>
                <a:cs typeface="+mn-cs"/>
              </a:rPr>
              <a:t>indicates how important the topic attention is compared to the visual attention</a:t>
            </a:r>
            <a:r>
              <a:rPr lang="zh-CN" altLang="en-US" sz="1200" b="0" i="0" kern="1200" dirty="0" smtClean="0">
                <a:solidFill>
                  <a:schemeClr val="tx1"/>
                </a:solidFill>
                <a:latin typeface="+mn-lt"/>
                <a:ea typeface="+mn-ea"/>
                <a:cs typeface="+mn-cs"/>
              </a:rPr>
              <a:t>，所以</a:t>
            </a:r>
            <a:r>
              <a:rPr lang="en-US" altLang="zh-CN" sz="1200" b="0" i="0" kern="1200" dirty="0" smtClean="0">
                <a:solidFill>
                  <a:schemeClr val="tx1"/>
                </a:solidFill>
                <a:latin typeface="+mn-lt"/>
                <a:ea typeface="+mn-ea"/>
                <a:cs typeface="+mn-cs"/>
              </a:rPr>
              <a:t>The scoring function needs to evaluate</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the importance of the topic attention.</a:t>
            </a:r>
            <a:r>
              <a:rPr lang="en-US" altLang="zh-CN" dirty="0" smtClean="0"/>
              <a:t> </a:t>
            </a:r>
            <a:br>
              <a:rPr lang="en-US" altLang="zh-CN" dirty="0" smtClean="0"/>
            </a:br>
            <a:r>
              <a:rPr lang="en-US" altLang="zh-CN" dirty="0" smtClean="0"/>
              <a:t/>
            </a:r>
            <a:br>
              <a:rPr lang="en-US" altLang="zh-CN" dirty="0" smtClean="0"/>
            </a:br>
            <a:endParaRPr lang="zh-CN" altLang="en-US" dirty="0"/>
          </a:p>
        </p:txBody>
      </p:sp>
      <p:sp>
        <p:nvSpPr>
          <p:cNvPr id="4" name="灯片编号占位符 3"/>
          <p:cNvSpPr>
            <a:spLocks noGrp="1"/>
          </p:cNvSpPr>
          <p:nvPr>
            <p:ph type="sldNum" sz="quarter" idx="10"/>
          </p:nvPr>
        </p:nvSpPr>
        <p:spPr/>
        <p:txBody>
          <a:bodyPr/>
          <a:lstStyle/>
          <a:p>
            <a:fld id="{5DE97619-DBBE-4EF5-8E3C-32126B56E9D5}" type="slidenum">
              <a:rPr lang="zh-HK" altLang="en-US" smtClean="0"/>
              <a:pPr/>
              <a:t>15</a:t>
            </a:fld>
            <a:endParaRPr lang="zh-HK" altLang="en-US"/>
          </a:p>
        </p:txBody>
      </p:sp>
    </p:spTree>
    <p:extLst>
      <p:ext uri="{BB962C8B-B14F-4D97-AF65-F5344CB8AC3E}">
        <p14:creationId xmlns:p14="http://schemas.microsoft.com/office/powerpoint/2010/main" xmlns="" val="35243585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现在，我们回顾下</a:t>
            </a:r>
            <a:r>
              <a:rPr lang="en-US" altLang="zh-CN" dirty="0" smtClean="0"/>
              <a:t>Topic</a:t>
            </a:r>
            <a:r>
              <a:rPr lang="en-US" altLang="zh-CN" baseline="0" dirty="0" smtClean="0"/>
              <a:t> Attention</a:t>
            </a:r>
            <a:r>
              <a:rPr lang="zh-CN" altLang="en-US" baseline="0" dirty="0" smtClean="0"/>
              <a:t>中的公式。我们可以发现，方程</a:t>
            </a:r>
            <a:r>
              <a:rPr lang="en-US" altLang="zh-CN" baseline="0" dirty="0" smtClean="0"/>
              <a:t>10</a:t>
            </a:r>
            <a:r>
              <a:rPr lang="zh-CN" altLang="en-US" baseline="0" dirty="0" smtClean="0"/>
              <a:t>和方程</a:t>
            </a:r>
            <a:r>
              <a:rPr lang="en-US" altLang="zh-CN" baseline="0" dirty="0" smtClean="0"/>
              <a:t>11</a:t>
            </a:r>
            <a:r>
              <a:rPr lang="zh-CN" altLang="en-US" baseline="0" dirty="0" smtClean="0"/>
              <a:t>就是评价了</a:t>
            </a:r>
            <a:r>
              <a:rPr lang="en-US" altLang="zh-CN" sz="1200" b="0" i="0" kern="1200" dirty="0" smtClean="0">
                <a:solidFill>
                  <a:schemeClr val="tx1"/>
                </a:solidFill>
                <a:latin typeface="+mn-lt"/>
                <a:ea typeface="+mn-ea"/>
                <a:cs typeface="+mn-cs"/>
              </a:rPr>
              <a:t>the importance of every topic</a:t>
            </a:r>
            <a:r>
              <a:rPr lang="zh-CN" altLang="en-US" sz="1200" b="0" i="0" kern="1200" dirty="0" smtClean="0">
                <a:solidFill>
                  <a:schemeClr val="tx1"/>
                </a:solidFill>
                <a:latin typeface="+mn-lt"/>
                <a:ea typeface="+mn-ea"/>
                <a:cs typeface="+mn-cs"/>
              </a:rPr>
              <a:t>。</a:t>
            </a:r>
            <a:endParaRPr lang="en-US" altLang="zh-CN" sz="1200" b="0" i="0" kern="1200" dirty="0" smtClean="0">
              <a:solidFill>
                <a:schemeClr val="tx1"/>
              </a:solidFill>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5DE97619-DBBE-4EF5-8E3C-32126B56E9D5}" type="slidenum">
              <a:rPr lang="zh-HK" altLang="en-US" smtClean="0"/>
              <a:pPr/>
              <a:t>16</a:t>
            </a:fld>
            <a:endParaRPr lang="zh-HK" altLang="en-US"/>
          </a:p>
        </p:txBody>
      </p:sp>
    </p:spTree>
    <p:extLst>
      <p:ext uri="{BB962C8B-B14F-4D97-AF65-F5344CB8AC3E}">
        <p14:creationId xmlns:p14="http://schemas.microsoft.com/office/powerpoint/2010/main" xmlns="" val="35243585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latin typeface="+mn-lt"/>
                <a:ea typeface="+mn-ea"/>
                <a:cs typeface="+mn-cs"/>
              </a:rPr>
              <a:t>因此，我们类似的定义</a:t>
            </a:r>
            <a:r>
              <a:rPr lang="en-US" altLang="zh-CN" sz="1200" b="0" i="0" kern="1200" dirty="0" smtClean="0">
                <a:solidFill>
                  <a:schemeClr val="tx1"/>
                </a:solidFill>
                <a:latin typeface="+mn-lt"/>
                <a:ea typeface="+mn-ea"/>
                <a:cs typeface="+mn-cs"/>
              </a:rPr>
              <a:t>The scoring function</a:t>
            </a:r>
            <a:r>
              <a:rPr lang="zh-CN" altLang="en-US" sz="1200" b="0" i="0" kern="1200" dirty="0" smtClean="0">
                <a:solidFill>
                  <a:schemeClr val="tx1"/>
                </a:solidFill>
                <a:latin typeface="+mn-lt"/>
                <a:ea typeface="+mn-ea"/>
                <a:cs typeface="+mn-cs"/>
              </a:rPr>
              <a:t>。其中，这里的</a:t>
            </a:r>
            <a:r>
              <a:rPr lang="en-US" altLang="zh-CN" sz="1200" b="1" i="1" kern="1200" dirty="0" err="1" smtClean="0">
                <a:solidFill>
                  <a:schemeClr val="tx1"/>
                </a:solidFill>
                <a:latin typeface="+mn-lt"/>
                <a:ea typeface="+mn-ea"/>
                <a:cs typeface="+mn-cs"/>
              </a:rPr>
              <a:t>W_</a:t>
            </a:r>
            <a:r>
              <a:rPr lang="en-US" altLang="zh-CN" sz="1200" b="0" i="1" kern="1200" dirty="0" err="1" smtClean="0">
                <a:solidFill>
                  <a:schemeClr val="tx1"/>
                </a:solidFill>
                <a:latin typeface="+mn-lt"/>
                <a:ea typeface="+mn-ea"/>
                <a:cs typeface="+mn-cs"/>
              </a:rPr>
              <a:t>Sh</a:t>
            </a:r>
            <a:r>
              <a:rPr lang="en-US" altLang="zh-CN" sz="1200" b="0" i="1" kern="1200" dirty="0" smtClean="0">
                <a:solidFill>
                  <a:schemeClr val="tx1"/>
                </a:solidFill>
                <a:latin typeface="+mn-lt"/>
                <a:ea typeface="+mn-ea"/>
                <a:cs typeface="+mn-cs"/>
              </a:rPr>
              <a:t>; </a:t>
            </a:r>
            <a:r>
              <a:rPr lang="en-US" altLang="zh-CN" sz="1200" b="1" i="1" kern="1200" dirty="0" err="1" smtClean="0">
                <a:solidFill>
                  <a:schemeClr val="tx1"/>
                </a:solidFill>
                <a:latin typeface="+mn-lt"/>
                <a:ea typeface="+mn-ea"/>
                <a:cs typeface="+mn-cs"/>
              </a:rPr>
              <a:t>w_</a:t>
            </a:r>
            <a:r>
              <a:rPr lang="en-US" altLang="zh-CN" sz="1200" b="0" i="1" kern="1200" dirty="0" err="1" smtClean="0">
                <a:solidFill>
                  <a:schemeClr val="tx1"/>
                </a:solidFill>
                <a:latin typeface="+mn-lt"/>
                <a:ea typeface="+mn-ea"/>
                <a:cs typeface="+mn-cs"/>
              </a:rPr>
              <a:t>s</a:t>
            </a:r>
            <a:r>
              <a:rPr lang="en-US" altLang="zh-CN" sz="1200" b="0" i="1" kern="120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share the weights of</a:t>
            </a:r>
            <a:br>
              <a:rPr lang="en-US" altLang="zh-CN" sz="1200" b="0" i="0" kern="1200" dirty="0" smtClean="0">
                <a:solidFill>
                  <a:schemeClr val="tx1"/>
                </a:solidFill>
                <a:latin typeface="+mn-lt"/>
                <a:ea typeface="+mn-ea"/>
                <a:cs typeface="+mn-cs"/>
              </a:rPr>
            </a:br>
            <a:r>
              <a:rPr lang="en-US" altLang="zh-CN" sz="1200" b="1" i="1" kern="1200" dirty="0" err="1" smtClean="0">
                <a:solidFill>
                  <a:schemeClr val="tx1"/>
                </a:solidFill>
                <a:latin typeface="+mn-lt"/>
                <a:ea typeface="+mn-ea"/>
                <a:cs typeface="+mn-cs"/>
              </a:rPr>
              <a:t>W_</a:t>
            </a:r>
            <a:r>
              <a:rPr lang="en-US" altLang="zh-CN" sz="1200" b="0" i="1" kern="1200" dirty="0" err="1" smtClean="0">
                <a:solidFill>
                  <a:schemeClr val="tx1"/>
                </a:solidFill>
                <a:latin typeface="+mn-lt"/>
                <a:ea typeface="+mn-ea"/>
                <a:cs typeface="+mn-cs"/>
              </a:rPr>
              <a:t>Q;h</a:t>
            </a:r>
            <a:r>
              <a:rPr lang="en-US" altLang="zh-CN" sz="1200" b="0" i="1" kern="1200" dirty="0" smtClean="0">
                <a:solidFill>
                  <a:schemeClr val="tx1"/>
                </a:solidFill>
                <a:latin typeface="+mn-lt"/>
                <a:ea typeface="+mn-ea"/>
                <a:cs typeface="+mn-cs"/>
              </a:rPr>
              <a:t>; </a:t>
            </a:r>
            <a:r>
              <a:rPr lang="en-US" altLang="zh-CN" sz="1200" b="1" i="1" kern="1200" dirty="0" err="1" smtClean="0">
                <a:solidFill>
                  <a:schemeClr val="tx1"/>
                </a:solidFill>
                <a:latin typeface="+mn-lt"/>
                <a:ea typeface="+mn-ea"/>
                <a:cs typeface="+mn-cs"/>
              </a:rPr>
              <a:t>w_</a:t>
            </a:r>
            <a:r>
              <a:rPr lang="en-US" altLang="zh-CN" sz="1200" b="0" i="1" kern="1200" dirty="0" err="1" smtClean="0">
                <a:solidFill>
                  <a:schemeClr val="tx1"/>
                </a:solidFill>
                <a:latin typeface="+mn-lt"/>
                <a:ea typeface="+mn-ea"/>
                <a:cs typeface="+mn-cs"/>
              </a:rPr>
              <a:t>β;Q</a:t>
            </a:r>
            <a:r>
              <a:rPr lang="en-US" altLang="zh-CN" sz="1200" b="0" i="1" kern="120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from Eq. (10) and Eq. (11), respectively.</a:t>
            </a:r>
            <a:r>
              <a:rPr lang="en-US" altLang="zh-CN" dirty="0" smtClean="0"/>
              <a:t> </a:t>
            </a:r>
            <a:br>
              <a:rPr lang="en-US" altLang="zh-CN" dirty="0" smtClean="0"/>
            </a:br>
            <a:endParaRPr lang="zh-CN" altLang="en-US" dirty="0"/>
          </a:p>
        </p:txBody>
      </p:sp>
      <p:sp>
        <p:nvSpPr>
          <p:cNvPr id="4" name="灯片编号占位符 3"/>
          <p:cNvSpPr>
            <a:spLocks noGrp="1"/>
          </p:cNvSpPr>
          <p:nvPr>
            <p:ph type="sldNum" sz="quarter" idx="10"/>
          </p:nvPr>
        </p:nvSpPr>
        <p:spPr/>
        <p:txBody>
          <a:bodyPr/>
          <a:lstStyle/>
          <a:p>
            <a:fld id="{5DE97619-DBBE-4EF5-8E3C-32126B56E9D5}" type="slidenum">
              <a:rPr lang="zh-HK" altLang="en-US" smtClean="0"/>
              <a:pPr/>
              <a:t>17</a:t>
            </a:fld>
            <a:endParaRPr lang="zh-HK" altLang="en-US"/>
          </a:p>
        </p:txBody>
      </p:sp>
    </p:spTree>
    <p:extLst>
      <p:ext uri="{BB962C8B-B14F-4D97-AF65-F5344CB8AC3E}">
        <p14:creationId xmlns:p14="http://schemas.microsoft.com/office/powerpoint/2010/main" xmlns="" val="35243585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最后，我们使用该方程得到模型的输出。</a:t>
            </a:r>
            <a:endParaRPr lang="zh-CN" altLang="en-US" dirty="0"/>
          </a:p>
        </p:txBody>
      </p:sp>
      <p:sp>
        <p:nvSpPr>
          <p:cNvPr id="4" name="灯片编号占位符 3"/>
          <p:cNvSpPr>
            <a:spLocks noGrp="1"/>
          </p:cNvSpPr>
          <p:nvPr>
            <p:ph type="sldNum" sz="quarter" idx="10"/>
          </p:nvPr>
        </p:nvSpPr>
        <p:spPr/>
        <p:txBody>
          <a:bodyPr/>
          <a:lstStyle/>
          <a:p>
            <a:fld id="{5DE97619-DBBE-4EF5-8E3C-32126B56E9D5}" type="slidenum">
              <a:rPr lang="zh-HK" altLang="en-US" smtClean="0"/>
              <a:pPr/>
              <a:t>18</a:t>
            </a:fld>
            <a:endParaRPr lang="zh-HK" altLang="en-US"/>
          </a:p>
        </p:txBody>
      </p:sp>
    </p:spTree>
    <p:extLst>
      <p:ext uri="{BB962C8B-B14F-4D97-AF65-F5344CB8AC3E}">
        <p14:creationId xmlns:p14="http://schemas.microsoft.com/office/powerpoint/2010/main" xmlns="" val="35243585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smtClean="0">
                <a:solidFill>
                  <a:schemeClr val="tx1"/>
                </a:solidFill>
                <a:latin typeface="+mn-lt"/>
                <a:ea typeface="+mn-ea"/>
                <a:cs typeface="+mn-cs"/>
              </a:rPr>
              <a:t>We describe the datasets and the metrics used for</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evaluation, followed by the</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evaluation of the proposed approach.</a:t>
            </a:r>
            <a:r>
              <a:rPr lang="en-US" altLang="zh-CN" dirty="0" smtClean="0"/>
              <a:t> </a:t>
            </a:r>
            <a:br>
              <a:rPr lang="en-US" altLang="zh-CN" dirty="0" smtClean="0"/>
            </a:br>
            <a:endParaRPr lang="zh-CN" altLang="en-US" dirty="0"/>
          </a:p>
        </p:txBody>
      </p:sp>
      <p:sp>
        <p:nvSpPr>
          <p:cNvPr id="4" name="灯片编号占位符 3"/>
          <p:cNvSpPr>
            <a:spLocks noGrp="1"/>
          </p:cNvSpPr>
          <p:nvPr>
            <p:ph type="sldNum" sz="quarter" idx="10"/>
          </p:nvPr>
        </p:nvSpPr>
        <p:spPr/>
        <p:txBody>
          <a:bodyPr/>
          <a:lstStyle/>
          <a:p>
            <a:fld id="{472AADCA-B920-4620-B2A2-90ECECF47111}" type="slidenum">
              <a:rPr lang="zh-CN" altLang="en-US" smtClean="0"/>
              <a:pPr/>
              <a:t>19</a:t>
            </a:fld>
            <a:endParaRPr lang="zh-CN" altLang="en-US"/>
          </a:p>
        </p:txBody>
      </p:sp>
    </p:spTree>
    <p:extLst>
      <p:ext uri="{BB962C8B-B14F-4D97-AF65-F5344CB8AC3E}">
        <p14:creationId xmlns="" xmlns:p14="http://schemas.microsoft.com/office/powerpoint/2010/main" val="799042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我们在两个</a:t>
            </a:r>
            <a:r>
              <a:rPr lang="en-US" altLang="zh-CN" sz="1200" b="0" i="0" kern="1200" dirty="0" smtClean="0">
                <a:solidFill>
                  <a:schemeClr val="tx1"/>
                </a:solidFill>
                <a:latin typeface="+mn-lt"/>
                <a:ea typeface="+mn-ea"/>
                <a:cs typeface="+mn-cs"/>
              </a:rPr>
              <a:t>benchmark datasets</a:t>
            </a:r>
            <a:r>
              <a:rPr lang="en-US" altLang="zh-CN" dirty="0" smtClean="0"/>
              <a:t> </a:t>
            </a:r>
            <a:r>
              <a:rPr lang="zh-CN" altLang="en-US" dirty="0" smtClean="0"/>
              <a:t>评估了我们的模型。分别是</a:t>
            </a:r>
            <a:r>
              <a:rPr lang="en-US" altLang="zh-CN" sz="1200" b="1" dirty="0" smtClean="0"/>
              <a:t>Microsoft COCO(MSCOCO) and Flickr30k</a:t>
            </a:r>
            <a:r>
              <a:rPr lang="zh-CN" altLang="en-US" sz="1200" b="1" dirty="0" smtClean="0"/>
              <a:t>。</a:t>
            </a:r>
            <a:endParaRPr lang="en-US" altLang="zh-CN" sz="1200" b="1"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smtClean="0">
                <a:solidFill>
                  <a:schemeClr val="tx1"/>
                </a:solidFill>
                <a:latin typeface="+mn-lt"/>
                <a:ea typeface="+mn-ea"/>
                <a:cs typeface="+mn-cs"/>
              </a:rPr>
              <a:t>We report results using the COCO captioning</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evaluation toolkit (Chen et al., 2015) that reports</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the widely-used automatic evaluation metrics</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SPICE, </a:t>
            </a:r>
            <a:r>
              <a:rPr lang="en-US" altLang="zh-CN" sz="1200" b="0" i="0" kern="1200" dirty="0" err="1" smtClean="0">
                <a:solidFill>
                  <a:schemeClr val="tx1"/>
                </a:solidFill>
                <a:latin typeface="+mn-lt"/>
                <a:ea typeface="+mn-ea"/>
                <a:cs typeface="+mn-cs"/>
              </a:rPr>
              <a:t>CIDEr</a:t>
            </a:r>
            <a:r>
              <a:rPr lang="en-US" altLang="zh-CN" sz="1200" b="0" i="0" kern="1200" dirty="0" smtClean="0">
                <a:solidFill>
                  <a:schemeClr val="tx1"/>
                </a:solidFill>
                <a:latin typeface="+mn-lt"/>
                <a:ea typeface="+mn-ea"/>
                <a:cs typeface="+mn-cs"/>
              </a:rPr>
              <a:t>, BLEU, METEOR, and ROUGE</a:t>
            </a:r>
            <a:r>
              <a:rPr lang="zh-CN" altLang="en-US" sz="1200" b="0" i="0" kern="1200" dirty="0" smtClean="0">
                <a:solidFill>
                  <a:schemeClr val="tx1"/>
                </a:solidFill>
                <a:latin typeface="+mn-lt"/>
                <a:ea typeface="+mn-ea"/>
                <a:cs typeface="+mn-cs"/>
              </a:rPr>
              <a:t>。</a:t>
            </a:r>
            <a:endParaRPr lang="en-US" altLang="zh-CN" sz="1200" b="0" i="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smtClean="0">
                <a:solidFill>
                  <a:schemeClr val="tx1"/>
                </a:solidFill>
                <a:latin typeface="+mn-lt"/>
                <a:ea typeface="+mn-ea"/>
                <a:cs typeface="+mn-cs"/>
              </a:rPr>
              <a:t>另外值得注意的是：</a:t>
            </a:r>
            <a:r>
              <a:rPr lang="en-US" altLang="zh-CN" sz="1200" b="0" i="0" kern="1200" dirty="0" smtClean="0">
                <a:solidFill>
                  <a:schemeClr val="tx1"/>
                </a:solidFill>
                <a:latin typeface="+mn-lt"/>
                <a:ea typeface="+mn-ea"/>
                <a:cs typeface="+mn-cs"/>
              </a:rPr>
              <a:t>In the</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related studies, it is concluded that SPICE correlates the best with human judgments</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with a remarkable margin over the other metrics, and is</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expert in judging detailedness, where the other</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metrics show negative correlations, surprisingly;</a:t>
            </a:r>
            <a:r>
              <a:rPr lang="en-US" altLang="zh-CN" dirty="0" smtClean="0"/>
              <a:t> </a:t>
            </a:r>
            <a:br>
              <a:rPr lang="en-US" altLang="zh-CN" dirty="0" smtClean="0"/>
            </a:br>
            <a:r>
              <a:rPr lang="en-US" altLang="zh-CN" dirty="0" smtClean="0"/>
              <a:t/>
            </a:r>
            <a:br>
              <a:rPr lang="en-US" altLang="zh-CN" dirty="0" smtClean="0"/>
            </a:br>
            <a:r>
              <a:rPr lang="en-US" altLang="zh-CN" dirty="0" smtClean="0"/>
              <a:t/>
            </a:r>
            <a:br>
              <a:rPr lang="en-US" altLang="zh-CN" dirty="0" smtClean="0"/>
            </a:br>
            <a:endParaRPr lang="zh-CN" altLang="en-US" dirty="0"/>
          </a:p>
        </p:txBody>
      </p:sp>
      <p:sp>
        <p:nvSpPr>
          <p:cNvPr id="4" name="灯片编号占位符 3"/>
          <p:cNvSpPr>
            <a:spLocks noGrp="1"/>
          </p:cNvSpPr>
          <p:nvPr>
            <p:ph type="sldNum" sz="quarter" idx="10"/>
          </p:nvPr>
        </p:nvSpPr>
        <p:spPr/>
        <p:txBody>
          <a:bodyPr/>
          <a:lstStyle/>
          <a:p>
            <a:fld id="{5DE97619-DBBE-4EF5-8E3C-32126B56E9D5}" type="slidenum">
              <a:rPr lang="zh-HK" altLang="en-US" smtClean="0"/>
              <a:pPr/>
              <a:t>20</a:t>
            </a:fld>
            <a:endParaRPr lang="zh-HK" altLang="en-US"/>
          </a:p>
        </p:txBody>
      </p:sp>
    </p:spTree>
    <p:extLst>
      <p:ext uri="{BB962C8B-B14F-4D97-AF65-F5344CB8AC3E}">
        <p14:creationId xmlns:p14="http://schemas.microsoft.com/office/powerpoint/2010/main" xmlns="" val="32302035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smtClean="0">
                <a:solidFill>
                  <a:schemeClr val="tx1"/>
                </a:solidFill>
                <a:latin typeface="+mn-lt"/>
                <a:ea typeface="+mn-ea"/>
                <a:cs typeface="+mn-cs"/>
              </a:rPr>
              <a:t>We compare our approach with various representative systems on Flickr30k and COCO, including</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the recently proposed NBT that is the state-of-the art on the two datasets in comparable settings. Table 1 shows the result on Flickr30k. As we can</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see, our model outperforms the comparable systems in terms of all of the metrics except BLEU-4.</a:t>
            </a:r>
            <a:br>
              <a:rPr lang="en-US" altLang="zh-CN" sz="1200" b="0" i="0" kern="1200" dirty="0" smtClean="0">
                <a:solidFill>
                  <a:schemeClr val="tx1"/>
                </a:solidFill>
                <a:latin typeface="+mn-lt"/>
                <a:ea typeface="+mn-ea"/>
                <a:cs typeface="+mn-cs"/>
              </a:rPr>
            </a:br>
            <a:r>
              <a:rPr lang="en-US" altLang="zh-CN" sz="1200" b="0" i="0" kern="1200" dirty="0" smtClean="0">
                <a:solidFill>
                  <a:schemeClr val="tx1"/>
                </a:solidFill>
                <a:latin typeface="+mn-lt"/>
                <a:ea typeface="+mn-ea"/>
                <a:cs typeface="+mn-cs"/>
              </a:rPr>
              <a:t>Moreover, our model overpasses the state-of-the art with a comfortable margin in terms of SPICE,</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which is shown to correlate the best with human</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judgments</a:t>
            </a:r>
            <a:r>
              <a:rPr lang="en-US" altLang="zh-CN" dirty="0" smtClean="0"/>
              <a:t> </a:t>
            </a:r>
            <a:br>
              <a:rPr lang="en-US" altLang="zh-CN" dirty="0" smtClean="0"/>
            </a:br>
            <a:endParaRPr lang="zh-CN" altLang="en-US" dirty="0"/>
          </a:p>
        </p:txBody>
      </p:sp>
      <p:sp>
        <p:nvSpPr>
          <p:cNvPr id="4" name="灯片编号占位符 3"/>
          <p:cNvSpPr>
            <a:spLocks noGrp="1"/>
          </p:cNvSpPr>
          <p:nvPr>
            <p:ph type="sldNum" sz="quarter" idx="10"/>
          </p:nvPr>
        </p:nvSpPr>
        <p:spPr/>
        <p:txBody>
          <a:bodyPr/>
          <a:lstStyle/>
          <a:p>
            <a:fld id="{5DE97619-DBBE-4EF5-8E3C-32126B56E9D5}" type="slidenum">
              <a:rPr lang="zh-HK" altLang="en-US" smtClean="0"/>
              <a:pPr/>
              <a:t>21</a:t>
            </a:fld>
            <a:endParaRPr lang="zh-HK" altLang="en-US"/>
          </a:p>
        </p:txBody>
      </p:sp>
    </p:spTree>
    <p:extLst>
      <p:ext uri="{BB962C8B-B14F-4D97-AF65-F5344CB8AC3E}">
        <p14:creationId xmlns:p14="http://schemas.microsoft.com/office/powerpoint/2010/main" xmlns="" val="40728870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smtClean="0">
                <a:solidFill>
                  <a:schemeClr val="tx1"/>
                </a:solidFill>
                <a:latin typeface="+mn-lt"/>
                <a:ea typeface="+mn-ea"/>
                <a:cs typeface="+mn-cs"/>
              </a:rPr>
              <a:t>Table 2 shows the results on COCO. Among the</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directly comparable models, our model is arguably</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the best and outperforms the existing models except in terms of BLEU-4. Most encouragingly, our</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model is also competitive with Up-Down</a:t>
            </a:r>
            <a:r>
              <a:rPr lang="zh-CN" altLang="en-US" sz="1200" b="0" i="0" kern="1200" dirty="0" smtClean="0">
                <a:solidFill>
                  <a:schemeClr val="tx1"/>
                </a:solidFill>
                <a:latin typeface="+mn-lt"/>
                <a:ea typeface="+mn-ea"/>
                <a:cs typeface="+mn-cs"/>
              </a:rPr>
              <a:t>，</a:t>
            </a:r>
            <a:r>
              <a:rPr lang="en-US" altLang="zh-CN" sz="1200" b="0" i="0" kern="1200" dirty="0" smtClean="0">
                <a:solidFill>
                  <a:schemeClr val="tx1"/>
                </a:solidFill>
                <a:latin typeface="+mn-lt"/>
                <a:ea typeface="+mn-ea"/>
                <a:cs typeface="+mn-cs"/>
              </a:rPr>
              <a:t>which uses much larger dataset,</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Visual Genome</a:t>
            </a:r>
            <a:r>
              <a:rPr lang="zh-CN" altLang="en-US" sz="1200" b="0" i="0" kern="1200" dirty="0" smtClean="0">
                <a:solidFill>
                  <a:schemeClr val="tx1"/>
                </a:solidFill>
                <a:latin typeface="+mn-lt"/>
                <a:ea typeface="+mn-ea"/>
                <a:cs typeface="+mn-cs"/>
              </a:rPr>
              <a:t>，</a:t>
            </a:r>
            <a:r>
              <a:rPr lang="en-US" altLang="zh-CN" sz="1200" b="0" i="0" kern="1200" dirty="0" smtClean="0">
                <a:solidFill>
                  <a:schemeClr val="tx1"/>
                </a:solidFill>
                <a:latin typeface="+mn-lt"/>
                <a:ea typeface="+mn-ea"/>
                <a:cs typeface="+mn-cs"/>
              </a:rPr>
              <a:t>with dense</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annotations to train the object detector, and</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directly optimizes </a:t>
            </a:r>
            <a:r>
              <a:rPr lang="en-US" altLang="zh-CN" sz="1200" b="0" i="0" kern="1200" dirty="0" err="1" smtClean="0">
                <a:solidFill>
                  <a:schemeClr val="tx1"/>
                </a:solidFill>
                <a:latin typeface="+mn-lt"/>
                <a:ea typeface="+mn-ea"/>
                <a:cs typeface="+mn-cs"/>
              </a:rPr>
              <a:t>CIDEr</a:t>
            </a:r>
            <a:r>
              <a:rPr lang="en-US" altLang="zh-CN" sz="1200" b="0" i="0" kern="1200" dirty="0" smtClean="0">
                <a:solidFill>
                  <a:schemeClr val="tx1"/>
                </a:solidFill>
                <a:latin typeface="+mn-lt"/>
                <a:ea typeface="+mn-ea"/>
                <a:cs typeface="+mn-cs"/>
              </a:rPr>
              <a:t>. Especially, our model</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outperforms the state-of-the-art substantially in</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SPICE.</a:t>
            </a:r>
            <a:r>
              <a:rPr lang="en-US" altLang="zh-CN" dirty="0" smtClean="0"/>
              <a:t/>
            </a:r>
            <a:br>
              <a:rPr lang="en-US" altLang="zh-CN" dirty="0" smtClean="0"/>
            </a:br>
            <a:r>
              <a:rPr lang="en-US" altLang="zh-CN" dirty="0" smtClean="0"/>
              <a:t/>
            </a:r>
            <a:br>
              <a:rPr lang="en-US" altLang="zh-CN" dirty="0" smtClean="0"/>
            </a:br>
            <a:r>
              <a:rPr lang="en-US" altLang="zh-CN" dirty="0" smtClean="0"/>
              <a:t> </a:t>
            </a:r>
            <a:br>
              <a:rPr lang="en-US" altLang="zh-CN" dirty="0" smtClean="0"/>
            </a:br>
            <a:endParaRPr lang="zh-CN" altLang="en-US" dirty="0"/>
          </a:p>
        </p:txBody>
      </p:sp>
      <p:sp>
        <p:nvSpPr>
          <p:cNvPr id="4" name="灯片编号占位符 3"/>
          <p:cNvSpPr>
            <a:spLocks noGrp="1"/>
          </p:cNvSpPr>
          <p:nvPr>
            <p:ph type="sldNum" sz="quarter" idx="10"/>
          </p:nvPr>
        </p:nvSpPr>
        <p:spPr/>
        <p:txBody>
          <a:bodyPr/>
          <a:lstStyle/>
          <a:p>
            <a:fld id="{5DE97619-DBBE-4EF5-8E3C-32126B56E9D5}" type="slidenum">
              <a:rPr lang="zh-HK" altLang="en-US" smtClean="0"/>
              <a:pPr/>
              <a:t>22</a:t>
            </a:fld>
            <a:endParaRPr lang="zh-HK" altLang="en-US"/>
          </a:p>
        </p:txBody>
      </p:sp>
    </p:spTree>
    <p:extLst>
      <p:ext uri="{BB962C8B-B14F-4D97-AF65-F5344CB8AC3E}">
        <p14:creationId xmlns:p14="http://schemas.microsoft.com/office/powerpoint/2010/main" xmlns="" val="40728870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这是我们的模型在</a:t>
            </a:r>
            <a:r>
              <a:rPr lang="en-US" altLang="zh-CN" dirty="0" smtClean="0"/>
              <a:t>coco</a:t>
            </a:r>
            <a:r>
              <a:rPr lang="en-US" altLang="zh-CN" baseline="0" dirty="0" smtClean="0"/>
              <a:t> server</a:t>
            </a:r>
            <a:r>
              <a:rPr lang="zh-CN" altLang="en-US" baseline="0" dirty="0" smtClean="0"/>
              <a:t>上的表现。不幸的是，</a:t>
            </a:r>
            <a:r>
              <a:rPr lang="en-US" altLang="zh-CN" sz="1200" b="0" i="0" kern="1200" dirty="0" smtClean="0">
                <a:solidFill>
                  <a:schemeClr val="tx1"/>
                </a:solidFill>
                <a:latin typeface="+mn-lt"/>
                <a:ea typeface="+mn-ea"/>
                <a:cs typeface="+mn-cs"/>
              </a:rPr>
              <a:t>the online</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COCO evaluation server</a:t>
            </a:r>
            <a:r>
              <a:rPr lang="en-US" altLang="zh-CN" dirty="0" smtClean="0"/>
              <a:t> missing SPICE</a:t>
            </a:r>
            <a:r>
              <a:rPr lang="zh-CN" altLang="en-US" dirty="0" smtClean="0"/>
              <a:t>，另外</a:t>
            </a:r>
            <a:r>
              <a:rPr lang="zh-CN" altLang="en-US" baseline="0" dirty="0" smtClean="0"/>
              <a:t>，</a:t>
            </a:r>
            <a:r>
              <a:rPr lang="en-US" altLang="zh-CN" sz="1200" b="0" i="0" kern="1200" dirty="0" smtClean="0">
                <a:solidFill>
                  <a:schemeClr val="tx1"/>
                </a:solidFill>
                <a:latin typeface="+mn-lt"/>
                <a:ea typeface="+mn-ea"/>
                <a:cs typeface="+mn-cs"/>
              </a:rPr>
              <a:t>Our submission does not directly optimize</a:t>
            </a:r>
            <a:r>
              <a:rPr lang="en-US" altLang="zh-CN" sz="1200" b="0" i="0" kern="1200" baseline="0" dirty="0" smtClean="0">
                <a:solidFill>
                  <a:schemeClr val="tx1"/>
                </a:solidFill>
                <a:latin typeface="+mn-lt"/>
                <a:ea typeface="+mn-ea"/>
                <a:cs typeface="+mn-cs"/>
              </a:rPr>
              <a:t> </a:t>
            </a:r>
            <a:r>
              <a:rPr lang="en-US" altLang="zh-CN" sz="1200" b="0" i="0" kern="1200" dirty="0" err="1" smtClean="0">
                <a:solidFill>
                  <a:schemeClr val="tx1"/>
                </a:solidFill>
                <a:latin typeface="+mn-lt"/>
                <a:ea typeface="+mn-ea"/>
                <a:cs typeface="+mn-cs"/>
              </a:rPr>
              <a:t>CIDEr</a:t>
            </a:r>
            <a:r>
              <a:rPr lang="en-US" altLang="zh-CN" sz="1200" b="0" i="0" kern="1200" dirty="0" smtClean="0">
                <a:solidFill>
                  <a:schemeClr val="tx1"/>
                </a:solidFill>
                <a:latin typeface="+mn-lt"/>
                <a:ea typeface="+mn-ea"/>
                <a:cs typeface="+mn-cs"/>
              </a:rPr>
              <a:t>, use model ensemble, or use extra training</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data. The three techniques typically result in orthogonal improvements</a:t>
            </a:r>
            <a:r>
              <a:rPr lang="en-US" altLang="zh-CN" dirty="0" smtClean="0"/>
              <a:t> </a:t>
            </a:r>
            <a:r>
              <a:rPr lang="zh-CN" altLang="en-US" dirty="0" smtClean="0"/>
              <a:t>。</a:t>
            </a:r>
            <a:r>
              <a:rPr lang="en-US" altLang="zh-CN" sz="1200" b="0" i="0" kern="1200" dirty="0" smtClean="0">
                <a:solidFill>
                  <a:schemeClr val="tx1"/>
                </a:solidFill>
                <a:latin typeface="+mn-lt"/>
                <a:ea typeface="+mn-ea"/>
                <a:cs typeface="+mn-cs"/>
              </a:rPr>
              <a:t>Nonetheless,</a:t>
            </a:r>
            <a:r>
              <a:rPr lang="en-US" altLang="zh-CN" dirty="0" smtClean="0"/>
              <a:t> </a:t>
            </a:r>
            <a:r>
              <a:rPr lang="en-US" altLang="zh-CN" sz="1200" b="0" i="0" kern="1200" dirty="0" smtClean="0">
                <a:solidFill>
                  <a:schemeClr val="tx1"/>
                </a:solidFill>
                <a:latin typeface="+mn-lt"/>
                <a:ea typeface="+mn-ea"/>
                <a:cs typeface="+mn-cs"/>
              </a:rPr>
              <a:t>our model is second only to Up-Down and surpasses almost all the</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other models in published work, especially when</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40 references are considered.</a:t>
            </a:r>
            <a:r>
              <a:rPr lang="en-US" altLang="zh-CN" dirty="0" smtClean="0"/>
              <a:t> </a:t>
            </a:r>
            <a:br>
              <a:rPr lang="en-US" altLang="zh-CN" dirty="0" smtClean="0"/>
            </a:br>
            <a:r>
              <a:rPr lang="en-US" altLang="zh-CN" dirty="0" smtClean="0"/>
              <a:t/>
            </a:r>
            <a:br>
              <a:rPr lang="en-US" altLang="zh-CN" dirty="0" smtClean="0"/>
            </a:br>
            <a:endParaRPr lang="zh-CN" altLang="en-US" dirty="0"/>
          </a:p>
        </p:txBody>
      </p:sp>
      <p:sp>
        <p:nvSpPr>
          <p:cNvPr id="4" name="灯片编号占位符 3"/>
          <p:cNvSpPr>
            <a:spLocks noGrp="1"/>
          </p:cNvSpPr>
          <p:nvPr>
            <p:ph type="sldNum" sz="quarter" idx="10"/>
          </p:nvPr>
        </p:nvSpPr>
        <p:spPr/>
        <p:txBody>
          <a:bodyPr/>
          <a:lstStyle/>
          <a:p>
            <a:fld id="{5DE97619-DBBE-4EF5-8E3C-32126B56E9D5}" type="slidenum">
              <a:rPr lang="zh-HK" altLang="en-US" smtClean="0"/>
              <a:pPr/>
              <a:t>23</a:t>
            </a:fld>
            <a:endParaRPr lang="zh-HK" altLang="en-US"/>
          </a:p>
        </p:txBody>
      </p:sp>
    </p:spTree>
    <p:extLst>
      <p:ext uri="{BB962C8B-B14F-4D97-AF65-F5344CB8AC3E}">
        <p14:creationId xmlns:p14="http://schemas.microsoft.com/office/powerpoint/2010/main" xmlns="" val="40728870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smtClean="0">
                <a:solidFill>
                  <a:schemeClr val="tx1"/>
                </a:solidFill>
                <a:latin typeface="+mn-lt"/>
                <a:ea typeface="+mn-ea"/>
                <a:cs typeface="+mn-cs"/>
              </a:rPr>
              <a:t>In this section, we analyze the contribution of each</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component in the proposed</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approach, and give examples to show the strength and the potential improvements of</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the model. The analysis is conducted on the test set of COCO.</a:t>
            </a:r>
            <a:r>
              <a:rPr lang="en-US" altLang="zh-CN" dirty="0" smtClean="0"/>
              <a:t> </a:t>
            </a:r>
            <a:br>
              <a:rPr lang="en-US" altLang="zh-CN" dirty="0" smtClean="0"/>
            </a:br>
            <a:endParaRPr lang="zh-CN" altLang="en-US" dirty="0"/>
          </a:p>
        </p:txBody>
      </p:sp>
      <p:sp>
        <p:nvSpPr>
          <p:cNvPr id="4" name="灯片编号占位符 3"/>
          <p:cNvSpPr>
            <a:spLocks noGrp="1"/>
          </p:cNvSpPr>
          <p:nvPr>
            <p:ph type="sldNum" sz="quarter" idx="10"/>
          </p:nvPr>
        </p:nvSpPr>
        <p:spPr/>
        <p:txBody>
          <a:bodyPr/>
          <a:lstStyle/>
          <a:p>
            <a:fld id="{472AADCA-B920-4620-B2A2-90ECECF47111}" type="slidenum">
              <a:rPr lang="zh-CN" altLang="en-US" smtClean="0"/>
              <a:pPr/>
              <a:t>24</a:t>
            </a:fld>
            <a:endParaRPr lang="zh-CN" altLang="en-US"/>
          </a:p>
        </p:txBody>
      </p:sp>
    </p:spTree>
    <p:extLst>
      <p:ext uri="{BB962C8B-B14F-4D97-AF65-F5344CB8AC3E}">
        <p14:creationId xmlns="" xmlns:p14="http://schemas.microsoft.com/office/powerpoint/2010/main" val="307863366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smtClean="0">
                <a:solidFill>
                  <a:schemeClr val="tx1"/>
                </a:solidFill>
                <a:latin typeface="+mn-lt"/>
                <a:ea typeface="+mn-ea"/>
                <a:cs typeface="+mn-cs"/>
              </a:rPr>
              <a:t>The motivation of using objects as topics is that they are easier to identify</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so that the generation suffers less from erroneous</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predictions. This can be proved by the F-score of</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the identified topics in the test set, which is shown</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in Table 4.</a:t>
            </a:r>
            <a:r>
              <a:rPr lang="en-US" altLang="zh-CN" dirty="0" smtClean="0"/>
              <a:t> </a:t>
            </a:r>
          </a:p>
          <a:p>
            <a:r>
              <a:rPr lang="en-US" altLang="zh-CN" dirty="0" smtClean="0"/>
              <a:t/>
            </a:r>
            <a:br>
              <a:rPr lang="en-US" altLang="zh-CN" dirty="0" smtClean="0"/>
            </a:br>
            <a:r>
              <a:rPr lang="en-US" altLang="zh-CN" sz="1200" b="0" i="0" kern="1200" dirty="0" smtClean="0">
                <a:solidFill>
                  <a:schemeClr val="tx1"/>
                </a:solidFill>
                <a:latin typeface="+mn-lt"/>
                <a:ea typeface="+mn-ea"/>
                <a:cs typeface="+mn-cs"/>
              </a:rPr>
              <a:t>However, even when top-20 all</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words are used, the performance is still far behind</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using only top-5 object words and seems to reach</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the performance ceiling. It proves</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that for semantic attention, it is also important to limit the absolute number of</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incorrect visual words instead of</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merely the precision or the recall.</a:t>
            </a:r>
            <a:r>
              <a:rPr lang="en-US" altLang="zh-CN" dirty="0" smtClean="0"/>
              <a:t> </a:t>
            </a:r>
            <a:br>
              <a:rPr lang="en-US" altLang="zh-CN" dirty="0" smtClean="0"/>
            </a:br>
            <a:endParaRPr lang="en-US" altLang="zh-CN" dirty="0" smtClean="0"/>
          </a:p>
          <a:p>
            <a:r>
              <a:rPr lang="en-US" altLang="zh-CN" sz="1200" b="0" i="0" kern="1200" dirty="0" smtClean="0">
                <a:solidFill>
                  <a:schemeClr val="tx1"/>
                </a:solidFill>
                <a:latin typeface="+mn-lt"/>
                <a:ea typeface="+mn-ea"/>
                <a:cs typeface="+mn-cs"/>
              </a:rPr>
              <a:t>It is also interesting to check whether using other kind of words</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can reach the same effect. Unfortunately, in our</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experiments, only using verbs or adjectives as semantic concepts works poorly</a:t>
            </a:r>
            <a:r>
              <a:rPr lang="en-US" altLang="zh-CN" dirty="0" smtClean="0"/>
              <a:t> </a:t>
            </a:r>
            <a:br>
              <a:rPr lang="en-US" altLang="zh-CN" dirty="0" smtClean="0"/>
            </a:br>
            <a:endParaRPr lang="zh-CN" altLang="en-US" dirty="0"/>
          </a:p>
        </p:txBody>
      </p:sp>
      <p:sp>
        <p:nvSpPr>
          <p:cNvPr id="4" name="灯片编号占位符 3"/>
          <p:cNvSpPr>
            <a:spLocks noGrp="1"/>
          </p:cNvSpPr>
          <p:nvPr>
            <p:ph type="sldNum" sz="quarter" idx="10"/>
          </p:nvPr>
        </p:nvSpPr>
        <p:spPr/>
        <p:txBody>
          <a:bodyPr/>
          <a:lstStyle/>
          <a:p>
            <a:fld id="{5DE97619-DBBE-4EF5-8E3C-32126B56E9D5}" type="slidenum">
              <a:rPr lang="zh-HK" altLang="en-US" smtClean="0"/>
              <a:pPr/>
              <a:t>25</a:t>
            </a:fld>
            <a:endParaRPr lang="zh-HK" altLang="en-US"/>
          </a:p>
        </p:txBody>
      </p:sp>
    </p:spTree>
    <p:extLst>
      <p:ext uri="{BB962C8B-B14F-4D97-AF65-F5344CB8AC3E}">
        <p14:creationId xmlns:p14="http://schemas.microsoft.com/office/powerpoint/2010/main" xmlns="" val="33003145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smtClean="0">
                <a:solidFill>
                  <a:schemeClr val="tx1"/>
                </a:solidFill>
                <a:latin typeface="+mn-lt"/>
                <a:ea typeface="+mn-ea"/>
                <a:cs typeface="+mn-cs"/>
              </a:rPr>
              <a:t>To examine the contributions of the </a:t>
            </a:r>
            <a:r>
              <a:rPr lang="en-US" altLang="zh-CN" sz="1200" b="0" i="0" kern="1200" dirty="0" err="1" smtClean="0">
                <a:solidFill>
                  <a:schemeClr val="tx1"/>
                </a:solidFill>
                <a:latin typeface="+mn-lt"/>
                <a:ea typeface="+mn-ea"/>
                <a:cs typeface="+mn-cs"/>
              </a:rPr>
              <a:t>submodules</a:t>
            </a:r>
            <a:r>
              <a:rPr lang="en-US" altLang="zh-CN" sz="1200" b="0" i="0" kern="1200" dirty="0" smtClean="0">
                <a:solidFill>
                  <a:schemeClr val="tx1"/>
                </a:solidFill>
                <a:latin typeface="+mn-lt"/>
                <a:ea typeface="+mn-ea"/>
                <a:cs typeface="+mn-cs"/>
              </a:rPr>
              <a:t> in our model, we conduct a series of</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experiments. The results are summarized in Table 3.</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To help with the understanding of the differences,</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we also report the breakdown of SPICE F-scores.</a:t>
            </a:r>
            <a:r>
              <a:rPr lang="en-US" altLang="zh-CN" dirty="0" smtClean="0"/>
              <a:t> </a:t>
            </a:r>
            <a:br>
              <a:rPr lang="en-US" altLang="zh-CN" dirty="0" smtClean="0"/>
            </a:br>
            <a:endParaRPr lang="zh-CN" altLang="en-US" dirty="0"/>
          </a:p>
        </p:txBody>
      </p:sp>
      <p:sp>
        <p:nvSpPr>
          <p:cNvPr id="4" name="灯片编号占位符 3"/>
          <p:cNvSpPr>
            <a:spLocks noGrp="1"/>
          </p:cNvSpPr>
          <p:nvPr>
            <p:ph type="sldNum" sz="quarter" idx="10"/>
          </p:nvPr>
        </p:nvSpPr>
        <p:spPr/>
        <p:txBody>
          <a:bodyPr/>
          <a:lstStyle/>
          <a:p>
            <a:fld id="{5DE97619-DBBE-4EF5-8E3C-32126B56E9D5}" type="slidenum">
              <a:rPr lang="zh-HK" altLang="en-US" smtClean="0"/>
              <a:pPr/>
              <a:t>26</a:t>
            </a:fld>
            <a:endParaRPr lang="zh-HK" altLang="en-US"/>
          </a:p>
        </p:txBody>
      </p:sp>
    </p:spTree>
    <p:extLst>
      <p:ext uri="{BB962C8B-B14F-4D97-AF65-F5344CB8AC3E}">
        <p14:creationId xmlns:p14="http://schemas.microsoft.com/office/powerpoint/2010/main" xmlns="" val="330031453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从这个表中，我们可以得知</a:t>
            </a:r>
            <a:r>
              <a:rPr lang="en-US" altLang="zh-CN" sz="1200" b="0" i="0" kern="1200" dirty="0" smtClean="0">
                <a:solidFill>
                  <a:schemeClr val="tx1"/>
                </a:solidFill>
                <a:latin typeface="+mn-lt"/>
                <a:ea typeface="+mn-ea"/>
                <a:cs typeface="+mn-cs"/>
              </a:rPr>
              <a:t>Using only the output attention</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is much more effective than using only the input attention, with substantial improvements in all</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metrics, showing</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the impact of information gap</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caused by delayed input in attention. </a:t>
            </a:r>
            <a:endParaRPr lang="zh-CN" altLang="en-US" dirty="0"/>
          </a:p>
        </p:txBody>
      </p:sp>
      <p:sp>
        <p:nvSpPr>
          <p:cNvPr id="4" name="灯片编号占位符 3"/>
          <p:cNvSpPr>
            <a:spLocks noGrp="1"/>
          </p:cNvSpPr>
          <p:nvPr>
            <p:ph type="sldNum" sz="quarter" idx="10"/>
          </p:nvPr>
        </p:nvSpPr>
        <p:spPr/>
        <p:txBody>
          <a:bodyPr/>
          <a:lstStyle/>
          <a:p>
            <a:fld id="{5DE97619-DBBE-4EF5-8E3C-32126B56E9D5}" type="slidenum">
              <a:rPr lang="zh-HK" altLang="en-US" smtClean="0"/>
              <a:pPr/>
              <a:t>27</a:t>
            </a:fld>
            <a:endParaRPr lang="zh-HK" altLang="en-US"/>
          </a:p>
        </p:txBody>
      </p:sp>
    </p:spTree>
    <p:extLst>
      <p:ext uri="{BB962C8B-B14F-4D97-AF65-F5344CB8AC3E}">
        <p14:creationId xmlns:p14="http://schemas.microsoft.com/office/powerpoint/2010/main" xmlns="" val="330031453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latin typeface="+mn-lt"/>
                <a:ea typeface="+mn-ea"/>
                <a:cs typeface="+mn-cs"/>
              </a:rPr>
              <a:t>进一步的可以得知，</a:t>
            </a:r>
            <a:r>
              <a:rPr lang="en-US" altLang="zh-CN" sz="1200" b="0" i="0" kern="1200" dirty="0" smtClean="0">
                <a:solidFill>
                  <a:schemeClr val="tx1"/>
                </a:solidFill>
                <a:latin typeface="+mn-lt"/>
                <a:ea typeface="+mn-ea"/>
                <a:cs typeface="+mn-cs"/>
              </a:rPr>
              <a:t>Combining</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the</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input attention and the output attention can further improve the results, especially</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in color and</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size descriptions</a:t>
            </a:r>
            <a:r>
              <a:rPr lang="en-US" altLang="zh-CN" dirty="0" smtClean="0"/>
              <a:t> </a:t>
            </a:r>
            <a:br>
              <a:rPr lang="en-US" altLang="zh-CN" dirty="0" smtClean="0"/>
            </a:br>
            <a:endParaRPr lang="zh-CN" altLang="en-US" dirty="0"/>
          </a:p>
        </p:txBody>
      </p:sp>
      <p:sp>
        <p:nvSpPr>
          <p:cNvPr id="4" name="灯片编号占位符 3"/>
          <p:cNvSpPr>
            <a:spLocks noGrp="1"/>
          </p:cNvSpPr>
          <p:nvPr>
            <p:ph type="sldNum" sz="quarter" idx="10"/>
          </p:nvPr>
        </p:nvSpPr>
        <p:spPr/>
        <p:txBody>
          <a:bodyPr/>
          <a:lstStyle/>
          <a:p>
            <a:fld id="{5DE97619-DBBE-4EF5-8E3C-32126B56E9D5}" type="slidenum">
              <a:rPr lang="zh-HK" altLang="en-US" smtClean="0"/>
              <a:pPr/>
              <a:t>28</a:t>
            </a:fld>
            <a:endParaRPr lang="zh-HK" altLang="en-US"/>
          </a:p>
        </p:txBody>
      </p:sp>
    </p:spTree>
    <p:extLst>
      <p:ext uri="{BB962C8B-B14F-4D97-AF65-F5344CB8AC3E}">
        <p14:creationId xmlns:p14="http://schemas.microsoft.com/office/powerpoint/2010/main" xmlns="" val="330031453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smtClean="0">
                <a:solidFill>
                  <a:schemeClr val="tx1"/>
                </a:solidFill>
                <a:latin typeface="+mn-lt"/>
                <a:ea typeface="+mn-ea"/>
                <a:cs typeface="+mn-cs"/>
              </a:rPr>
              <a:t>As expected, compared with</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visual attention, the topic attention is better at</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identifying objects but worse at identifying attributes. </a:t>
            </a:r>
            <a:r>
              <a:rPr lang="en-US" altLang="zh-CN" dirty="0" smtClean="0"/>
              <a:t/>
            </a:r>
            <a:br>
              <a:rPr lang="en-US" altLang="zh-CN" dirty="0" smtClean="0"/>
            </a:br>
            <a:endParaRPr lang="zh-CN" altLang="en-US" dirty="0"/>
          </a:p>
        </p:txBody>
      </p:sp>
      <p:sp>
        <p:nvSpPr>
          <p:cNvPr id="4" name="灯片编号占位符 3"/>
          <p:cNvSpPr>
            <a:spLocks noGrp="1"/>
          </p:cNvSpPr>
          <p:nvPr>
            <p:ph type="sldNum" sz="quarter" idx="10"/>
          </p:nvPr>
        </p:nvSpPr>
        <p:spPr/>
        <p:txBody>
          <a:bodyPr/>
          <a:lstStyle/>
          <a:p>
            <a:fld id="{5DE97619-DBBE-4EF5-8E3C-32126B56E9D5}" type="slidenum">
              <a:rPr lang="zh-HK" altLang="en-US" smtClean="0"/>
              <a:pPr/>
              <a:t>29</a:t>
            </a:fld>
            <a:endParaRPr lang="zh-HK" altLang="en-US"/>
          </a:p>
        </p:txBody>
      </p:sp>
    </p:spTree>
    <p:extLst>
      <p:ext uri="{BB962C8B-B14F-4D97-AF65-F5344CB8AC3E}">
        <p14:creationId xmlns:p14="http://schemas.microsoft.com/office/powerpoint/2010/main" xmlns="" val="330031453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smtClean="0">
                <a:solidFill>
                  <a:schemeClr val="tx1"/>
                </a:solidFill>
                <a:latin typeface="+mn-lt"/>
                <a:ea typeface="+mn-ea"/>
                <a:cs typeface="+mn-cs"/>
              </a:rPr>
              <a:t>We also apply the merging gate to the</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topic attention, but it now merges </a:t>
            </a:r>
            <a:r>
              <a:rPr lang="en-US" altLang="zh-CN" sz="1200" b="1" i="1" kern="1200" dirty="0" smtClean="0">
                <a:solidFill>
                  <a:schemeClr val="tx1"/>
                </a:solidFill>
                <a:latin typeface="+mn-lt"/>
                <a:ea typeface="+mn-ea"/>
                <a:cs typeface="+mn-cs"/>
              </a:rPr>
              <a:t>topic</a:t>
            </a:r>
            <a:r>
              <a:rPr lang="en-US" altLang="zh-CN" sz="1200" b="1" i="1" kern="1200" baseline="0" dirty="0" smtClean="0">
                <a:solidFill>
                  <a:schemeClr val="tx1"/>
                </a:solidFill>
                <a:latin typeface="+mn-lt"/>
                <a:ea typeface="+mn-ea"/>
                <a:cs typeface="+mn-cs"/>
              </a:rPr>
              <a:t> information</a:t>
            </a:r>
            <a:r>
              <a:rPr lang="en-US" altLang="zh-CN" sz="1200" b="1" i="1" kern="120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and </a:t>
            </a:r>
            <a:r>
              <a:rPr lang="en-US" altLang="zh-CN" sz="1200" b="1" i="1" kern="1200" dirty="0" smtClean="0">
                <a:solidFill>
                  <a:schemeClr val="tx1"/>
                </a:solidFill>
                <a:latin typeface="+mn-lt"/>
                <a:ea typeface="+mn-ea"/>
                <a:cs typeface="+mn-cs"/>
              </a:rPr>
              <a:t>hidden state.</a:t>
            </a:r>
            <a:r>
              <a:rPr lang="en-US" altLang="zh-CN" sz="1200" b="1" i="1"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With the merging gate, the</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model can balance the information in caption text</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and extracted topics, resulting in better overall</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scores.</a:t>
            </a:r>
            <a:r>
              <a:rPr lang="en-US" altLang="zh-CN" dirty="0" smtClean="0"/>
              <a:t> </a:t>
            </a:r>
            <a:endParaRPr lang="zh-CN" altLang="en-US" dirty="0"/>
          </a:p>
        </p:txBody>
      </p:sp>
      <p:sp>
        <p:nvSpPr>
          <p:cNvPr id="4" name="灯片编号占位符 3"/>
          <p:cNvSpPr>
            <a:spLocks noGrp="1"/>
          </p:cNvSpPr>
          <p:nvPr>
            <p:ph type="sldNum" sz="quarter" idx="10"/>
          </p:nvPr>
        </p:nvSpPr>
        <p:spPr/>
        <p:txBody>
          <a:bodyPr/>
          <a:lstStyle/>
          <a:p>
            <a:fld id="{5DE97619-DBBE-4EF5-8E3C-32126B56E9D5}" type="slidenum">
              <a:rPr lang="zh-HK" altLang="en-US" smtClean="0"/>
              <a:pPr/>
              <a:t>30</a:t>
            </a:fld>
            <a:endParaRPr lang="zh-HK" altLang="en-US"/>
          </a:p>
        </p:txBody>
      </p:sp>
    </p:spTree>
    <p:extLst>
      <p:ext uri="{BB962C8B-B14F-4D97-AF65-F5344CB8AC3E}">
        <p14:creationId xmlns:p14="http://schemas.microsoft.com/office/powerpoint/2010/main" xmlns="" val="330031453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smtClean="0">
                <a:solidFill>
                  <a:schemeClr val="tx1"/>
                </a:solidFill>
                <a:latin typeface="+mn-lt"/>
                <a:ea typeface="+mn-ea"/>
                <a:cs typeface="+mn-cs"/>
              </a:rPr>
              <a:t>Combing the visual attention and</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the topic attention directly indeed results in a huge</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boost in performance, which confirms our motivation.</a:t>
            </a:r>
            <a:r>
              <a:rPr lang="en-US" altLang="zh-CN" dirty="0" smtClean="0"/>
              <a:t> </a:t>
            </a:r>
            <a:br>
              <a:rPr lang="en-US" altLang="zh-CN" dirty="0" smtClean="0"/>
            </a:br>
            <a:endParaRPr lang="zh-CN" altLang="en-US" dirty="0"/>
          </a:p>
        </p:txBody>
      </p:sp>
      <p:sp>
        <p:nvSpPr>
          <p:cNvPr id="4" name="灯片编号占位符 3"/>
          <p:cNvSpPr>
            <a:spLocks noGrp="1"/>
          </p:cNvSpPr>
          <p:nvPr>
            <p:ph type="sldNum" sz="quarter" idx="10"/>
          </p:nvPr>
        </p:nvSpPr>
        <p:spPr/>
        <p:txBody>
          <a:bodyPr/>
          <a:lstStyle/>
          <a:p>
            <a:fld id="{5DE97619-DBBE-4EF5-8E3C-32126B56E9D5}" type="slidenum">
              <a:rPr lang="zh-HK" altLang="en-US" smtClean="0"/>
              <a:pPr/>
              <a:t>31</a:t>
            </a:fld>
            <a:endParaRPr lang="zh-HK" altLang="en-US"/>
          </a:p>
        </p:txBody>
      </p:sp>
    </p:spTree>
    <p:extLst>
      <p:ext uri="{BB962C8B-B14F-4D97-AF65-F5344CB8AC3E}">
        <p14:creationId xmlns:p14="http://schemas.microsoft.com/office/powerpoint/2010/main" xmlns="" val="330031453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smtClean="0">
                <a:solidFill>
                  <a:schemeClr val="tx1"/>
                </a:solidFill>
                <a:latin typeface="+mn-lt"/>
                <a:ea typeface="+mn-ea"/>
                <a:cs typeface="+mn-cs"/>
              </a:rPr>
              <a:t>However, directly combining them also</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causes lower scores in attributes, color, count, and</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size, showing that the advantages are not fully</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made use of. The most dramatic improvements</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come from applying the merging gate to the combined attention, showing that the proposed balance</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mechanism can adaptively combine the two kinds</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of</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information and is essential to the overall performance.</a:t>
            </a:r>
            <a:r>
              <a:rPr lang="en-US" altLang="zh-CN" dirty="0" smtClean="0"/>
              <a:t> </a:t>
            </a:r>
            <a:br>
              <a:rPr lang="en-US" altLang="zh-CN" dirty="0" smtClean="0"/>
            </a:br>
            <a:endParaRPr lang="zh-CN" altLang="en-US" dirty="0"/>
          </a:p>
        </p:txBody>
      </p:sp>
      <p:sp>
        <p:nvSpPr>
          <p:cNvPr id="4" name="灯片编号占位符 3"/>
          <p:cNvSpPr>
            <a:spLocks noGrp="1"/>
          </p:cNvSpPr>
          <p:nvPr>
            <p:ph type="sldNum" sz="quarter" idx="10"/>
          </p:nvPr>
        </p:nvSpPr>
        <p:spPr/>
        <p:txBody>
          <a:bodyPr/>
          <a:lstStyle/>
          <a:p>
            <a:fld id="{5DE97619-DBBE-4EF5-8E3C-32126B56E9D5}" type="slidenum">
              <a:rPr lang="zh-HK" altLang="en-US" smtClean="0"/>
              <a:pPr/>
              <a:t>32</a:t>
            </a:fld>
            <a:endParaRPr lang="zh-HK" altLang="en-US"/>
          </a:p>
        </p:txBody>
      </p:sp>
    </p:spTree>
    <p:extLst>
      <p:ext uri="{BB962C8B-B14F-4D97-AF65-F5344CB8AC3E}">
        <p14:creationId xmlns:p14="http://schemas.microsoft.com/office/powerpoint/2010/main" xmlns="" val="330031453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smtClean="0">
                <a:solidFill>
                  <a:schemeClr val="tx1"/>
                </a:solidFill>
                <a:latin typeface="+mn-lt"/>
                <a:ea typeface="+mn-ea"/>
                <a:cs typeface="+mn-cs"/>
              </a:rPr>
              <a:t>The average merging gate value summarized in Figure 4 suggests the same</a:t>
            </a:r>
            <a:r>
              <a:rPr lang="en-US" altLang="zh-CN" dirty="0" smtClean="0"/>
              <a:t> </a:t>
            </a:r>
          </a:p>
          <a:p>
            <a:r>
              <a:rPr lang="zh-CN" altLang="en-US" dirty="0" smtClean="0"/>
              <a:t>从这个图片中，我们可以看到</a:t>
            </a:r>
            <a:r>
              <a:rPr lang="en-US" altLang="zh-CN" sz="1200" b="0" i="0" kern="1200" dirty="0" smtClean="0">
                <a:solidFill>
                  <a:schemeClr val="tx1"/>
                </a:solidFill>
                <a:latin typeface="+mn-lt"/>
                <a:ea typeface="+mn-ea"/>
                <a:cs typeface="+mn-cs"/>
              </a:rPr>
              <a:t>object words dominate the high value range, while</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attribute and relation</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words are assigned lower values, indicating the merging gate learns to efficiently</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combine the information.</a:t>
            </a:r>
            <a:r>
              <a:rPr lang="en-US" altLang="zh-CN" dirty="0" smtClean="0"/>
              <a:t> </a:t>
            </a:r>
            <a:br>
              <a:rPr lang="en-US" altLang="zh-CN" dirty="0" smtClean="0"/>
            </a:br>
            <a:r>
              <a:rPr lang="en-US" altLang="zh-CN" dirty="0" smtClean="0"/>
              <a:t/>
            </a:r>
            <a:br>
              <a:rPr lang="en-US" altLang="zh-CN" dirty="0" smtClean="0"/>
            </a:br>
            <a:endParaRPr lang="zh-CN" altLang="en-US" dirty="0"/>
          </a:p>
        </p:txBody>
      </p:sp>
      <p:sp>
        <p:nvSpPr>
          <p:cNvPr id="4" name="灯片编号占位符 3"/>
          <p:cNvSpPr>
            <a:spLocks noGrp="1"/>
          </p:cNvSpPr>
          <p:nvPr>
            <p:ph type="sldNum" sz="quarter" idx="10"/>
          </p:nvPr>
        </p:nvSpPr>
        <p:spPr/>
        <p:txBody>
          <a:bodyPr/>
          <a:lstStyle/>
          <a:p>
            <a:fld id="{5DE97619-DBBE-4EF5-8E3C-32126B56E9D5}" type="slidenum">
              <a:rPr lang="zh-HK" altLang="en-US" smtClean="0"/>
              <a:pPr/>
              <a:t>33</a:t>
            </a:fld>
            <a:endParaRPr lang="zh-HK" altLang="en-US"/>
          </a:p>
        </p:txBody>
      </p:sp>
    </p:spTree>
    <p:extLst>
      <p:ext uri="{BB962C8B-B14F-4D97-AF65-F5344CB8AC3E}">
        <p14:creationId xmlns:p14="http://schemas.microsoft.com/office/powerpoint/2010/main" xmlns="" val="330031453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latin typeface="+mn-lt"/>
                <a:ea typeface="+mn-ea"/>
                <a:cs typeface="+mn-cs"/>
              </a:rPr>
              <a:t>我们给出了一个例子对我们的模型进行可视化。从</a:t>
            </a:r>
            <a:r>
              <a:rPr lang="en-US" altLang="zh-CN" sz="1200" b="0" i="0" kern="1200" dirty="0" smtClean="0">
                <a:solidFill>
                  <a:schemeClr val="tx1"/>
                </a:solidFill>
                <a:latin typeface="+mn-lt"/>
                <a:ea typeface="+mn-ea"/>
                <a:cs typeface="+mn-cs"/>
              </a:rPr>
              <a:t>Figure 6 </a:t>
            </a:r>
            <a:r>
              <a:rPr lang="zh-CN" altLang="en-US" sz="1200" b="0" i="0" kern="1200" dirty="0" smtClean="0">
                <a:solidFill>
                  <a:schemeClr val="tx1"/>
                </a:solidFill>
                <a:latin typeface="+mn-lt"/>
                <a:ea typeface="+mn-ea"/>
                <a:cs typeface="+mn-cs"/>
              </a:rPr>
              <a:t>中可以看到</a:t>
            </a:r>
            <a:r>
              <a:rPr lang="en-US" altLang="zh-CN" sz="1200" b="0" i="0" kern="1200" dirty="0" smtClean="0">
                <a:solidFill>
                  <a:schemeClr val="tx1"/>
                </a:solidFill>
                <a:latin typeface="+mn-lt"/>
                <a:ea typeface="+mn-ea"/>
                <a:cs typeface="+mn-cs"/>
              </a:rPr>
              <a:t>the topic attention is active when generating a</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phrase containing</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the related topic. </a:t>
            </a:r>
          </a:p>
          <a:p>
            <a:r>
              <a:rPr lang="en-US" altLang="zh-CN" dirty="0" smtClean="0"/>
              <a:t/>
            </a:r>
            <a:br>
              <a:rPr lang="en-US" altLang="zh-CN" dirty="0" smtClean="0"/>
            </a:br>
            <a:endParaRPr lang="zh-CN" altLang="en-US" dirty="0"/>
          </a:p>
        </p:txBody>
      </p:sp>
      <p:sp>
        <p:nvSpPr>
          <p:cNvPr id="4" name="灯片编号占位符 3"/>
          <p:cNvSpPr>
            <a:spLocks noGrp="1"/>
          </p:cNvSpPr>
          <p:nvPr>
            <p:ph type="sldNum" sz="quarter" idx="10"/>
          </p:nvPr>
        </p:nvSpPr>
        <p:spPr/>
        <p:txBody>
          <a:bodyPr/>
          <a:lstStyle/>
          <a:p>
            <a:fld id="{5DE97619-DBBE-4EF5-8E3C-32126B56E9D5}" type="slidenum">
              <a:rPr lang="zh-HK" altLang="en-US" smtClean="0"/>
              <a:pPr/>
              <a:t>34</a:t>
            </a:fld>
            <a:endParaRPr lang="zh-HK" altLang="en-US"/>
          </a:p>
        </p:txBody>
      </p:sp>
    </p:spTree>
    <p:extLst>
      <p:ext uri="{BB962C8B-B14F-4D97-AF65-F5344CB8AC3E}">
        <p14:creationId xmlns:p14="http://schemas.microsoft.com/office/powerpoint/2010/main" xmlns="" val="330031453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smtClean="0">
                <a:solidFill>
                  <a:schemeClr val="tx1"/>
                </a:solidFill>
                <a:latin typeface="+mn-lt"/>
                <a:ea typeface="+mn-ea"/>
                <a:cs typeface="+mn-cs"/>
              </a:rPr>
              <a:t>Besides</a:t>
            </a:r>
            <a:r>
              <a:rPr lang="zh-CN" altLang="en-US" sz="1200" b="0" i="0" kern="120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we find the merging gate learns</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to overcome the erroneous topics, as shown in the</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example. When generating </a:t>
            </a:r>
            <a:r>
              <a:rPr lang="en-US" altLang="zh-CN" sz="1200" b="0" i="1" kern="1200" dirty="0" smtClean="0">
                <a:solidFill>
                  <a:schemeClr val="tx1"/>
                </a:solidFill>
                <a:latin typeface="+mn-lt"/>
                <a:ea typeface="+mn-ea"/>
                <a:cs typeface="+mn-cs"/>
              </a:rPr>
              <a:t>chair</a:t>
            </a:r>
            <a:r>
              <a:rPr lang="en-US" altLang="zh-CN" sz="1200" b="0" i="0" kern="1200" dirty="0" smtClean="0">
                <a:solidFill>
                  <a:schemeClr val="tx1"/>
                </a:solidFill>
                <a:latin typeface="+mn-lt"/>
                <a:ea typeface="+mn-ea"/>
                <a:cs typeface="+mn-cs"/>
              </a:rPr>
              <a:t>, the topic</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attention is focused on a wrong object </a:t>
            </a:r>
            <a:r>
              <a:rPr lang="en-US" altLang="zh-CN" sz="1200" b="0" i="1" kern="1200" dirty="0" smtClean="0">
                <a:solidFill>
                  <a:schemeClr val="tx1"/>
                </a:solidFill>
                <a:latin typeface="+mn-lt"/>
                <a:ea typeface="+mn-ea"/>
                <a:cs typeface="+mn-cs"/>
              </a:rPr>
              <a:t>bed</a:t>
            </a:r>
            <a:r>
              <a:rPr lang="en-US" altLang="zh-CN" sz="1200" b="0" i="0" kern="1200" dirty="0" smtClean="0">
                <a:solidFill>
                  <a:schemeClr val="tx1"/>
                </a:solidFill>
                <a:latin typeface="+mn-lt"/>
                <a:ea typeface="+mn-ea"/>
                <a:cs typeface="+mn-cs"/>
              </a:rPr>
              <a:t>, while</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the visual attention attends correctly to the chair,</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and especially the output attention attends to the</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armrest. The merging gate effectively remedies</a:t>
            </a:r>
            <a:r>
              <a:rPr lang="en-US" altLang="zh-CN" dirty="0" smtClean="0"/>
              <a:t> </a:t>
            </a:r>
            <a:r>
              <a:rPr lang="en-US" altLang="zh-CN" sz="1200" b="0" i="0" kern="1200" dirty="0" smtClean="0">
                <a:solidFill>
                  <a:schemeClr val="tx1"/>
                </a:solidFill>
                <a:latin typeface="+mn-lt"/>
                <a:ea typeface="+mn-ea"/>
                <a:cs typeface="+mn-cs"/>
              </a:rPr>
              <a:t>the</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misleading information from the topic attention and outputs a lower weight, resulting</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in the</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model correctly generating the word </a:t>
            </a:r>
            <a:r>
              <a:rPr lang="en-US" altLang="zh-CN" sz="1200" b="0" i="1" kern="1200" dirty="0" smtClean="0">
                <a:solidFill>
                  <a:schemeClr val="tx1"/>
                </a:solidFill>
                <a:latin typeface="+mn-lt"/>
                <a:ea typeface="+mn-ea"/>
                <a:cs typeface="+mn-cs"/>
              </a:rPr>
              <a:t>chair</a:t>
            </a:r>
            <a:r>
              <a:rPr lang="en-US" altLang="zh-CN" sz="1200" b="0" i="0" kern="1200" dirty="0" smtClean="0">
                <a:solidFill>
                  <a:schemeClr val="tx1"/>
                </a:solidFill>
                <a:latin typeface="+mn-lt"/>
                <a:ea typeface="+mn-ea"/>
                <a:cs typeface="+mn-cs"/>
              </a:rPr>
              <a:t>.</a:t>
            </a:r>
            <a:r>
              <a:rPr lang="en-US" altLang="zh-CN" dirty="0" smtClean="0"/>
              <a:t> </a:t>
            </a:r>
            <a:br>
              <a:rPr lang="en-US" altLang="zh-CN" dirty="0" smtClean="0"/>
            </a:br>
            <a:r>
              <a:rPr lang="en-US" altLang="zh-CN" dirty="0" smtClean="0"/>
              <a:t/>
            </a:r>
            <a:br>
              <a:rPr lang="en-US" altLang="zh-CN" dirty="0" smtClean="0"/>
            </a:br>
            <a:endParaRPr lang="zh-CN" altLang="en-US" dirty="0"/>
          </a:p>
        </p:txBody>
      </p:sp>
      <p:sp>
        <p:nvSpPr>
          <p:cNvPr id="4" name="灯片编号占位符 3"/>
          <p:cNvSpPr>
            <a:spLocks noGrp="1"/>
          </p:cNvSpPr>
          <p:nvPr>
            <p:ph type="sldNum" sz="quarter" idx="10"/>
          </p:nvPr>
        </p:nvSpPr>
        <p:spPr/>
        <p:txBody>
          <a:bodyPr/>
          <a:lstStyle/>
          <a:p>
            <a:fld id="{5DE97619-DBBE-4EF5-8E3C-32126B56E9D5}" type="slidenum">
              <a:rPr lang="zh-HK" altLang="en-US" smtClean="0"/>
              <a:pPr/>
              <a:t>35</a:t>
            </a:fld>
            <a:endParaRPr lang="zh-HK" altLang="en-US"/>
          </a:p>
        </p:txBody>
      </p:sp>
    </p:spTree>
    <p:extLst>
      <p:ext uri="{BB962C8B-B14F-4D97-AF65-F5344CB8AC3E}">
        <p14:creationId xmlns:p14="http://schemas.microsoft.com/office/powerpoint/2010/main" xmlns="" val="330031453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smtClean="0">
                <a:solidFill>
                  <a:schemeClr val="tx1"/>
                </a:solidFill>
                <a:latin typeface="+mn-lt"/>
                <a:ea typeface="+mn-ea"/>
                <a:cs typeface="+mn-cs"/>
              </a:rPr>
              <a:t>We give some examples in the left plot of Figure 5 to illustrate the differences</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between the models more intuitively. From the examples, it is clear</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that</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Visual attention is good at portraying the relations but is less specific</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in objects. Topic attention includes</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more objects but lacks details, such as material, color, and number. the proposed</a:t>
            </a:r>
            <a:r>
              <a:rPr lang="en-US" altLang="zh-CN" sz="1200" b="0" i="0" kern="1200" baseline="0" dirty="0" smtClean="0">
                <a:solidFill>
                  <a:schemeClr val="tx1"/>
                </a:solidFill>
                <a:latin typeface="+mn-lt"/>
                <a:ea typeface="+mn-ea"/>
                <a:cs typeface="+mn-cs"/>
              </a:rPr>
              <a:t> </a:t>
            </a:r>
            <a:r>
              <a:rPr lang="en-US" altLang="zh-CN" sz="1200" b="0" i="0" kern="1200" dirty="0" err="1" smtClean="0">
                <a:solidFill>
                  <a:schemeClr val="tx1"/>
                </a:solidFill>
                <a:latin typeface="+mn-lt"/>
                <a:ea typeface="+mn-ea"/>
                <a:cs typeface="+mn-cs"/>
              </a:rPr>
              <a:t>simNet</a:t>
            </a:r>
            <a:r>
              <a:rPr lang="en-US" altLang="zh-CN" sz="1200" b="0" i="0" kern="1200" dirty="0" smtClean="0">
                <a:solidFill>
                  <a:schemeClr val="tx1"/>
                </a:solidFill>
                <a:latin typeface="+mn-lt"/>
                <a:ea typeface="+mn-ea"/>
                <a:cs typeface="+mn-cs"/>
              </a:rPr>
              <a:t> generates the best captions in that more objects are described and many</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informative and detailed attributes are included,</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such as the quantity and the color</a:t>
            </a:r>
            <a:r>
              <a:rPr lang="zh-CN" altLang="en-US" sz="1200" b="0" i="0" kern="1200" dirty="0" smtClean="0">
                <a:solidFill>
                  <a:schemeClr val="tx1"/>
                </a:solidFill>
                <a:latin typeface="+mn-lt"/>
                <a:ea typeface="+mn-ea"/>
                <a:cs typeface="+mn-cs"/>
              </a:rPr>
              <a:t>。</a:t>
            </a:r>
            <a:r>
              <a:rPr lang="en-US" altLang="zh-CN" dirty="0" smtClean="0"/>
              <a:t/>
            </a:r>
            <a:br>
              <a:rPr lang="en-US" altLang="zh-CN" dirty="0" smtClean="0"/>
            </a:br>
            <a:r>
              <a:rPr lang="en-US" altLang="zh-CN" dirty="0" smtClean="0"/>
              <a:t/>
            </a:r>
            <a:br>
              <a:rPr lang="en-US" altLang="zh-CN" dirty="0" smtClean="0"/>
            </a:br>
            <a:endParaRPr lang="zh-CN" altLang="en-US" dirty="0"/>
          </a:p>
        </p:txBody>
      </p:sp>
      <p:sp>
        <p:nvSpPr>
          <p:cNvPr id="4" name="灯片编号占位符 3"/>
          <p:cNvSpPr>
            <a:spLocks noGrp="1"/>
          </p:cNvSpPr>
          <p:nvPr>
            <p:ph type="sldNum" sz="quarter" idx="10"/>
          </p:nvPr>
        </p:nvSpPr>
        <p:spPr/>
        <p:txBody>
          <a:bodyPr/>
          <a:lstStyle/>
          <a:p>
            <a:fld id="{5DE97619-DBBE-4EF5-8E3C-32126B56E9D5}" type="slidenum">
              <a:rPr lang="zh-HK" altLang="en-US" smtClean="0"/>
              <a:pPr/>
              <a:t>36</a:t>
            </a:fld>
            <a:endParaRPr lang="zh-HK" altLang="en-US"/>
          </a:p>
        </p:txBody>
      </p:sp>
    </p:spTree>
    <p:extLst>
      <p:ext uri="{BB962C8B-B14F-4D97-AF65-F5344CB8AC3E}">
        <p14:creationId xmlns:p14="http://schemas.microsoft.com/office/powerpoint/2010/main" xmlns="" val="330031453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smtClean="0">
                <a:solidFill>
                  <a:schemeClr val="tx1"/>
                </a:solidFill>
                <a:latin typeface="+mn-lt"/>
                <a:ea typeface="+mn-ea"/>
                <a:cs typeface="+mn-cs"/>
              </a:rPr>
              <a:t>We also conduct error analysis using</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the proposed model on the test set.</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We find  that there are mainly three types</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of errors, i.e. distance, movement ,and object ,with 9 other errors.</a:t>
            </a:r>
            <a:r>
              <a:rPr lang="en-US" altLang="zh-CN" dirty="0" smtClean="0"/>
              <a:t> </a:t>
            </a:r>
            <a:br>
              <a:rPr lang="en-US" altLang="zh-CN" dirty="0" smtClean="0"/>
            </a:br>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fld id="{5DE97619-DBBE-4EF5-8E3C-32126B56E9D5}" type="slidenum">
              <a:rPr lang="zh-HK" altLang="en-US" smtClean="0"/>
              <a:pPr/>
              <a:t>37</a:t>
            </a:fld>
            <a:endParaRPr lang="zh-HK" altLang="en-US"/>
          </a:p>
        </p:txBody>
      </p:sp>
    </p:spTree>
    <p:extLst>
      <p:ext uri="{BB962C8B-B14F-4D97-AF65-F5344CB8AC3E}">
        <p14:creationId xmlns:p14="http://schemas.microsoft.com/office/powerpoint/2010/main" xmlns="" val="330031453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smtClean="0">
                <a:solidFill>
                  <a:schemeClr val="tx1"/>
                </a:solidFill>
                <a:latin typeface="+mn-lt"/>
                <a:ea typeface="+mn-ea"/>
                <a:cs typeface="+mn-cs"/>
              </a:rPr>
              <a:t>Distance error takes place when there is a</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lot of objects and the model cannot grasp</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the foreground and the background relationship. Movement error means that the model</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fails to describe</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whether the objects are moving. Those two kinds</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of errors are hard</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to eliminate, as they are fundamental problems of computer vision waiting to be</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resolved. Object error happens when there are incorrect extracted topics, and the</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merging gate regards the topic as grounded in the image.</a:t>
            </a:r>
            <a:r>
              <a:rPr lang="en-US" altLang="zh-CN" dirty="0" smtClean="0"/>
              <a:t> </a:t>
            </a:r>
            <a:r>
              <a:rPr lang="en-US" altLang="zh-CN" baseline="0" dirty="0" smtClean="0"/>
              <a:t> </a:t>
            </a:r>
            <a:endParaRPr lang="zh-CN" altLang="en-US" dirty="0"/>
          </a:p>
        </p:txBody>
      </p:sp>
      <p:sp>
        <p:nvSpPr>
          <p:cNvPr id="4" name="灯片编号占位符 3"/>
          <p:cNvSpPr>
            <a:spLocks noGrp="1"/>
          </p:cNvSpPr>
          <p:nvPr>
            <p:ph type="sldNum" sz="quarter" idx="10"/>
          </p:nvPr>
        </p:nvSpPr>
        <p:spPr/>
        <p:txBody>
          <a:bodyPr/>
          <a:lstStyle/>
          <a:p>
            <a:fld id="{5DE97619-DBBE-4EF5-8E3C-32126B56E9D5}" type="slidenum">
              <a:rPr lang="zh-HK" altLang="en-US" smtClean="0"/>
              <a:pPr/>
              <a:t>38</a:t>
            </a:fld>
            <a:endParaRPr lang="zh-HK" altLang="en-US"/>
          </a:p>
        </p:txBody>
      </p:sp>
    </p:spTree>
    <p:extLst>
      <p:ext uri="{BB962C8B-B14F-4D97-AF65-F5344CB8AC3E}">
        <p14:creationId xmlns:p14="http://schemas.microsoft.com/office/powerpoint/2010/main" xmlns="" val="330031453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DE97619-DBBE-4EF5-8E3C-32126B56E9D5}" type="slidenum">
              <a:rPr lang="zh-HK" altLang="en-US" smtClean="0"/>
              <a:pPr/>
              <a:t>39</a:t>
            </a:fld>
            <a:endParaRPr lang="zh-HK" altLang="en-US"/>
          </a:p>
        </p:txBody>
      </p:sp>
    </p:spTree>
    <p:extLst>
      <p:ext uri="{BB962C8B-B14F-4D97-AF65-F5344CB8AC3E}">
        <p14:creationId xmlns:p14="http://schemas.microsoft.com/office/powerpoint/2010/main" xmlns="" val="155512660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DE97619-DBBE-4EF5-8E3C-32126B56E9D5}" type="slidenum">
              <a:rPr lang="zh-HK" altLang="en-US" smtClean="0"/>
              <a:pPr/>
              <a:t>40</a:t>
            </a:fld>
            <a:endParaRPr lang="zh-HK" altLang="en-US"/>
          </a:p>
        </p:txBody>
      </p:sp>
    </p:spTree>
    <p:extLst>
      <p:ext uri="{BB962C8B-B14F-4D97-AF65-F5344CB8AC3E}">
        <p14:creationId xmlns:p14="http://schemas.microsoft.com/office/powerpoint/2010/main" xmlns="" val="155512660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DE97619-DBBE-4EF5-8E3C-32126B56E9D5}" type="slidenum">
              <a:rPr lang="zh-HK" altLang="en-US" smtClean="0"/>
              <a:pPr/>
              <a:t>41</a:t>
            </a:fld>
            <a:endParaRPr lang="zh-HK" altLang="en-US"/>
          </a:p>
        </p:txBody>
      </p:sp>
    </p:spTree>
    <p:extLst>
      <p:ext uri="{BB962C8B-B14F-4D97-AF65-F5344CB8AC3E}">
        <p14:creationId xmlns:p14="http://schemas.microsoft.com/office/powerpoint/2010/main" xmlns="" val="155512660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5DE97619-DBBE-4EF5-8E3C-32126B56E9D5}" type="slidenum">
              <a:rPr lang="zh-HK" altLang="en-US" smtClean="0"/>
              <a:pPr/>
              <a:t>42</a:t>
            </a:fld>
            <a:endParaRPr lang="zh-HK" altLang="en-US"/>
          </a:p>
        </p:txBody>
      </p:sp>
    </p:spTree>
    <p:extLst>
      <p:ext uri="{BB962C8B-B14F-4D97-AF65-F5344CB8AC3E}">
        <p14:creationId xmlns:p14="http://schemas.microsoft.com/office/powerpoint/2010/main" xmlns="" val="751456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A6626555-BDEE-49A9-8798-158D9680208B}" type="datetime1">
              <a:rPr lang="zh-HK" altLang="en-US" smtClean="0"/>
              <a:pPr/>
              <a:t>26/10/2018</a:t>
            </a:fld>
            <a:endParaRPr lang="zh-HK" altLang="en-US"/>
          </a:p>
        </p:txBody>
      </p:sp>
      <p:sp>
        <p:nvSpPr>
          <p:cNvPr id="5" name="Footer Placeholder 4"/>
          <p:cNvSpPr>
            <a:spLocks noGrp="1"/>
          </p:cNvSpPr>
          <p:nvPr>
            <p:ph type="ftr" sz="quarter" idx="11"/>
          </p:nvPr>
        </p:nvSpPr>
        <p:spPr/>
        <p:txBody>
          <a:bodyPr/>
          <a:lstStyle/>
          <a:p>
            <a:endParaRPr lang="zh-HK" altLang="en-US"/>
          </a:p>
        </p:txBody>
      </p:sp>
      <p:sp>
        <p:nvSpPr>
          <p:cNvPr id="6" name="Slide Number Placeholder 5"/>
          <p:cNvSpPr>
            <a:spLocks noGrp="1"/>
          </p:cNvSpPr>
          <p:nvPr>
            <p:ph type="sldNum" sz="quarter" idx="12"/>
          </p:nvPr>
        </p:nvSpPr>
        <p:spPr/>
        <p:txBody>
          <a:bodyPr/>
          <a:lstStyle/>
          <a:p>
            <a:fld id="{8592E714-8771-4256-B120-A1444CD7D5F3}" type="slidenum">
              <a:rPr lang="zh-HK" altLang="en-US" smtClean="0"/>
              <a:pPr/>
              <a:t>‹#›</a:t>
            </a:fld>
            <a:endParaRPr lang="zh-HK" altLang="en-US"/>
          </a:p>
        </p:txBody>
      </p:sp>
    </p:spTree>
    <p:extLst>
      <p:ext uri="{BB962C8B-B14F-4D97-AF65-F5344CB8AC3E}">
        <p14:creationId xmlns:p14="http://schemas.microsoft.com/office/powerpoint/2010/main" xmlns="" val="1746169166"/>
      </p:ext>
    </p:extLst>
  </p:cSld>
  <p:clrMapOvr>
    <a:masterClrMapping/>
  </p:clrMapOvr>
  <p:transition>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6B2F0185-33E3-424B-B8B2-CEA347F4F9B1}" type="datetime1">
              <a:rPr lang="zh-HK" altLang="en-US" smtClean="0"/>
              <a:pPr/>
              <a:t>26/10/2018</a:t>
            </a:fld>
            <a:endParaRPr lang="zh-HK" altLang="en-US"/>
          </a:p>
        </p:txBody>
      </p:sp>
      <p:sp>
        <p:nvSpPr>
          <p:cNvPr id="5" name="Footer Placeholder 4"/>
          <p:cNvSpPr>
            <a:spLocks noGrp="1"/>
          </p:cNvSpPr>
          <p:nvPr>
            <p:ph type="ftr" sz="quarter" idx="11"/>
          </p:nvPr>
        </p:nvSpPr>
        <p:spPr/>
        <p:txBody>
          <a:bodyPr/>
          <a:lstStyle/>
          <a:p>
            <a:endParaRPr lang="zh-HK" altLang="en-US"/>
          </a:p>
        </p:txBody>
      </p:sp>
      <p:sp>
        <p:nvSpPr>
          <p:cNvPr id="6" name="Slide Number Placeholder 5"/>
          <p:cNvSpPr>
            <a:spLocks noGrp="1"/>
          </p:cNvSpPr>
          <p:nvPr>
            <p:ph type="sldNum" sz="quarter" idx="12"/>
          </p:nvPr>
        </p:nvSpPr>
        <p:spPr/>
        <p:txBody>
          <a:bodyPr/>
          <a:lstStyle/>
          <a:p>
            <a:fld id="{8592E714-8771-4256-B120-A1444CD7D5F3}" type="slidenum">
              <a:rPr lang="zh-HK" altLang="en-US" smtClean="0"/>
              <a:pPr/>
              <a:t>‹#›</a:t>
            </a:fld>
            <a:endParaRPr lang="zh-HK" altLang="en-US"/>
          </a:p>
        </p:txBody>
      </p:sp>
    </p:spTree>
    <p:extLst>
      <p:ext uri="{BB962C8B-B14F-4D97-AF65-F5344CB8AC3E}">
        <p14:creationId xmlns:p14="http://schemas.microsoft.com/office/powerpoint/2010/main" xmlns="" val="1816102403"/>
      </p:ext>
    </p:extLst>
  </p:cSld>
  <p:clrMapOvr>
    <a:masterClrMapping/>
  </p:clrMapOvr>
  <p:transition>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CFB62966-05EB-4F74-9D3F-7668BC93FC2F}" type="datetime1">
              <a:rPr lang="zh-HK" altLang="en-US" smtClean="0"/>
              <a:pPr/>
              <a:t>26/10/2018</a:t>
            </a:fld>
            <a:endParaRPr lang="zh-HK" altLang="en-US"/>
          </a:p>
        </p:txBody>
      </p:sp>
      <p:sp>
        <p:nvSpPr>
          <p:cNvPr id="5" name="Footer Placeholder 4"/>
          <p:cNvSpPr>
            <a:spLocks noGrp="1"/>
          </p:cNvSpPr>
          <p:nvPr>
            <p:ph type="ftr" sz="quarter" idx="11"/>
          </p:nvPr>
        </p:nvSpPr>
        <p:spPr/>
        <p:txBody>
          <a:bodyPr/>
          <a:lstStyle/>
          <a:p>
            <a:endParaRPr lang="zh-HK" altLang="en-US"/>
          </a:p>
        </p:txBody>
      </p:sp>
      <p:sp>
        <p:nvSpPr>
          <p:cNvPr id="6" name="Slide Number Placeholder 5"/>
          <p:cNvSpPr>
            <a:spLocks noGrp="1"/>
          </p:cNvSpPr>
          <p:nvPr>
            <p:ph type="sldNum" sz="quarter" idx="12"/>
          </p:nvPr>
        </p:nvSpPr>
        <p:spPr/>
        <p:txBody>
          <a:bodyPr/>
          <a:lstStyle/>
          <a:p>
            <a:fld id="{8592E714-8771-4256-B120-A1444CD7D5F3}" type="slidenum">
              <a:rPr lang="zh-HK" altLang="en-US" smtClean="0"/>
              <a:pPr/>
              <a:t>‹#›</a:t>
            </a:fld>
            <a:endParaRPr lang="zh-HK" altLang="en-US"/>
          </a:p>
        </p:txBody>
      </p:sp>
    </p:spTree>
    <p:extLst>
      <p:ext uri="{BB962C8B-B14F-4D97-AF65-F5344CB8AC3E}">
        <p14:creationId xmlns:p14="http://schemas.microsoft.com/office/powerpoint/2010/main" xmlns="" val="2085468789"/>
      </p:ext>
    </p:extLst>
  </p:cSld>
  <p:clrMapOvr>
    <a:masterClrMapping/>
  </p:clrMapOvr>
  <p:transition>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3A1B6CEF-8976-472D-AB92-C2F3FBAD14B7}" type="datetime1">
              <a:rPr lang="zh-HK" altLang="en-US" smtClean="0"/>
              <a:pPr/>
              <a:t>26/10/2018</a:t>
            </a:fld>
            <a:endParaRPr lang="zh-HK" altLang="en-US"/>
          </a:p>
        </p:txBody>
      </p:sp>
      <p:sp>
        <p:nvSpPr>
          <p:cNvPr id="6" name="Footer Placeholder 5"/>
          <p:cNvSpPr>
            <a:spLocks noGrp="1"/>
          </p:cNvSpPr>
          <p:nvPr>
            <p:ph type="ftr" sz="quarter" idx="11"/>
          </p:nvPr>
        </p:nvSpPr>
        <p:spPr/>
        <p:txBody>
          <a:bodyPr/>
          <a:lstStyle/>
          <a:p>
            <a:endParaRPr lang="zh-HK" altLang="en-US"/>
          </a:p>
        </p:txBody>
      </p:sp>
      <p:sp>
        <p:nvSpPr>
          <p:cNvPr id="7" name="Slide Number Placeholder 6"/>
          <p:cNvSpPr>
            <a:spLocks noGrp="1"/>
          </p:cNvSpPr>
          <p:nvPr>
            <p:ph type="sldNum" sz="quarter" idx="12"/>
          </p:nvPr>
        </p:nvSpPr>
        <p:spPr/>
        <p:txBody>
          <a:bodyPr/>
          <a:lstStyle/>
          <a:p>
            <a:fld id="{8592E714-8771-4256-B120-A1444CD7D5F3}" type="slidenum">
              <a:rPr lang="zh-HK" altLang="en-US" smtClean="0"/>
              <a:pPr/>
              <a:t>‹#›</a:t>
            </a:fld>
            <a:endParaRPr lang="zh-HK" altLang="en-US"/>
          </a:p>
        </p:txBody>
      </p:sp>
    </p:spTree>
    <p:extLst>
      <p:ext uri="{BB962C8B-B14F-4D97-AF65-F5344CB8AC3E}">
        <p14:creationId xmlns:p14="http://schemas.microsoft.com/office/powerpoint/2010/main" xmlns="" val="2515366658"/>
      </p:ext>
    </p:extLst>
  </p:cSld>
  <p:clrMapOvr>
    <a:masterClrMapping/>
  </p:clrMapOvr>
  <p:transition>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C1727A63-6DCD-4B71-94B2-2AC438AD4F9F}" type="datetime1">
              <a:rPr lang="zh-HK" altLang="en-US" smtClean="0"/>
              <a:pPr/>
              <a:t>26/10/2018</a:t>
            </a:fld>
            <a:endParaRPr lang="zh-HK" altLang="en-US"/>
          </a:p>
        </p:txBody>
      </p:sp>
      <p:sp>
        <p:nvSpPr>
          <p:cNvPr id="8" name="Footer Placeholder 7"/>
          <p:cNvSpPr>
            <a:spLocks noGrp="1"/>
          </p:cNvSpPr>
          <p:nvPr>
            <p:ph type="ftr" sz="quarter" idx="11"/>
          </p:nvPr>
        </p:nvSpPr>
        <p:spPr/>
        <p:txBody>
          <a:bodyPr/>
          <a:lstStyle/>
          <a:p>
            <a:endParaRPr lang="zh-HK" altLang="en-US"/>
          </a:p>
        </p:txBody>
      </p:sp>
      <p:sp>
        <p:nvSpPr>
          <p:cNvPr id="9" name="Slide Number Placeholder 8"/>
          <p:cNvSpPr>
            <a:spLocks noGrp="1"/>
          </p:cNvSpPr>
          <p:nvPr>
            <p:ph type="sldNum" sz="quarter" idx="12"/>
          </p:nvPr>
        </p:nvSpPr>
        <p:spPr/>
        <p:txBody>
          <a:bodyPr/>
          <a:lstStyle/>
          <a:p>
            <a:fld id="{8592E714-8771-4256-B120-A1444CD7D5F3}" type="slidenum">
              <a:rPr lang="zh-HK" altLang="en-US" smtClean="0"/>
              <a:pPr/>
              <a:t>‹#›</a:t>
            </a:fld>
            <a:endParaRPr lang="zh-HK" altLang="en-US"/>
          </a:p>
        </p:txBody>
      </p:sp>
    </p:spTree>
    <p:extLst>
      <p:ext uri="{BB962C8B-B14F-4D97-AF65-F5344CB8AC3E}">
        <p14:creationId xmlns:p14="http://schemas.microsoft.com/office/powerpoint/2010/main" xmlns="" val="87080596"/>
      </p:ext>
    </p:extLst>
  </p:cSld>
  <p:clrMapOvr>
    <a:masterClrMapping/>
  </p:clrMapOvr>
  <p:transition>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366EFC5B-C8A3-4CEE-A611-14B6A8B31CE9}" type="datetime1">
              <a:rPr lang="zh-HK" altLang="en-US" smtClean="0"/>
              <a:pPr/>
              <a:t>26/10/2018</a:t>
            </a:fld>
            <a:endParaRPr lang="zh-HK" altLang="en-US"/>
          </a:p>
        </p:txBody>
      </p:sp>
      <p:sp>
        <p:nvSpPr>
          <p:cNvPr id="4" name="Footer Placeholder 3"/>
          <p:cNvSpPr>
            <a:spLocks noGrp="1"/>
          </p:cNvSpPr>
          <p:nvPr>
            <p:ph type="ftr" sz="quarter" idx="11"/>
          </p:nvPr>
        </p:nvSpPr>
        <p:spPr/>
        <p:txBody>
          <a:bodyPr/>
          <a:lstStyle/>
          <a:p>
            <a:endParaRPr lang="zh-HK" altLang="en-US"/>
          </a:p>
        </p:txBody>
      </p:sp>
      <p:sp>
        <p:nvSpPr>
          <p:cNvPr id="5" name="Slide Number Placeholder 4"/>
          <p:cNvSpPr>
            <a:spLocks noGrp="1"/>
          </p:cNvSpPr>
          <p:nvPr>
            <p:ph type="sldNum" sz="quarter" idx="12"/>
          </p:nvPr>
        </p:nvSpPr>
        <p:spPr/>
        <p:txBody>
          <a:bodyPr/>
          <a:lstStyle/>
          <a:p>
            <a:fld id="{8592E714-8771-4256-B120-A1444CD7D5F3}" type="slidenum">
              <a:rPr lang="zh-HK" altLang="en-US" smtClean="0"/>
              <a:pPr/>
              <a:t>‹#›</a:t>
            </a:fld>
            <a:endParaRPr lang="zh-HK" altLang="en-US"/>
          </a:p>
        </p:txBody>
      </p:sp>
    </p:spTree>
    <p:extLst>
      <p:ext uri="{BB962C8B-B14F-4D97-AF65-F5344CB8AC3E}">
        <p14:creationId xmlns:p14="http://schemas.microsoft.com/office/powerpoint/2010/main" xmlns="" val="2529703735"/>
      </p:ext>
    </p:extLst>
  </p:cSld>
  <p:clrMapOvr>
    <a:masterClrMapping/>
  </p:clrMapOvr>
  <p:transition>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88618AC-A1DB-4481-88A1-84EA51E162BD}" type="datetime1">
              <a:rPr lang="zh-HK" altLang="en-US" smtClean="0"/>
              <a:pPr/>
              <a:t>26/10/2018</a:t>
            </a:fld>
            <a:endParaRPr lang="zh-HK" altLang="en-US"/>
          </a:p>
        </p:txBody>
      </p:sp>
      <p:sp>
        <p:nvSpPr>
          <p:cNvPr id="3" name="Footer Placeholder 2"/>
          <p:cNvSpPr>
            <a:spLocks noGrp="1"/>
          </p:cNvSpPr>
          <p:nvPr>
            <p:ph type="ftr" sz="quarter" idx="11"/>
          </p:nvPr>
        </p:nvSpPr>
        <p:spPr/>
        <p:txBody>
          <a:bodyPr/>
          <a:lstStyle/>
          <a:p>
            <a:endParaRPr lang="zh-HK" altLang="en-US"/>
          </a:p>
        </p:txBody>
      </p:sp>
      <p:sp>
        <p:nvSpPr>
          <p:cNvPr id="4" name="Slide Number Placeholder 3"/>
          <p:cNvSpPr>
            <a:spLocks noGrp="1"/>
          </p:cNvSpPr>
          <p:nvPr>
            <p:ph type="sldNum" sz="quarter" idx="12"/>
          </p:nvPr>
        </p:nvSpPr>
        <p:spPr/>
        <p:txBody>
          <a:bodyPr/>
          <a:lstStyle/>
          <a:p>
            <a:fld id="{8592E714-8771-4256-B120-A1444CD7D5F3}" type="slidenum">
              <a:rPr lang="zh-HK" altLang="en-US" smtClean="0"/>
              <a:pPr/>
              <a:t>‹#›</a:t>
            </a:fld>
            <a:endParaRPr lang="zh-HK" altLang="en-US" dirty="0"/>
          </a:p>
        </p:txBody>
      </p:sp>
    </p:spTree>
    <p:extLst>
      <p:ext uri="{BB962C8B-B14F-4D97-AF65-F5344CB8AC3E}">
        <p14:creationId xmlns:p14="http://schemas.microsoft.com/office/powerpoint/2010/main" xmlns="" val="1026538035"/>
      </p:ext>
    </p:extLst>
  </p:cSld>
  <p:clrMapOvr>
    <a:masterClrMapping/>
  </p:clrMapOvr>
  <p:transition>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D1329229-B4EE-4FAE-BC76-9BD00AACCDA7}" type="datetime1">
              <a:rPr lang="zh-HK" altLang="en-US" smtClean="0"/>
              <a:pPr/>
              <a:t>26/10/2018</a:t>
            </a:fld>
            <a:endParaRPr lang="zh-HK" altLang="en-US"/>
          </a:p>
        </p:txBody>
      </p:sp>
      <p:sp>
        <p:nvSpPr>
          <p:cNvPr id="6" name="Footer Placeholder 5"/>
          <p:cNvSpPr>
            <a:spLocks noGrp="1"/>
          </p:cNvSpPr>
          <p:nvPr>
            <p:ph type="ftr" sz="quarter" idx="11"/>
          </p:nvPr>
        </p:nvSpPr>
        <p:spPr/>
        <p:txBody>
          <a:bodyPr/>
          <a:lstStyle/>
          <a:p>
            <a:endParaRPr lang="zh-HK" altLang="en-US"/>
          </a:p>
        </p:txBody>
      </p:sp>
      <p:sp>
        <p:nvSpPr>
          <p:cNvPr id="7" name="Slide Number Placeholder 6"/>
          <p:cNvSpPr>
            <a:spLocks noGrp="1"/>
          </p:cNvSpPr>
          <p:nvPr>
            <p:ph type="sldNum" sz="quarter" idx="12"/>
          </p:nvPr>
        </p:nvSpPr>
        <p:spPr/>
        <p:txBody>
          <a:bodyPr/>
          <a:lstStyle/>
          <a:p>
            <a:fld id="{8592E714-8771-4256-B120-A1444CD7D5F3}" type="slidenum">
              <a:rPr lang="zh-HK" altLang="en-US" smtClean="0"/>
              <a:pPr/>
              <a:t>‹#›</a:t>
            </a:fld>
            <a:endParaRPr lang="zh-HK" altLang="en-US"/>
          </a:p>
        </p:txBody>
      </p:sp>
    </p:spTree>
    <p:extLst>
      <p:ext uri="{BB962C8B-B14F-4D97-AF65-F5344CB8AC3E}">
        <p14:creationId xmlns:p14="http://schemas.microsoft.com/office/powerpoint/2010/main" xmlns="" val="3306931892"/>
      </p:ext>
    </p:extLst>
  </p:cSld>
  <p:clrMapOvr>
    <a:masterClrMapping/>
  </p:clrMapOvr>
  <p:transition>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3AFB7F6E-4E87-4949-825F-626B8F2886FC}" type="datetime1">
              <a:rPr lang="zh-HK" altLang="en-US" smtClean="0"/>
              <a:pPr/>
              <a:t>26/10/2018</a:t>
            </a:fld>
            <a:endParaRPr lang="zh-HK" altLang="en-US"/>
          </a:p>
        </p:txBody>
      </p:sp>
      <p:sp>
        <p:nvSpPr>
          <p:cNvPr id="6" name="Footer Placeholder 5"/>
          <p:cNvSpPr>
            <a:spLocks noGrp="1"/>
          </p:cNvSpPr>
          <p:nvPr>
            <p:ph type="ftr" sz="quarter" idx="11"/>
          </p:nvPr>
        </p:nvSpPr>
        <p:spPr/>
        <p:txBody>
          <a:bodyPr/>
          <a:lstStyle/>
          <a:p>
            <a:endParaRPr lang="zh-HK" altLang="en-US"/>
          </a:p>
        </p:txBody>
      </p:sp>
      <p:sp>
        <p:nvSpPr>
          <p:cNvPr id="7" name="Slide Number Placeholder 6"/>
          <p:cNvSpPr>
            <a:spLocks noGrp="1"/>
          </p:cNvSpPr>
          <p:nvPr>
            <p:ph type="sldNum" sz="quarter" idx="12"/>
          </p:nvPr>
        </p:nvSpPr>
        <p:spPr/>
        <p:txBody>
          <a:bodyPr/>
          <a:lstStyle/>
          <a:p>
            <a:fld id="{8592E714-8771-4256-B120-A1444CD7D5F3}" type="slidenum">
              <a:rPr lang="zh-HK" altLang="en-US" smtClean="0"/>
              <a:pPr/>
              <a:t>‹#›</a:t>
            </a:fld>
            <a:endParaRPr lang="zh-HK" altLang="en-US"/>
          </a:p>
        </p:txBody>
      </p:sp>
    </p:spTree>
    <p:extLst>
      <p:ext uri="{BB962C8B-B14F-4D97-AF65-F5344CB8AC3E}">
        <p14:creationId xmlns:p14="http://schemas.microsoft.com/office/powerpoint/2010/main" xmlns="" val="989500366"/>
      </p:ext>
    </p:extLst>
  </p:cSld>
  <p:clrMapOvr>
    <a:masterClrMapping/>
  </p:clrMapOvr>
  <p:transition>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331EA11D-72BB-4561-AE35-0C78BE44113C}" type="datetime1">
              <a:rPr lang="zh-HK" altLang="en-US" smtClean="0"/>
              <a:pPr/>
              <a:t>26/10/2018</a:t>
            </a:fld>
            <a:endParaRPr lang="zh-HK" altLang="en-US"/>
          </a:p>
        </p:txBody>
      </p:sp>
      <p:sp>
        <p:nvSpPr>
          <p:cNvPr id="5" name="Footer Placeholder 4"/>
          <p:cNvSpPr>
            <a:spLocks noGrp="1"/>
          </p:cNvSpPr>
          <p:nvPr>
            <p:ph type="ftr" sz="quarter" idx="11"/>
          </p:nvPr>
        </p:nvSpPr>
        <p:spPr/>
        <p:txBody>
          <a:bodyPr/>
          <a:lstStyle/>
          <a:p>
            <a:endParaRPr lang="zh-HK" altLang="en-US"/>
          </a:p>
        </p:txBody>
      </p:sp>
      <p:sp>
        <p:nvSpPr>
          <p:cNvPr id="6" name="Slide Number Placeholder 5"/>
          <p:cNvSpPr>
            <a:spLocks noGrp="1"/>
          </p:cNvSpPr>
          <p:nvPr>
            <p:ph type="sldNum" sz="quarter" idx="12"/>
          </p:nvPr>
        </p:nvSpPr>
        <p:spPr/>
        <p:txBody>
          <a:bodyPr/>
          <a:lstStyle/>
          <a:p>
            <a:fld id="{8592E714-8771-4256-B120-A1444CD7D5F3}" type="slidenum">
              <a:rPr lang="zh-HK" altLang="en-US" smtClean="0"/>
              <a:pPr/>
              <a:t>‹#›</a:t>
            </a:fld>
            <a:endParaRPr lang="zh-HK" altLang="en-US"/>
          </a:p>
        </p:txBody>
      </p:sp>
    </p:spTree>
    <p:extLst>
      <p:ext uri="{BB962C8B-B14F-4D97-AF65-F5344CB8AC3E}">
        <p14:creationId xmlns:p14="http://schemas.microsoft.com/office/powerpoint/2010/main" xmlns="" val="4132933131"/>
      </p:ext>
    </p:extLst>
  </p:cSld>
  <p:clrMapOvr>
    <a:masterClrMapping/>
  </p:clrMapOvr>
  <p:transition>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4504FD03-EFBF-4146-A5B8-9814681C3925}" type="datetime1">
              <a:rPr lang="zh-HK" altLang="en-US" smtClean="0"/>
              <a:pPr/>
              <a:t>26/10/2018</a:t>
            </a:fld>
            <a:endParaRPr lang="zh-HK" altLang="en-US"/>
          </a:p>
        </p:txBody>
      </p:sp>
      <p:sp>
        <p:nvSpPr>
          <p:cNvPr id="5" name="Footer Placeholder 4"/>
          <p:cNvSpPr>
            <a:spLocks noGrp="1"/>
          </p:cNvSpPr>
          <p:nvPr>
            <p:ph type="ftr" sz="quarter" idx="11"/>
          </p:nvPr>
        </p:nvSpPr>
        <p:spPr/>
        <p:txBody>
          <a:bodyPr/>
          <a:lstStyle/>
          <a:p>
            <a:endParaRPr lang="zh-HK" altLang="en-US"/>
          </a:p>
        </p:txBody>
      </p:sp>
      <p:sp>
        <p:nvSpPr>
          <p:cNvPr id="6" name="Slide Number Placeholder 5"/>
          <p:cNvSpPr>
            <a:spLocks noGrp="1"/>
          </p:cNvSpPr>
          <p:nvPr>
            <p:ph type="sldNum" sz="quarter" idx="12"/>
          </p:nvPr>
        </p:nvSpPr>
        <p:spPr/>
        <p:txBody>
          <a:bodyPr/>
          <a:lstStyle/>
          <a:p>
            <a:fld id="{8592E714-8771-4256-B120-A1444CD7D5F3}" type="slidenum">
              <a:rPr lang="zh-HK" altLang="en-US" smtClean="0"/>
              <a:pPr/>
              <a:t>‹#›</a:t>
            </a:fld>
            <a:endParaRPr lang="zh-HK" altLang="en-US"/>
          </a:p>
        </p:txBody>
      </p:sp>
    </p:spTree>
    <p:extLst>
      <p:ext uri="{BB962C8B-B14F-4D97-AF65-F5344CB8AC3E}">
        <p14:creationId xmlns:p14="http://schemas.microsoft.com/office/powerpoint/2010/main" xmlns="" val="2354886498"/>
      </p:ext>
    </p:extLst>
  </p:cSld>
  <p:clrMapOvr>
    <a:masterClrMapping/>
  </p:clrMapOvr>
  <p:transition>
    <p:wip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4E69761-1F93-4DC6-97F7-9EAF12CB1F50}" type="datetime1">
              <a:rPr lang="zh-HK" altLang="en-US" smtClean="0"/>
              <a:pPr/>
              <a:t>26/10/2018</a:t>
            </a:fld>
            <a:endParaRPr lang="zh-HK"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HK" altLang="en-US"/>
          </a:p>
        </p:txBody>
      </p:sp>
      <p:sp>
        <p:nvSpPr>
          <p:cNvPr id="6" name="Slide Number Placeholder 5"/>
          <p:cNvSpPr>
            <a:spLocks noGrp="1"/>
          </p:cNvSpPr>
          <p:nvPr>
            <p:ph type="sldNum" sz="quarter" idx="4"/>
          </p:nvPr>
        </p:nvSpPr>
        <p:spPr>
          <a:xfrm>
            <a:off x="9067800" y="6059811"/>
            <a:ext cx="27432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8592E714-8771-4256-B120-A1444CD7D5F3}" type="slidenum">
              <a:rPr lang="zh-HK" altLang="en-US" smtClean="0"/>
              <a:pPr/>
              <a:t>‹#›</a:t>
            </a:fld>
            <a:endParaRPr lang="zh-HK" altLang="en-US" dirty="0"/>
          </a:p>
        </p:txBody>
      </p:sp>
      <p:sp>
        <p:nvSpPr>
          <p:cNvPr id="8" name="Slide Number Placeholder 5"/>
          <p:cNvSpPr txBox="1">
            <a:spLocks/>
          </p:cNvSpPr>
          <p:nvPr userDrawn="1"/>
        </p:nvSpPr>
        <p:spPr>
          <a:xfrm>
            <a:off x="8839200" y="6059811"/>
            <a:ext cx="2743200" cy="365125"/>
          </a:xfrm>
          <a:prstGeom prst="rect">
            <a:avLst/>
          </a:prstGeom>
        </p:spPr>
        <p:txBody>
          <a:bodyPr vert="horz" lIns="91440" tIns="45720" rIns="91440" bIns="45720" rtlCol="0" anchor="ctr"/>
          <a:lstStyle>
            <a:defPPr>
              <a:defRPr lang="zh-HK"/>
            </a:defPPr>
            <a:lvl1pPr marL="0" algn="r" defTabSz="914400" rtl="0" eaLnBrk="1" latinLnBrk="0" hangingPunct="1">
              <a:defRPr sz="16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a:t>
            </a:r>
            <a:endParaRPr lang="zh-HK" altLang="en-US" dirty="0"/>
          </a:p>
        </p:txBody>
      </p:sp>
      <p:pic>
        <p:nvPicPr>
          <p:cNvPr id="10" name="Picture 2" descr="C:\Users\刘峰林\Desktop\北邮校名校徽.png"/>
          <p:cNvPicPr>
            <a:picLocks noChangeAspect="1" noChangeArrowheads="1"/>
          </p:cNvPicPr>
          <p:nvPr userDrawn="1"/>
        </p:nvPicPr>
        <p:blipFill>
          <a:blip r:embed="rId13" cstate="print"/>
          <a:srcRect/>
          <a:stretch>
            <a:fillRect/>
          </a:stretch>
        </p:blipFill>
        <p:spPr bwMode="auto">
          <a:xfrm>
            <a:off x="7453221" y="5974395"/>
            <a:ext cx="1906439" cy="572142"/>
          </a:xfrm>
          <a:prstGeom prst="rect">
            <a:avLst/>
          </a:prstGeom>
          <a:noFill/>
        </p:spPr>
      </p:pic>
      <p:pic>
        <p:nvPicPr>
          <p:cNvPr id="11" name="图片 10"/>
          <p:cNvPicPr>
            <a:picLocks noChangeAspect="1"/>
          </p:cNvPicPr>
          <p:nvPr userDrawn="1"/>
        </p:nvPicPr>
        <p:blipFill>
          <a:blip r:embed="rId14" cstate="print">
            <a:extLst>
              <a:ext uri="{28A0092B-C50C-407E-A947-70E740481C1C}">
                <a14:useLocalDpi xmlns="" xmlns:a14="http://schemas.microsoft.com/office/drawing/2010/main" val="0"/>
              </a:ext>
            </a:extLst>
          </a:blip>
          <a:stretch>
            <a:fillRect/>
          </a:stretch>
        </p:blipFill>
        <p:spPr>
          <a:xfrm>
            <a:off x="9693509" y="6008913"/>
            <a:ext cx="1587721" cy="445959"/>
          </a:xfrm>
          <a:prstGeom prst="rect">
            <a:avLst/>
          </a:prstGeom>
        </p:spPr>
      </p:pic>
      <p:sp>
        <p:nvSpPr>
          <p:cNvPr id="12" name="TextBox 11"/>
          <p:cNvSpPr txBox="1"/>
          <p:nvPr userDrawn="1"/>
        </p:nvSpPr>
        <p:spPr>
          <a:xfrm>
            <a:off x="9342407" y="6047117"/>
            <a:ext cx="311304" cy="369332"/>
          </a:xfrm>
          <a:prstGeom prst="rect">
            <a:avLst/>
          </a:prstGeom>
          <a:noFill/>
        </p:spPr>
        <p:txBody>
          <a:bodyPr wrap="none" rtlCol="0">
            <a:spAutoFit/>
          </a:bodyPr>
          <a:lstStyle/>
          <a:p>
            <a:r>
              <a:rPr lang="en-US" altLang="zh-CN" b="1" dirty="0" smtClean="0"/>
              <a:t>X</a:t>
            </a:r>
            <a:endParaRPr lang="zh-CN" altLang="en-US" b="1" dirty="0"/>
          </a:p>
        </p:txBody>
      </p:sp>
    </p:spTree>
    <p:extLst>
      <p:ext uri="{BB962C8B-B14F-4D97-AF65-F5344CB8AC3E}">
        <p14:creationId xmlns:p14="http://schemas.microsoft.com/office/powerpoint/2010/main" xmlns="" val="422086513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ransition>
    <p:wipe/>
  </p:transition>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5.xml"/><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3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5521116" y="2840887"/>
            <a:ext cx="2507418" cy="830997"/>
          </a:xfrm>
          <a:prstGeom prst="rect">
            <a:avLst/>
          </a:prstGeom>
        </p:spPr>
        <p:txBody>
          <a:bodyPr wrap="none">
            <a:spAutoFit/>
          </a:bodyPr>
          <a:lstStyle/>
          <a:p>
            <a:pPr>
              <a:defRPr/>
            </a:pPr>
            <a:r>
              <a:rPr lang="en-US" altLang="zh-CN" sz="4800" kern="0" dirty="0" smtClean="0">
                <a:solidFill>
                  <a:schemeClr val="accent4"/>
                </a:solidFill>
                <a:effectLst>
                  <a:glow rad="63500">
                    <a:prstClr val="white">
                      <a:lumMod val="65000"/>
                      <a:alpha val="40000"/>
                    </a:prstClr>
                  </a:glow>
                </a:effectLst>
                <a:latin typeface="方正姚体" panose="02010601030101010101" pitchFamily="2" charset="-122"/>
                <a:ea typeface="方正姚体" panose="02010601030101010101" pitchFamily="2" charset="-122"/>
              </a:rPr>
              <a:t>Approach</a:t>
            </a:r>
            <a:endParaRPr lang="en-US" altLang="zh-CN" sz="4800" kern="0" dirty="0">
              <a:solidFill>
                <a:schemeClr val="accent4"/>
              </a:solidFill>
              <a:effectLst>
                <a:glow rad="63500">
                  <a:prstClr val="white">
                    <a:lumMod val="65000"/>
                    <a:alpha val="40000"/>
                  </a:prstClr>
                </a:glow>
              </a:effectLst>
              <a:latin typeface="方正姚体" panose="02010601030101010101" pitchFamily="2" charset="-122"/>
              <a:ea typeface="方正姚体" panose="02010601030101010101" pitchFamily="2" charset="-122"/>
            </a:endParaRPr>
          </a:p>
        </p:txBody>
      </p:sp>
      <p:cxnSp>
        <p:nvCxnSpPr>
          <p:cNvPr id="7" name="直接连接符 6"/>
          <p:cNvCxnSpPr/>
          <p:nvPr/>
        </p:nvCxnSpPr>
        <p:spPr>
          <a:xfrm>
            <a:off x="5503175" y="3735913"/>
            <a:ext cx="2523225" cy="1312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任意多边形 7"/>
          <p:cNvSpPr/>
          <p:nvPr/>
        </p:nvSpPr>
        <p:spPr>
          <a:xfrm rot="8301290">
            <a:off x="4164588" y="2150983"/>
            <a:ext cx="868402" cy="1019056"/>
          </a:xfrm>
          <a:custGeom>
            <a:avLst/>
            <a:gdLst>
              <a:gd name="connsiteX0" fmla="*/ 685918 w 707644"/>
              <a:gd name="connsiteY0" fmla="*/ 726313 h 830409"/>
              <a:gd name="connsiteX1" fmla="*/ 686617 w 707644"/>
              <a:gd name="connsiteY1" fmla="*/ 726734 h 830409"/>
              <a:gd name="connsiteX2" fmla="*/ 686152 w 707644"/>
              <a:gd name="connsiteY2" fmla="*/ 727127 h 830409"/>
              <a:gd name="connsiteX3" fmla="*/ 677645 w 707644"/>
              <a:gd name="connsiteY3" fmla="*/ 727155 h 830409"/>
              <a:gd name="connsiteX4" fmla="*/ 682237 w 707644"/>
              <a:gd name="connsiteY4" fmla="*/ 730439 h 830409"/>
              <a:gd name="connsiteX5" fmla="*/ 680806 w 707644"/>
              <a:gd name="connsiteY5" fmla="*/ 731649 h 830409"/>
              <a:gd name="connsiteX6" fmla="*/ 675364 w 707644"/>
              <a:gd name="connsiteY6" fmla="*/ 673195 h 830409"/>
              <a:gd name="connsiteX7" fmla="*/ 679382 w 707644"/>
              <a:gd name="connsiteY7" fmla="*/ 676882 h 830409"/>
              <a:gd name="connsiteX8" fmla="*/ 686763 w 707644"/>
              <a:gd name="connsiteY8" fmla="*/ 683493 h 830409"/>
              <a:gd name="connsiteX9" fmla="*/ 676962 w 707644"/>
              <a:gd name="connsiteY9" fmla="*/ 677341 h 830409"/>
              <a:gd name="connsiteX10" fmla="*/ 668973 w 707644"/>
              <a:gd name="connsiteY10" fmla="*/ 672327 h 830409"/>
              <a:gd name="connsiteX11" fmla="*/ 676962 w 707644"/>
              <a:gd name="connsiteY11" fmla="*/ 677341 h 830409"/>
              <a:gd name="connsiteX12" fmla="*/ 682643 w 707644"/>
              <a:gd name="connsiteY12" fmla="*/ 692080 h 830409"/>
              <a:gd name="connsiteX13" fmla="*/ 696613 w 707644"/>
              <a:gd name="connsiteY13" fmla="*/ 718278 h 830409"/>
              <a:gd name="connsiteX14" fmla="*/ 695410 w 707644"/>
              <a:gd name="connsiteY14" fmla="*/ 719297 h 830409"/>
              <a:gd name="connsiteX15" fmla="*/ 691459 w 707644"/>
              <a:gd name="connsiteY15" fmla="*/ 714547 h 830409"/>
              <a:gd name="connsiteX16" fmla="*/ 675229 w 707644"/>
              <a:gd name="connsiteY16" fmla="*/ 690891 h 830409"/>
              <a:gd name="connsiteX17" fmla="*/ 648225 w 707644"/>
              <a:gd name="connsiteY17" fmla="*/ 704878 h 830409"/>
              <a:gd name="connsiteX18" fmla="*/ 650148 w 707644"/>
              <a:gd name="connsiteY18" fmla="*/ 706739 h 830409"/>
              <a:gd name="connsiteX19" fmla="*/ 660183 w 707644"/>
              <a:gd name="connsiteY19" fmla="*/ 721687 h 830409"/>
              <a:gd name="connsiteX20" fmla="*/ 672076 w 707644"/>
              <a:gd name="connsiteY20" fmla="*/ 739033 h 830409"/>
              <a:gd name="connsiteX21" fmla="*/ 671576 w 707644"/>
              <a:gd name="connsiteY21" fmla="*/ 739456 h 830409"/>
              <a:gd name="connsiteX22" fmla="*/ 646410 w 707644"/>
              <a:gd name="connsiteY22" fmla="*/ 701172 h 830409"/>
              <a:gd name="connsiteX23" fmla="*/ 670265 w 707644"/>
              <a:gd name="connsiteY23" fmla="*/ 716662 h 830409"/>
              <a:gd name="connsiteX24" fmla="*/ 677645 w 707644"/>
              <a:gd name="connsiteY24" fmla="*/ 727155 h 830409"/>
              <a:gd name="connsiteX25" fmla="*/ 653108 w 707644"/>
              <a:gd name="connsiteY25" fmla="*/ 709604 h 830409"/>
              <a:gd name="connsiteX26" fmla="*/ 650148 w 707644"/>
              <a:gd name="connsiteY26" fmla="*/ 706739 h 830409"/>
              <a:gd name="connsiteX27" fmla="*/ 673248 w 707644"/>
              <a:gd name="connsiteY27" fmla="*/ 642996 h 830409"/>
              <a:gd name="connsiteX28" fmla="*/ 698881 w 707644"/>
              <a:gd name="connsiteY28" fmla="*/ 687793 h 830409"/>
              <a:gd name="connsiteX29" fmla="*/ 707644 w 707644"/>
              <a:gd name="connsiteY29" fmla="*/ 708948 h 830409"/>
              <a:gd name="connsiteX30" fmla="*/ 707625 w 707644"/>
              <a:gd name="connsiteY30" fmla="*/ 708964 h 830409"/>
              <a:gd name="connsiteX31" fmla="*/ 696416 w 707644"/>
              <a:gd name="connsiteY31" fmla="*/ 688029 h 830409"/>
              <a:gd name="connsiteX32" fmla="*/ 676860 w 707644"/>
              <a:gd name="connsiteY32" fmla="*/ 650543 h 830409"/>
              <a:gd name="connsiteX33" fmla="*/ 640368 w 707644"/>
              <a:gd name="connsiteY33" fmla="*/ 697273 h 830409"/>
              <a:gd name="connsiteX34" fmla="*/ 645018 w 707644"/>
              <a:gd name="connsiteY34" fmla="*/ 700268 h 830409"/>
              <a:gd name="connsiteX35" fmla="*/ 645185 w 707644"/>
              <a:gd name="connsiteY35" fmla="*/ 700376 h 830409"/>
              <a:gd name="connsiteX36" fmla="*/ 648225 w 707644"/>
              <a:gd name="connsiteY36" fmla="*/ 704878 h 830409"/>
              <a:gd name="connsiteX37" fmla="*/ 653990 w 707644"/>
              <a:gd name="connsiteY37" fmla="*/ 653259 h 830409"/>
              <a:gd name="connsiteX38" fmla="*/ 661670 w 707644"/>
              <a:gd name="connsiteY38" fmla="*/ 660629 h 830409"/>
              <a:gd name="connsiteX39" fmla="*/ 666537 w 707644"/>
              <a:gd name="connsiteY39" fmla="*/ 665094 h 830409"/>
              <a:gd name="connsiteX40" fmla="*/ 668973 w 707644"/>
              <a:gd name="connsiteY40" fmla="*/ 672327 h 830409"/>
              <a:gd name="connsiteX41" fmla="*/ 661564 w 707644"/>
              <a:gd name="connsiteY41" fmla="*/ 667676 h 830409"/>
              <a:gd name="connsiteX42" fmla="*/ 594769 w 707644"/>
              <a:gd name="connsiteY42" fmla="*/ 771432 h 830409"/>
              <a:gd name="connsiteX43" fmla="*/ 609577 w 707644"/>
              <a:gd name="connsiteY43" fmla="*/ 779524 h 830409"/>
              <a:gd name="connsiteX44" fmla="*/ 610006 w 707644"/>
              <a:gd name="connsiteY44" fmla="*/ 780306 h 830409"/>
              <a:gd name="connsiteX45" fmla="*/ 604755 w 707644"/>
              <a:gd name="connsiteY45" fmla="*/ 783426 h 830409"/>
              <a:gd name="connsiteX46" fmla="*/ 599025 w 707644"/>
              <a:gd name="connsiteY46" fmla="*/ 776540 h 830409"/>
              <a:gd name="connsiteX47" fmla="*/ 610330 w 707644"/>
              <a:gd name="connsiteY47" fmla="*/ 732279 h 830409"/>
              <a:gd name="connsiteX48" fmla="*/ 623920 w 707644"/>
              <a:gd name="connsiteY48" fmla="*/ 748423 h 830409"/>
              <a:gd name="connsiteX49" fmla="*/ 631571 w 707644"/>
              <a:gd name="connsiteY49" fmla="*/ 755197 h 830409"/>
              <a:gd name="connsiteX50" fmla="*/ 636581 w 707644"/>
              <a:gd name="connsiteY50" fmla="*/ 764517 h 830409"/>
              <a:gd name="connsiteX51" fmla="*/ 631941 w 707644"/>
              <a:gd name="connsiteY51" fmla="*/ 767274 h 830409"/>
              <a:gd name="connsiteX52" fmla="*/ 620167 w 707644"/>
              <a:gd name="connsiteY52" fmla="*/ 757321 h 830409"/>
              <a:gd name="connsiteX53" fmla="*/ 615098 w 707644"/>
              <a:gd name="connsiteY53" fmla="*/ 742072 h 830409"/>
              <a:gd name="connsiteX54" fmla="*/ 630997 w 707644"/>
              <a:gd name="connsiteY54" fmla="*/ 688204 h 830409"/>
              <a:gd name="connsiteX55" fmla="*/ 640368 w 707644"/>
              <a:gd name="connsiteY55" fmla="*/ 697273 h 830409"/>
              <a:gd name="connsiteX56" fmla="*/ 635785 w 707644"/>
              <a:gd name="connsiteY56" fmla="*/ 694322 h 830409"/>
              <a:gd name="connsiteX57" fmla="*/ 621894 w 707644"/>
              <a:gd name="connsiteY57" fmla="*/ 700717 h 830409"/>
              <a:gd name="connsiteX58" fmla="*/ 626810 w 707644"/>
              <a:gd name="connsiteY58" fmla="*/ 701753 h 830409"/>
              <a:gd name="connsiteX59" fmla="*/ 654922 w 707644"/>
              <a:gd name="connsiteY59" fmla="*/ 753543 h 830409"/>
              <a:gd name="connsiteX60" fmla="*/ 654620 w 707644"/>
              <a:gd name="connsiteY60" fmla="*/ 753799 h 830409"/>
              <a:gd name="connsiteX61" fmla="*/ 648096 w 707644"/>
              <a:gd name="connsiteY61" fmla="*/ 757675 h 830409"/>
              <a:gd name="connsiteX62" fmla="*/ 637137 w 707644"/>
              <a:gd name="connsiteY62" fmla="*/ 730897 h 830409"/>
              <a:gd name="connsiteX63" fmla="*/ 632387 w 707644"/>
              <a:gd name="connsiteY63" fmla="*/ 676820 h 830409"/>
              <a:gd name="connsiteX64" fmla="*/ 633064 w 707644"/>
              <a:gd name="connsiteY64" fmla="*/ 677121 h 830409"/>
              <a:gd name="connsiteX65" fmla="*/ 632740 w 707644"/>
              <a:gd name="connsiteY65" fmla="*/ 677275 h 830409"/>
              <a:gd name="connsiteX66" fmla="*/ 656765 w 707644"/>
              <a:gd name="connsiteY66" fmla="*/ 612058 h 830409"/>
              <a:gd name="connsiteX67" fmla="*/ 668167 w 707644"/>
              <a:gd name="connsiteY67" fmla="*/ 631164 h 830409"/>
              <a:gd name="connsiteX68" fmla="*/ 668892 w 707644"/>
              <a:gd name="connsiteY68" fmla="*/ 632736 h 830409"/>
              <a:gd name="connsiteX69" fmla="*/ 669813 w 707644"/>
              <a:gd name="connsiteY69" fmla="*/ 635818 h 830409"/>
              <a:gd name="connsiteX70" fmla="*/ 673248 w 707644"/>
              <a:gd name="connsiteY70" fmla="*/ 642996 h 830409"/>
              <a:gd name="connsiteX71" fmla="*/ 657292 w 707644"/>
              <a:gd name="connsiteY71" fmla="*/ 615110 h 830409"/>
              <a:gd name="connsiteX72" fmla="*/ 607712 w 707644"/>
              <a:gd name="connsiteY72" fmla="*/ 710810 h 830409"/>
              <a:gd name="connsiteX73" fmla="*/ 614317 w 707644"/>
              <a:gd name="connsiteY73" fmla="*/ 716331 h 830409"/>
              <a:gd name="connsiteX74" fmla="*/ 643384 w 707644"/>
              <a:gd name="connsiteY74" fmla="*/ 760475 h 830409"/>
              <a:gd name="connsiteX75" fmla="*/ 639882 w 707644"/>
              <a:gd name="connsiteY75" fmla="*/ 762555 h 830409"/>
              <a:gd name="connsiteX76" fmla="*/ 631571 w 707644"/>
              <a:gd name="connsiteY76" fmla="*/ 755197 h 830409"/>
              <a:gd name="connsiteX77" fmla="*/ 655939 w 707644"/>
              <a:gd name="connsiteY77" fmla="*/ 607270 h 830409"/>
              <a:gd name="connsiteX78" fmla="*/ 681948 w 707644"/>
              <a:gd name="connsiteY78" fmla="*/ 649489 h 830409"/>
              <a:gd name="connsiteX79" fmla="*/ 687708 w 707644"/>
              <a:gd name="connsiteY79" fmla="*/ 660817 h 830409"/>
              <a:gd name="connsiteX80" fmla="*/ 688244 w 707644"/>
              <a:gd name="connsiteY80" fmla="*/ 662113 h 830409"/>
              <a:gd name="connsiteX81" fmla="*/ 688222 w 707644"/>
              <a:gd name="connsiteY81" fmla="*/ 662082 h 830409"/>
              <a:gd name="connsiteX82" fmla="*/ 672282 w 707644"/>
              <a:gd name="connsiteY82" fmla="*/ 638060 h 830409"/>
              <a:gd name="connsiteX83" fmla="*/ 668167 w 707644"/>
              <a:gd name="connsiteY83" fmla="*/ 631164 h 830409"/>
              <a:gd name="connsiteX84" fmla="*/ 667714 w 707644"/>
              <a:gd name="connsiteY84" fmla="*/ 630182 h 830409"/>
              <a:gd name="connsiteX85" fmla="*/ 659895 w 707644"/>
              <a:gd name="connsiteY85" fmla="*/ 617038 h 830409"/>
              <a:gd name="connsiteX86" fmla="*/ 656704 w 707644"/>
              <a:gd name="connsiteY86" fmla="*/ 611703 h 830409"/>
              <a:gd name="connsiteX87" fmla="*/ 625999 w 707644"/>
              <a:gd name="connsiteY87" fmla="*/ 668587 h 830409"/>
              <a:gd name="connsiteX88" fmla="*/ 632387 w 707644"/>
              <a:gd name="connsiteY88" fmla="*/ 676820 h 830409"/>
              <a:gd name="connsiteX89" fmla="*/ 630567 w 707644"/>
              <a:gd name="connsiteY89" fmla="*/ 676010 h 830409"/>
              <a:gd name="connsiteX90" fmla="*/ 644284 w 707644"/>
              <a:gd name="connsiteY90" fmla="*/ 698005 h 830409"/>
              <a:gd name="connsiteX91" fmla="*/ 646410 w 707644"/>
              <a:gd name="connsiteY91" fmla="*/ 701172 h 830409"/>
              <a:gd name="connsiteX92" fmla="*/ 645185 w 707644"/>
              <a:gd name="connsiteY92" fmla="*/ 700376 h 830409"/>
              <a:gd name="connsiteX93" fmla="*/ 640052 w 707644"/>
              <a:gd name="connsiteY93" fmla="*/ 692776 h 830409"/>
              <a:gd name="connsiteX94" fmla="*/ 615785 w 707644"/>
              <a:gd name="connsiteY94" fmla="*/ 681443 h 830409"/>
              <a:gd name="connsiteX95" fmla="*/ 635785 w 707644"/>
              <a:gd name="connsiteY95" fmla="*/ 694322 h 830409"/>
              <a:gd name="connsiteX96" fmla="*/ 644520 w 707644"/>
              <a:gd name="connsiteY96" fmla="*/ 705484 h 830409"/>
              <a:gd name="connsiteX97" fmla="*/ 626810 w 707644"/>
              <a:gd name="connsiteY97" fmla="*/ 701753 h 830409"/>
              <a:gd name="connsiteX98" fmla="*/ 588438 w 707644"/>
              <a:gd name="connsiteY98" fmla="*/ 737641 h 830409"/>
              <a:gd name="connsiteX99" fmla="*/ 615903 w 707644"/>
              <a:gd name="connsiteY99" fmla="*/ 776803 h 830409"/>
              <a:gd name="connsiteX100" fmla="*/ 613429 w 707644"/>
              <a:gd name="connsiteY100" fmla="*/ 778273 h 830409"/>
              <a:gd name="connsiteX101" fmla="*/ 597658 w 707644"/>
              <a:gd name="connsiteY101" fmla="*/ 717225 h 830409"/>
              <a:gd name="connsiteX102" fmla="*/ 607690 w 707644"/>
              <a:gd name="connsiteY102" fmla="*/ 726855 h 830409"/>
              <a:gd name="connsiteX103" fmla="*/ 610330 w 707644"/>
              <a:gd name="connsiteY103" fmla="*/ 732279 h 830409"/>
              <a:gd name="connsiteX104" fmla="*/ 652804 w 707644"/>
              <a:gd name="connsiteY104" fmla="*/ 602182 h 830409"/>
              <a:gd name="connsiteX105" fmla="*/ 655296 w 707644"/>
              <a:gd name="connsiteY105" fmla="*/ 603544 h 830409"/>
              <a:gd name="connsiteX106" fmla="*/ 655939 w 707644"/>
              <a:gd name="connsiteY106" fmla="*/ 607270 h 830409"/>
              <a:gd name="connsiteX107" fmla="*/ 648687 w 707644"/>
              <a:gd name="connsiteY107" fmla="*/ 599930 h 830409"/>
              <a:gd name="connsiteX108" fmla="*/ 650137 w 707644"/>
              <a:gd name="connsiteY108" fmla="*/ 600723 h 830409"/>
              <a:gd name="connsiteX109" fmla="*/ 656704 w 707644"/>
              <a:gd name="connsiteY109" fmla="*/ 611703 h 830409"/>
              <a:gd name="connsiteX110" fmla="*/ 656765 w 707644"/>
              <a:gd name="connsiteY110" fmla="*/ 612058 h 830409"/>
              <a:gd name="connsiteX111" fmla="*/ 653947 w 707644"/>
              <a:gd name="connsiteY111" fmla="*/ 607336 h 830409"/>
              <a:gd name="connsiteX112" fmla="*/ 586056 w 707644"/>
              <a:gd name="connsiteY112" fmla="*/ 729871 h 830409"/>
              <a:gd name="connsiteX113" fmla="*/ 593173 w 707644"/>
              <a:gd name="connsiteY113" fmla="*/ 735403 h 830409"/>
              <a:gd name="connsiteX114" fmla="*/ 619800 w 707644"/>
              <a:gd name="connsiteY114" fmla="*/ 757011 h 830409"/>
              <a:gd name="connsiteX115" fmla="*/ 620167 w 707644"/>
              <a:gd name="connsiteY115" fmla="*/ 757321 h 830409"/>
              <a:gd name="connsiteX116" fmla="*/ 620247 w 707644"/>
              <a:gd name="connsiteY116" fmla="*/ 757561 h 830409"/>
              <a:gd name="connsiteX117" fmla="*/ 624975 w 707644"/>
              <a:gd name="connsiteY117" fmla="*/ 771412 h 830409"/>
              <a:gd name="connsiteX118" fmla="*/ 619377 w 707644"/>
              <a:gd name="connsiteY118" fmla="*/ 774739 h 830409"/>
              <a:gd name="connsiteX119" fmla="*/ 607092 w 707644"/>
              <a:gd name="connsiteY119" fmla="*/ 761479 h 830409"/>
              <a:gd name="connsiteX120" fmla="*/ 648273 w 707644"/>
              <a:gd name="connsiteY120" fmla="*/ 599348 h 830409"/>
              <a:gd name="connsiteX121" fmla="*/ 648687 w 707644"/>
              <a:gd name="connsiteY121" fmla="*/ 599930 h 830409"/>
              <a:gd name="connsiteX122" fmla="*/ 648570 w 707644"/>
              <a:gd name="connsiteY122" fmla="*/ 599866 h 830409"/>
              <a:gd name="connsiteX123" fmla="*/ 598472 w 707644"/>
              <a:gd name="connsiteY123" fmla="*/ 692948 h 830409"/>
              <a:gd name="connsiteX124" fmla="*/ 615553 w 707644"/>
              <a:gd name="connsiteY124" fmla="*/ 699348 h 830409"/>
              <a:gd name="connsiteX125" fmla="*/ 632160 w 707644"/>
              <a:gd name="connsiteY125" fmla="*/ 731247 h 830409"/>
              <a:gd name="connsiteX126" fmla="*/ 614317 w 707644"/>
              <a:gd name="connsiteY126" fmla="*/ 716331 h 830409"/>
              <a:gd name="connsiteX127" fmla="*/ 605156 w 707644"/>
              <a:gd name="connsiteY127" fmla="*/ 702419 h 830409"/>
              <a:gd name="connsiteX128" fmla="*/ 598320 w 707644"/>
              <a:gd name="connsiteY128" fmla="*/ 692733 h 830409"/>
              <a:gd name="connsiteX129" fmla="*/ 598472 w 707644"/>
              <a:gd name="connsiteY129" fmla="*/ 692948 h 830409"/>
              <a:gd name="connsiteX130" fmla="*/ 598418 w 707644"/>
              <a:gd name="connsiteY130" fmla="*/ 692928 h 830409"/>
              <a:gd name="connsiteX131" fmla="*/ 643651 w 707644"/>
              <a:gd name="connsiteY131" fmla="*/ 597177 h 830409"/>
              <a:gd name="connsiteX132" fmla="*/ 648570 w 707644"/>
              <a:gd name="connsiteY132" fmla="*/ 599866 h 830409"/>
              <a:gd name="connsiteX133" fmla="*/ 657292 w 707644"/>
              <a:gd name="connsiteY133" fmla="*/ 615110 h 830409"/>
              <a:gd name="connsiteX134" fmla="*/ 658747 w 707644"/>
              <a:gd name="connsiteY134" fmla="*/ 623538 h 830409"/>
              <a:gd name="connsiteX135" fmla="*/ 668066 w 707644"/>
              <a:gd name="connsiteY135" fmla="*/ 654261 h 830409"/>
              <a:gd name="connsiteX136" fmla="*/ 675364 w 707644"/>
              <a:gd name="connsiteY136" fmla="*/ 673195 h 830409"/>
              <a:gd name="connsiteX137" fmla="*/ 666537 w 707644"/>
              <a:gd name="connsiteY137" fmla="*/ 665094 h 830409"/>
              <a:gd name="connsiteX138" fmla="*/ 604723 w 707644"/>
              <a:gd name="connsiteY138" fmla="*/ 674319 h 830409"/>
              <a:gd name="connsiteX139" fmla="*/ 609786 w 707644"/>
              <a:gd name="connsiteY139" fmla="*/ 677580 h 830409"/>
              <a:gd name="connsiteX140" fmla="*/ 616478 w 707644"/>
              <a:gd name="connsiteY140" fmla="*/ 689995 h 830409"/>
              <a:gd name="connsiteX141" fmla="*/ 621894 w 707644"/>
              <a:gd name="connsiteY141" fmla="*/ 700717 h 830409"/>
              <a:gd name="connsiteX142" fmla="*/ 615762 w 707644"/>
              <a:gd name="connsiteY142" fmla="*/ 699426 h 830409"/>
              <a:gd name="connsiteX143" fmla="*/ 615553 w 707644"/>
              <a:gd name="connsiteY143" fmla="*/ 699348 h 830409"/>
              <a:gd name="connsiteX144" fmla="*/ 610168 w 707644"/>
              <a:gd name="connsiteY144" fmla="*/ 689004 h 830409"/>
              <a:gd name="connsiteX145" fmla="*/ 578891 w 707644"/>
              <a:gd name="connsiteY145" fmla="*/ 724301 h 830409"/>
              <a:gd name="connsiteX146" fmla="*/ 581462 w 707644"/>
              <a:gd name="connsiteY146" fmla="*/ 726300 h 830409"/>
              <a:gd name="connsiteX147" fmla="*/ 588438 w 707644"/>
              <a:gd name="connsiteY147" fmla="*/ 737641 h 830409"/>
              <a:gd name="connsiteX148" fmla="*/ 585161 w 707644"/>
              <a:gd name="connsiteY148" fmla="*/ 732969 h 830409"/>
              <a:gd name="connsiteX149" fmla="*/ 581286 w 707644"/>
              <a:gd name="connsiteY149" fmla="*/ 728337 h 830409"/>
              <a:gd name="connsiteX150" fmla="*/ 649641 w 707644"/>
              <a:gd name="connsiteY150" fmla="*/ 568917 h 830409"/>
              <a:gd name="connsiteX151" fmla="*/ 666529 w 707644"/>
              <a:gd name="connsiteY151" fmla="*/ 609687 h 830409"/>
              <a:gd name="connsiteX152" fmla="*/ 655296 w 707644"/>
              <a:gd name="connsiteY152" fmla="*/ 603544 h 830409"/>
              <a:gd name="connsiteX153" fmla="*/ 650059 w 707644"/>
              <a:gd name="connsiteY153" fmla="*/ 573207 h 830409"/>
              <a:gd name="connsiteX154" fmla="*/ 614609 w 707644"/>
              <a:gd name="connsiteY154" fmla="*/ 638824 h 830409"/>
              <a:gd name="connsiteX155" fmla="*/ 626209 w 707644"/>
              <a:gd name="connsiteY155" fmla="*/ 645798 h 830409"/>
              <a:gd name="connsiteX156" fmla="*/ 653237 w 707644"/>
              <a:gd name="connsiteY156" fmla="*/ 662449 h 830409"/>
              <a:gd name="connsiteX157" fmla="*/ 661564 w 707644"/>
              <a:gd name="connsiteY157" fmla="*/ 667676 h 830409"/>
              <a:gd name="connsiteX158" fmla="*/ 668958 w 707644"/>
              <a:gd name="connsiteY158" fmla="*/ 681752 h 830409"/>
              <a:gd name="connsiteX159" fmla="*/ 675229 w 707644"/>
              <a:gd name="connsiteY159" fmla="*/ 690891 h 830409"/>
              <a:gd name="connsiteX160" fmla="*/ 678523 w 707644"/>
              <a:gd name="connsiteY160" fmla="*/ 700668 h 830409"/>
              <a:gd name="connsiteX161" fmla="*/ 685918 w 707644"/>
              <a:gd name="connsiteY161" fmla="*/ 726313 h 830409"/>
              <a:gd name="connsiteX162" fmla="*/ 675051 w 707644"/>
              <a:gd name="connsiteY162" fmla="*/ 719770 h 830409"/>
              <a:gd name="connsiteX163" fmla="*/ 670265 w 707644"/>
              <a:gd name="connsiteY163" fmla="*/ 716662 h 830409"/>
              <a:gd name="connsiteX164" fmla="*/ 626649 w 707644"/>
              <a:gd name="connsiteY164" fmla="*/ 654652 h 830409"/>
              <a:gd name="connsiteX165" fmla="*/ 572132 w 707644"/>
              <a:gd name="connsiteY165" fmla="*/ 719051 h 830409"/>
              <a:gd name="connsiteX166" fmla="*/ 572664 w 707644"/>
              <a:gd name="connsiteY166" fmla="*/ 719461 h 830409"/>
              <a:gd name="connsiteX167" fmla="*/ 576081 w 707644"/>
              <a:gd name="connsiteY167" fmla="*/ 722117 h 830409"/>
              <a:gd name="connsiteX168" fmla="*/ 581286 w 707644"/>
              <a:gd name="connsiteY168" fmla="*/ 728337 h 830409"/>
              <a:gd name="connsiteX169" fmla="*/ 611568 w 707644"/>
              <a:gd name="connsiteY169" fmla="*/ 779378 h 830409"/>
              <a:gd name="connsiteX170" fmla="*/ 610485 w 707644"/>
              <a:gd name="connsiteY170" fmla="*/ 780022 h 830409"/>
              <a:gd name="connsiteX171" fmla="*/ 610260 w 707644"/>
              <a:gd name="connsiteY171" fmla="*/ 779897 h 830409"/>
              <a:gd name="connsiteX172" fmla="*/ 609577 w 707644"/>
              <a:gd name="connsiteY172" fmla="*/ 779524 h 830409"/>
              <a:gd name="connsiteX173" fmla="*/ 602206 w 707644"/>
              <a:gd name="connsiteY173" fmla="*/ 766099 h 830409"/>
              <a:gd name="connsiteX174" fmla="*/ 638061 w 707644"/>
              <a:gd name="connsiteY174" fmla="*/ 581501 h 830409"/>
              <a:gd name="connsiteX175" fmla="*/ 648273 w 707644"/>
              <a:gd name="connsiteY175" fmla="*/ 599348 h 830409"/>
              <a:gd name="connsiteX176" fmla="*/ 640871 w 707644"/>
              <a:gd name="connsiteY176" fmla="*/ 588928 h 830409"/>
              <a:gd name="connsiteX177" fmla="*/ 639502 w 707644"/>
              <a:gd name="connsiteY177" fmla="*/ 584863 h 830409"/>
              <a:gd name="connsiteX178" fmla="*/ 554369 w 707644"/>
              <a:gd name="connsiteY178" fmla="*/ 753841 h 830409"/>
              <a:gd name="connsiteX179" fmla="*/ 580937 w 707644"/>
              <a:gd name="connsiteY179" fmla="*/ 771642 h 830409"/>
              <a:gd name="connsiteX180" fmla="*/ 601772 w 707644"/>
              <a:gd name="connsiteY180" fmla="*/ 785199 h 830409"/>
              <a:gd name="connsiteX181" fmla="*/ 596134 w 707644"/>
              <a:gd name="connsiteY181" fmla="*/ 788549 h 830409"/>
              <a:gd name="connsiteX182" fmla="*/ 595477 w 707644"/>
              <a:gd name="connsiteY182" fmla="*/ 788806 h 830409"/>
              <a:gd name="connsiteX183" fmla="*/ 586144 w 707644"/>
              <a:gd name="connsiteY183" fmla="*/ 783122 h 830409"/>
              <a:gd name="connsiteX184" fmla="*/ 560583 w 707644"/>
              <a:gd name="connsiteY184" fmla="*/ 761430 h 830409"/>
              <a:gd name="connsiteX185" fmla="*/ 556556 w 707644"/>
              <a:gd name="connsiteY185" fmla="*/ 757684 h 830409"/>
              <a:gd name="connsiteX186" fmla="*/ 643968 w 707644"/>
              <a:gd name="connsiteY186" fmla="*/ 565027 h 830409"/>
              <a:gd name="connsiteX187" fmla="*/ 647847 w 707644"/>
              <a:gd name="connsiteY187" fmla="*/ 566539 h 830409"/>
              <a:gd name="connsiteX188" fmla="*/ 648763 w 707644"/>
              <a:gd name="connsiteY188" fmla="*/ 566798 h 830409"/>
              <a:gd name="connsiteX189" fmla="*/ 649254 w 707644"/>
              <a:gd name="connsiteY189" fmla="*/ 567982 h 830409"/>
              <a:gd name="connsiteX190" fmla="*/ 646172 w 707644"/>
              <a:gd name="connsiteY190" fmla="*/ 566268 h 830409"/>
              <a:gd name="connsiteX191" fmla="*/ 598581 w 707644"/>
              <a:gd name="connsiteY191" fmla="*/ 656829 h 830409"/>
              <a:gd name="connsiteX192" fmla="*/ 606679 w 707644"/>
              <a:gd name="connsiteY192" fmla="*/ 664667 h 830409"/>
              <a:gd name="connsiteX193" fmla="*/ 615785 w 707644"/>
              <a:gd name="connsiteY193" fmla="*/ 681443 h 830409"/>
              <a:gd name="connsiteX194" fmla="*/ 609786 w 707644"/>
              <a:gd name="connsiteY194" fmla="*/ 677580 h 830409"/>
              <a:gd name="connsiteX195" fmla="*/ 600538 w 707644"/>
              <a:gd name="connsiteY195" fmla="*/ 660422 h 830409"/>
              <a:gd name="connsiteX196" fmla="*/ 597506 w 707644"/>
              <a:gd name="connsiteY196" fmla="*/ 654857 h 830409"/>
              <a:gd name="connsiteX197" fmla="*/ 598581 w 707644"/>
              <a:gd name="connsiteY197" fmla="*/ 656829 h 830409"/>
              <a:gd name="connsiteX198" fmla="*/ 598045 w 707644"/>
              <a:gd name="connsiteY198" fmla="*/ 656310 h 830409"/>
              <a:gd name="connsiteX199" fmla="*/ 633484 w 707644"/>
              <a:gd name="connsiteY199" fmla="*/ 570820 h 830409"/>
              <a:gd name="connsiteX200" fmla="*/ 652804 w 707644"/>
              <a:gd name="connsiteY200" fmla="*/ 602182 h 830409"/>
              <a:gd name="connsiteX201" fmla="*/ 650137 w 707644"/>
              <a:gd name="connsiteY201" fmla="*/ 600723 h 830409"/>
              <a:gd name="connsiteX202" fmla="*/ 639051 w 707644"/>
              <a:gd name="connsiteY202" fmla="*/ 582189 h 830409"/>
              <a:gd name="connsiteX203" fmla="*/ 636575 w 707644"/>
              <a:gd name="connsiteY203" fmla="*/ 578034 h 830409"/>
              <a:gd name="connsiteX204" fmla="*/ 600765 w 707644"/>
              <a:gd name="connsiteY204" fmla="*/ 630500 h 830409"/>
              <a:gd name="connsiteX205" fmla="*/ 605540 w 707644"/>
              <a:gd name="connsiteY205" fmla="*/ 633371 h 830409"/>
              <a:gd name="connsiteX206" fmla="*/ 625999 w 707644"/>
              <a:gd name="connsiteY206" fmla="*/ 668587 h 830409"/>
              <a:gd name="connsiteX207" fmla="*/ 615758 w 707644"/>
              <a:gd name="connsiteY207" fmla="*/ 655387 h 830409"/>
              <a:gd name="connsiteX208" fmla="*/ 607372 w 707644"/>
              <a:gd name="connsiteY208" fmla="*/ 644489 h 830409"/>
              <a:gd name="connsiteX209" fmla="*/ 602911 w 707644"/>
              <a:gd name="connsiteY209" fmla="*/ 634754 h 830409"/>
              <a:gd name="connsiteX210" fmla="*/ 521775 w 707644"/>
              <a:gd name="connsiteY210" fmla="*/ 787957 h 830409"/>
              <a:gd name="connsiteX211" fmla="*/ 539886 w 707644"/>
              <a:gd name="connsiteY211" fmla="*/ 810539 h 830409"/>
              <a:gd name="connsiteX212" fmla="*/ 536143 w 707644"/>
              <a:gd name="connsiteY212" fmla="*/ 812002 h 830409"/>
              <a:gd name="connsiteX213" fmla="*/ 572293 w 707644"/>
              <a:gd name="connsiteY213" fmla="*/ 677842 h 830409"/>
              <a:gd name="connsiteX214" fmla="*/ 588873 w 707644"/>
              <a:gd name="connsiteY214" fmla="*/ 689351 h 830409"/>
              <a:gd name="connsiteX215" fmla="*/ 598418 w 707644"/>
              <a:gd name="connsiteY215" fmla="*/ 692928 h 830409"/>
              <a:gd name="connsiteX216" fmla="*/ 603187 w 707644"/>
              <a:gd name="connsiteY216" fmla="*/ 702390 h 830409"/>
              <a:gd name="connsiteX217" fmla="*/ 607712 w 707644"/>
              <a:gd name="connsiteY217" fmla="*/ 710810 h 830409"/>
              <a:gd name="connsiteX218" fmla="*/ 593660 w 707644"/>
              <a:gd name="connsiteY218" fmla="*/ 699062 h 830409"/>
              <a:gd name="connsiteX219" fmla="*/ 626878 w 707644"/>
              <a:gd name="connsiteY219" fmla="*/ 555406 h 830409"/>
              <a:gd name="connsiteX220" fmla="*/ 643968 w 707644"/>
              <a:gd name="connsiteY220" fmla="*/ 565027 h 830409"/>
              <a:gd name="connsiteX221" fmla="*/ 628400 w 707644"/>
              <a:gd name="connsiteY221" fmla="*/ 558957 h 830409"/>
              <a:gd name="connsiteX222" fmla="*/ 625472 w 707644"/>
              <a:gd name="connsiteY222" fmla="*/ 557815 h 830409"/>
              <a:gd name="connsiteX223" fmla="*/ 628400 w 707644"/>
              <a:gd name="connsiteY223" fmla="*/ 558957 h 830409"/>
              <a:gd name="connsiteX224" fmla="*/ 633484 w 707644"/>
              <a:gd name="connsiteY224" fmla="*/ 570820 h 830409"/>
              <a:gd name="connsiteX225" fmla="*/ 536038 w 707644"/>
              <a:gd name="connsiteY225" fmla="*/ 741559 h 830409"/>
              <a:gd name="connsiteX226" fmla="*/ 547407 w 707644"/>
              <a:gd name="connsiteY226" fmla="*/ 749176 h 830409"/>
              <a:gd name="connsiteX227" fmla="*/ 556556 w 707644"/>
              <a:gd name="connsiteY227" fmla="*/ 757684 h 830409"/>
              <a:gd name="connsiteX228" fmla="*/ 566844 w 707644"/>
              <a:gd name="connsiteY228" fmla="*/ 775764 h 830409"/>
              <a:gd name="connsiteX229" fmla="*/ 578437 w 707644"/>
              <a:gd name="connsiteY229" fmla="*/ 795467 h 830409"/>
              <a:gd name="connsiteX230" fmla="*/ 575652 w 707644"/>
              <a:gd name="connsiteY230" fmla="*/ 796556 h 830409"/>
              <a:gd name="connsiteX231" fmla="*/ 555262 w 707644"/>
              <a:gd name="connsiteY231" fmla="*/ 769156 h 830409"/>
              <a:gd name="connsiteX232" fmla="*/ 624231 w 707644"/>
              <a:gd name="connsiteY232" fmla="*/ 557332 h 830409"/>
              <a:gd name="connsiteX233" fmla="*/ 624243 w 707644"/>
              <a:gd name="connsiteY233" fmla="*/ 557336 h 830409"/>
              <a:gd name="connsiteX234" fmla="*/ 636575 w 707644"/>
              <a:gd name="connsiteY234" fmla="*/ 578034 h 830409"/>
              <a:gd name="connsiteX235" fmla="*/ 638061 w 707644"/>
              <a:gd name="connsiteY235" fmla="*/ 581501 h 830409"/>
              <a:gd name="connsiteX236" fmla="*/ 620097 w 707644"/>
              <a:gd name="connsiteY236" fmla="*/ 563421 h 830409"/>
              <a:gd name="connsiteX237" fmla="*/ 634410 w 707644"/>
              <a:gd name="connsiteY237" fmla="*/ 579831 h 830409"/>
              <a:gd name="connsiteX238" fmla="*/ 640871 w 707644"/>
              <a:gd name="connsiteY238" fmla="*/ 588928 h 830409"/>
              <a:gd name="connsiteX239" fmla="*/ 643651 w 707644"/>
              <a:gd name="connsiteY239" fmla="*/ 597177 h 830409"/>
              <a:gd name="connsiteX240" fmla="*/ 634907 w 707644"/>
              <a:gd name="connsiteY240" fmla="*/ 592395 h 830409"/>
              <a:gd name="connsiteX241" fmla="*/ 626760 w 707644"/>
              <a:gd name="connsiteY241" fmla="*/ 586893 h 830409"/>
              <a:gd name="connsiteX242" fmla="*/ 534152 w 707644"/>
              <a:gd name="connsiteY242" fmla="*/ 736851 h 830409"/>
              <a:gd name="connsiteX243" fmla="*/ 547623 w 707644"/>
              <a:gd name="connsiteY243" fmla="*/ 745313 h 830409"/>
              <a:gd name="connsiteX244" fmla="*/ 550403 w 707644"/>
              <a:gd name="connsiteY244" fmla="*/ 746872 h 830409"/>
              <a:gd name="connsiteX245" fmla="*/ 554369 w 707644"/>
              <a:gd name="connsiteY245" fmla="*/ 753841 h 830409"/>
              <a:gd name="connsiteX246" fmla="*/ 547407 w 707644"/>
              <a:gd name="connsiteY246" fmla="*/ 749176 h 830409"/>
              <a:gd name="connsiteX247" fmla="*/ 621348 w 707644"/>
              <a:gd name="connsiteY247" fmla="*/ 552293 h 830409"/>
              <a:gd name="connsiteX248" fmla="*/ 622453 w 707644"/>
              <a:gd name="connsiteY248" fmla="*/ 552915 h 830409"/>
              <a:gd name="connsiteX249" fmla="*/ 625472 w 707644"/>
              <a:gd name="connsiteY249" fmla="*/ 557815 h 830409"/>
              <a:gd name="connsiteX250" fmla="*/ 624243 w 707644"/>
              <a:gd name="connsiteY250" fmla="*/ 557336 h 830409"/>
              <a:gd name="connsiteX251" fmla="*/ 624004 w 707644"/>
              <a:gd name="connsiteY251" fmla="*/ 556934 h 830409"/>
              <a:gd name="connsiteX252" fmla="*/ 585738 w 707644"/>
              <a:gd name="connsiteY252" fmla="*/ 621463 h 830409"/>
              <a:gd name="connsiteX253" fmla="*/ 588341 w 707644"/>
              <a:gd name="connsiteY253" fmla="*/ 623030 h 830409"/>
              <a:gd name="connsiteX254" fmla="*/ 593028 w 707644"/>
              <a:gd name="connsiteY254" fmla="*/ 625848 h 830409"/>
              <a:gd name="connsiteX255" fmla="*/ 607372 w 707644"/>
              <a:gd name="connsiteY255" fmla="*/ 644489 h 830409"/>
              <a:gd name="connsiteX256" fmla="*/ 611429 w 707644"/>
              <a:gd name="connsiteY256" fmla="*/ 653343 h 830409"/>
              <a:gd name="connsiteX257" fmla="*/ 629800 w 707644"/>
              <a:gd name="connsiteY257" fmla="*/ 686674 h 830409"/>
              <a:gd name="connsiteX258" fmla="*/ 630997 w 707644"/>
              <a:gd name="connsiteY258" fmla="*/ 688204 h 830409"/>
              <a:gd name="connsiteX259" fmla="*/ 606679 w 707644"/>
              <a:gd name="connsiteY259" fmla="*/ 664667 h 830409"/>
              <a:gd name="connsiteX260" fmla="*/ 592297 w 707644"/>
              <a:gd name="connsiteY260" fmla="*/ 638172 h 830409"/>
              <a:gd name="connsiteX261" fmla="*/ 589708 w 707644"/>
              <a:gd name="connsiteY261" fmla="*/ 633828 h 830409"/>
              <a:gd name="connsiteX262" fmla="*/ 589583 w 707644"/>
              <a:gd name="connsiteY262" fmla="*/ 633492 h 830409"/>
              <a:gd name="connsiteX263" fmla="*/ 570101 w 707644"/>
              <a:gd name="connsiteY263" fmla="*/ 652750 h 830409"/>
              <a:gd name="connsiteX264" fmla="*/ 581849 w 707644"/>
              <a:gd name="connsiteY264" fmla="*/ 660047 h 830409"/>
              <a:gd name="connsiteX265" fmla="*/ 598320 w 707644"/>
              <a:gd name="connsiteY265" fmla="*/ 692733 h 830409"/>
              <a:gd name="connsiteX266" fmla="*/ 506180 w 707644"/>
              <a:gd name="connsiteY266" fmla="*/ 785066 h 830409"/>
              <a:gd name="connsiteX267" fmla="*/ 534373 w 707644"/>
              <a:gd name="connsiteY267" fmla="*/ 812694 h 830409"/>
              <a:gd name="connsiteX268" fmla="*/ 533540 w 707644"/>
              <a:gd name="connsiteY268" fmla="*/ 813019 h 830409"/>
              <a:gd name="connsiteX269" fmla="*/ 521966 w 707644"/>
              <a:gd name="connsiteY269" fmla="*/ 815501 h 830409"/>
              <a:gd name="connsiteX270" fmla="*/ 514017 w 707644"/>
              <a:gd name="connsiteY270" fmla="*/ 801341 h 830409"/>
              <a:gd name="connsiteX271" fmla="*/ 530194 w 707644"/>
              <a:gd name="connsiteY271" fmla="*/ 733170 h 830409"/>
              <a:gd name="connsiteX272" fmla="*/ 534152 w 707644"/>
              <a:gd name="connsiteY272" fmla="*/ 736851 h 830409"/>
              <a:gd name="connsiteX273" fmla="*/ 531673 w 707644"/>
              <a:gd name="connsiteY273" fmla="*/ 735293 h 830409"/>
              <a:gd name="connsiteX274" fmla="*/ 589626 w 707644"/>
              <a:gd name="connsiteY274" fmla="*/ 605978 h 830409"/>
              <a:gd name="connsiteX275" fmla="*/ 614609 w 707644"/>
              <a:gd name="connsiteY275" fmla="*/ 638824 h 830409"/>
              <a:gd name="connsiteX276" fmla="*/ 605540 w 707644"/>
              <a:gd name="connsiteY276" fmla="*/ 633371 h 830409"/>
              <a:gd name="connsiteX277" fmla="*/ 616101 w 707644"/>
              <a:gd name="connsiteY277" fmla="*/ 549339 h 830409"/>
              <a:gd name="connsiteX278" fmla="*/ 621186 w 707644"/>
              <a:gd name="connsiteY278" fmla="*/ 552202 h 830409"/>
              <a:gd name="connsiteX279" fmla="*/ 621750 w 707644"/>
              <a:gd name="connsiteY279" fmla="*/ 553151 h 830409"/>
              <a:gd name="connsiteX280" fmla="*/ 624004 w 707644"/>
              <a:gd name="connsiteY280" fmla="*/ 556934 h 830409"/>
              <a:gd name="connsiteX281" fmla="*/ 624231 w 707644"/>
              <a:gd name="connsiteY281" fmla="*/ 557332 h 830409"/>
              <a:gd name="connsiteX282" fmla="*/ 617640 w 707644"/>
              <a:gd name="connsiteY282" fmla="*/ 554762 h 830409"/>
              <a:gd name="connsiteX283" fmla="*/ 510573 w 707644"/>
              <a:gd name="connsiteY283" fmla="*/ 769210 h 830409"/>
              <a:gd name="connsiteX284" fmla="*/ 525464 w 707644"/>
              <a:gd name="connsiteY284" fmla="*/ 785579 h 830409"/>
              <a:gd name="connsiteX285" fmla="*/ 541728 w 707644"/>
              <a:gd name="connsiteY285" fmla="*/ 799335 h 830409"/>
              <a:gd name="connsiteX286" fmla="*/ 545875 w 707644"/>
              <a:gd name="connsiteY286" fmla="*/ 808197 h 830409"/>
              <a:gd name="connsiteX287" fmla="*/ 543088 w 707644"/>
              <a:gd name="connsiteY287" fmla="*/ 809287 h 830409"/>
              <a:gd name="connsiteX288" fmla="*/ 518053 w 707644"/>
              <a:gd name="connsiteY288" fmla="*/ 780819 h 830409"/>
              <a:gd name="connsiteX289" fmla="*/ 515257 w 707644"/>
              <a:gd name="connsiteY289" fmla="*/ 777050 h 830409"/>
              <a:gd name="connsiteX290" fmla="*/ 575451 w 707644"/>
              <a:gd name="connsiteY290" fmla="*/ 615270 h 830409"/>
              <a:gd name="connsiteX291" fmla="*/ 580431 w 707644"/>
              <a:gd name="connsiteY291" fmla="*/ 618268 h 830409"/>
              <a:gd name="connsiteX292" fmla="*/ 589708 w 707644"/>
              <a:gd name="connsiteY292" fmla="*/ 633828 h 830409"/>
              <a:gd name="connsiteX293" fmla="*/ 597506 w 707644"/>
              <a:gd name="connsiteY293" fmla="*/ 654857 h 830409"/>
              <a:gd name="connsiteX294" fmla="*/ 579242 w 707644"/>
              <a:gd name="connsiteY294" fmla="*/ 621344 h 830409"/>
              <a:gd name="connsiteX295" fmla="*/ 612599 w 707644"/>
              <a:gd name="connsiteY295" fmla="*/ 537003 h 830409"/>
              <a:gd name="connsiteX296" fmla="*/ 621348 w 707644"/>
              <a:gd name="connsiteY296" fmla="*/ 552293 h 830409"/>
              <a:gd name="connsiteX297" fmla="*/ 621186 w 707644"/>
              <a:gd name="connsiteY297" fmla="*/ 552202 h 830409"/>
              <a:gd name="connsiteX298" fmla="*/ 613004 w 707644"/>
              <a:gd name="connsiteY298" fmla="*/ 538430 h 830409"/>
              <a:gd name="connsiteX299" fmla="*/ 549721 w 707644"/>
              <a:gd name="connsiteY299" fmla="*/ 667520 h 830409"/>
              <a:gd name="connsiteX300" fmla="*/ 554521 w 707644"/>
              <a:gd name="connsiteY300" fmla="*/ 672871 h 830409"/>
              <a:gd name="connsiteX301" fmla="*/ 551546 w 707644"/>
              <a:gd name="connsiteY301" fmla="*/ 670988 h 830409"/>
              <a:gd name="connsiteX302" fmla="*/ 611927 w 707644"/>
              <a:gd name="connsiteY302" fmla="*/ 535829 h 830409"/>
              <a:gd name="connsiteX303" fmla="*/ 612555 w 707644"/>
              <a:gd name="connsiteY303" fmla="*/ 536848 h 830409"/>
              <a:gd name="connsiteX304" fmla="*/ 612599 w 707644"/>
              <a:gd name="connsiteY304" fmla="*/ 537003 h 830409"/>
              <a:gd name="connsiteX305" fmla="*/ 565612 w 707644"/>
              <a:gd name="connsiteY305" fmla="*/ 630216 h 830409"/>
              <a:gd name="connsiteX306" fmla="*/ 588177 w 707644"/>
              <a:gd name="connsiteY306" fmla="*/ 646760 h 830409"/>
              <a:gd name="connsiteX307" fmla="*/ 598045 w 707644"/>
              <a:gd name="connsiteY307" fmla="*/ 656310 h 830409"/>
              <a:gd name="connsiteX308" fmla="*/ 604723 w 707644"/>
              <a:gd name="connsiteY308" fmla="*/ 674319 h 830409"/>
              <a:gd name="connsiteX309" fmla="*/ 601908 w 707644"/>
              <a:gd name="connsiteY309" fmla="*/ 672507 h 830409"/>
              <a:gd name="connsiteX310" fmla="*/ 581849 w 707644"/>
              <a:gd name="connsiteY310" fmla="*/ 660047 h 830409"/>
              <a:gd name="connsiteX311" fmla="*/ 571002 w 707644"/>
              <a:gd name="connsiteY311" fmla="*/ 638520 h 830409"/>
              <a:gd name="connsiteX312" fmla="*/ 545381 w 707644"/>
              <a:gd name="connsiteY312" fmla="*/ 667088 h 830409"/>
              <a:gd name="connsiteX313" fmla="*/ 551546 w 707644"/>
              <a:gd name="connsiteY313" fmla="*/ 670988 h 830409"/>
              <a:gd name="connsiteX314" fmla="*/ 569190 w 707644"/>
              <a:gd name="connsiteY314" fmla="*/ 704529 h 830409"/>
              <a:gd name="connsiteX315" fmla="*/ 586056 w 707644"/>
              <a:gd name="connsiteY315" fmla="*/ 729871 h 830409"/>
              <a:gd name="connsiteX316" fmla="*/ 581462 w 707644"/>
              <a:gd name="connsiteY316" fmla="*/ 726300 h 830409"/>
              <a:gd name="connsiteX317" fmla="*/ 578565 w 707644"/>
              <a:gd name="connsiteY317" fmla="*/ 721589 h 830409"/>
              <a:gd name="connsiteX318" fmla="*/ 603060 w 707644"/>
              <a:gd name="connsiteY318" fmla="*/ 545014 h 830409"/>
              <a:gd name="connsiteX319" fmla="*/ 612202 w 707644"/>
              <a:gd name="connsiteY319" fmla="*/ 552642 h 830409"/>
              <a:gd name="connsiteX320" fmla="*/ 617640 w 707644"/>
              <a:gd name="connsiteY320" fmla="*/ 554762 h 830409"/>
              <a:gd name="connsiteX321" fmla="*/ 620097 w 707644"/>
              <a:gd name="connsiteY321" fmla="*/ 563421 h 830409"/>
              <a:gd name="connsiteX322" fmla="*/ 616968 w 707644"/>
              <a:gd name="connsiteY322" fmla="*/ 559832 h 830409"/>
              <a:gd name="connsiteX323" fmla="*/ 546876 w 707644"/>
              <a:gd name="connsiteY323" fmla="*/ 659845 h 830409"/>
              <a:gd name="connsiteX324" fmla="*/ 551427 w 707644"/>
              <a:gd name="connsiteY324" fmla="*/ 663356 h 830409"/>
              <a:gd name="connsiteX325" fmla="*/ 553560 w 707644"/>
              <a:gd name="connsiteY325" fmla="*/ 664837 h 830409"/>
              <a:gd name="connsiteX326" fmla="*/ 597658 w 707644"/>
              <a:gd name="connsiteY326" fmla="*/ 717225 h 830409"/>
              <a:gd name="connsiteX327" fmla="*/ 592251 w 707644"/>
              <a:gd name="connsiteY327" fmla="*/ 712034 h 830409"/>
              <a:gd name="connsiteX328" fmla="*/ 554521 w 707644"/>
              <a:gd name="connsiteY328" fmla="*/ 672871 h 830409"/>
              <a:gd name="connsiteX329" fmla="*/ 508847 w 707644"/>
              <a:gd name="connsiteY329" fmla="*/ 718556 h 830409"/>
              <a:gd name="connsiteX330" fmla="*/ 511695 w 707644"/>
              <a:gd name="connsiteY330" fmla="*/ 720831 h 830409"/>
              <a:gd name="connsiteX331" fmla="*/ 529512 w 707644"/>
              <a:gd name="connsiteY331" fmla="*/ 733936 h 830409"/>
              <a:gd name="connsiteX332" fmla="*/ 531673 w 707644"/>
              <a:gd name="connsiteY332" fmla="*/ 735293 h 830409"/>
              <a:gd name="connsiteX333" fmla="*/ 536038 w 707644"/>
              <a:gd name="connsiteY333" fmla="*/ 741559 h 830409"/>
              <a:gd name="connsiteX334" fmla="*/ 517093 w 707644"/>
              <a:gd name="connsiteY334" fmla="*/ 728866 h 830409"/>
              <a:gd name="connsiteX335" fmla="*/ 572853 w 707644"/>
              <a:gd name="connsiteY335" fmla="*/ 582587 h 830409"/>
              <a:gd name="connsiteX336" fmla="*/ 584023 w 707644"/>
              <a:gd name="connsiteY336" fmla="*/ 598612 h 830409"/>
              <a:gd name="connsiteX337" fmla="*/ 585294 w 707644"/>
              <a:gd name="connsiteY337" fmla="*/ 600282 h 830409"/>
              <a:gd name="connsiteX338" fmla="*/ 587482 w 707644"/>
              <a:gd name="connsiteY338" fmla="*/ 604169 h 830409"/>
              <a:gd name="connsiteX339" fmla="*/ 600765 w 707644"/>
              <a:gd name="connsiteY339" fmla="*/ 630500 h 830409"/>
              <a:gd name="connsiteX340" fmla="*/ 593028 w 707644"/>
              <a:gd name="connsiteY340" fmla="*/ 625848 h 830409"/>
              <a:gd name="connsiteX341" fmla="*/ 590989 w 707644"/>
              <a:gd name="connsiteY341" fmla="*/ 623198 h 830409"/>
              <a:gd name="connsiteX342" fmla="*/ 582922 w 707644"/>
              <a:gd name="connsiteY342" fmla="*/ 612654 h 830409"/>
              <a:gd name="connsiteX343" fmla="*/ 576471 w 707644"/>
              <a:gd name="connsiteY343" fmla="*/ 592473 h 830409"/>
              <a:gd name="connsiteX344" fmla="*/ 534130 w 707644"/>
              <a:gd name="connsiteY344" fmla="*/ 659969 h 830409"/>
              <a:gd name="connsiteX345" fmla="*/ 543300 w 707644"/>
              <a:gd name="connsiteY345" fmla="*/ 665771 h 830409"/>
              <a:gd name="connsiteX346" fmla="*/ 563457 w 707644"/>
              <a:gd name="connsiteY346" fmla="*/ 698287 h 830409"/>
              <a:gd name="connsiteX347" fmla="*/ 578891 w 707644"/>
              <a:gd name="connsiteY347" fmla="*/ 724301 h 830409"/>
              <a:gd name="connsiteX348" fmla="*/ 576081 w 707644"/>
              <a:gd name="connsiteY348" fmla="*/ 722117 h 830409"/>
              <a:gd name="connsiteX349" fmla="*/ 567653 w 707644"/>
              <a:gd name="connsiteY349" fmla="*/ 712044 h 830409"/>
              <a:gd name="connsiteX350" fmla="*/ 537346 w 707644"/>
              <a:gd name="connsiteY350" fmla="*/ 664631 h 830409"/>
              <a:gd name="connsiteX351" fmla="*/ 539414 w 707644"/>
              <a:gd name="connsiteY351" fmla="*/ 647927 h 830409"/>
              <a:gd name="connsiteX352" fmla="*/ 540832 w 707644"/>
              <a:gd name="connsiteY352" fmla="*/ 649653 h 830409"/>
              <a:gd name="connsiteX353" fmla="*/ 541913 w 707644"/>
              <a:gd name="connsiteY353" fmla="*/ 651390 h 830409"/>
              <a:gd name="connsiteX354" fmla="*/ 546876 w 707644"/>
              <a:gd name="connsiteY354" fmla="*/ 659845 h 830409"/>
              <a:gd name="connsiteX355" fmla="*/ 544869 w 707644"/>
              <a:gd name="connsiteY355" fmla="*/ 658298 h 830409"/>
              <a:gd name="connsiteX356" fmla="*/ 591947 w 707644"/>
              <a:gd name="connsiteY356" fmla="*/ 535741 h 830409"/>
              <a:gd name="connsiteX357" fmla="*/ 597058 w 707644"/>
              <a:gd name="connsiteY357" fmla="*/ 538619 h 830409"/>
              <a:gd name="connsiteX358" fmla="*/ 603060 w 707644"/>
              <a:gd name="connsiteY358" fmla="*/ 545014 h 830409"/>
              <a:gd name="connsiteX359" fmla="*/ 591656 w 707644"/>
              <a:gd name="connsiteY359" fmla="*/ 535498 h 830409"/>
              <a:gd name="connsiteX360" fmla="*/ 591947 w 707644"/>
              <a:gd name="connsiteY360" fmla="*/ 535741 h 830409"/>
              <a:gd name="connsiteX361" fmla="*/ 591692 w 707644"/>
              <a:gd name="connsiteY361" fmla="*/ 535598 h 830409"/>
              <a:gd name="connsiteX362" fmla="*/ 535742 w 707644"/>
              <a:gd name="connsiteY362" fmla="*/ 651257 h 830409"/>
              <a:gd name="connsiteX363" fmla="*/ 544869 w 707644"/>
              <a:gd name="connsiteY363" fmla="*/ 658298 h 830409"/>
              <a:gd name="connsiteX364" fmla="*/ 549721 w 707644"/>
              <a:gd name="connsiteY364" fmla="*/ 667520 h 830409"/>
              <a:gd name="connsiteX365" fmla="*/ 537030 w 707644"/>
              <a:gd name="connsiteY365" fmla="*/ 653373 h 830409"/>
              <a:gd name="connsiteX366" fmla="*/ 453048 w 707644"/>
              <a:gd name="connsiteY366" fmla="*/ 822836 h 830409"/>
              <a:gd name="connsiteX367" fmla="*/ 455907 w 707644"/>
              <a:gd name="connsiteY367" fmla="*/ 827654 h 830409"/>
              <a:gd name="connsiteX368" fmla="*/ 454942 w 707644"/>
              <a:gd name="connsiteY368" fmla="*/ 827703 h 830409"/>
              <a:gd name="connsiteX369" fmla="*/ 451782 w 707644"/>
              <a:gd name="connsiteY369" fmla="*/ 820702 h 830409"/>
              <a:gd name="connsiteX370" fmla="*/ 452485 w 707644"/>
              <a:gd name="connsiteY370" fmla="*/ 821387 h 830409"/>
              <a:gd name="connsiteX371" fmla="*/ 453048 w 707644"/>
              <a:gd name="connsiteY371" fmla="*/ 822836 h 830409"/>
              <a:gd name="connsiteX372" fmla="*/ 532984 w 707644"/>
              <a:gd name="connsiteY372" fmla="*/ 649129 h 830409"/>
              <a:gd name="connsiteX373" fmla="*/ 533762 w 707644"/>
              <a:gd name="connsiteY373" fmla="*/ 649729 h 830409"/>
              <a:gd name="connsiteX374" fmla="*/ 537030 w 707644"/>
              <a:gd name="connsiteY374" fmla="*/ 653373 h 830409"/>
              <a:gd name="connsiteX375" fmla="*/ 545381 w 707644"/>
              <a:gd name="connsiteY375" fmla="*/ 667088 h 830409"/>
              <a:gd name="connsiteX376" fmla="*/ 543300 w 707644"/>
              <a:gd name="connsiteY376" fmla="*/ 665771 h 830409"/>
              <a:gd name="connsiteX377" fmla="*/ 603065 w 707644"/>
              <a:gd name="connsiteY377" fmla="*/ 499837 h 830409"/>
              <a:gd name="connsiteX378" fmla="*/ 626878 w 707644"/>
              <a:gd name="connsiteY378" fmla="*/ 555406 h 830409"/>
              <a:gd name="connsiteX379" fmla="*/ 622453 w 707644"/>
              <a:gd name="connsiteY379" fmla="*/ 552915 h 830409"/>
              <a:gd name="connsiteX380" fmla="*/ 612555 w 707644"/>
              <a:gd name="connsiteY380" fmla="*/ 536848 h 830409"/>
              <a:gd name="connsiteX381" fmla="*/ 607386 w 707644"/>
              <a:gd name="connsiteY381" fmla="*/ 518638 h 830409"/>
              <a:gd name="connsiteX382" fmla="*/ 604434 w 707644"/>
              <a:gd name="connsiteY382" fmla="*/ 493846 h 830409"/>
              <a:gd name="connsiteX383" fmla="*/ 638308 w 707644"/>
              <a:gd name="connsiteY383" fmla="*/ 541556 h 830409"/>
              <a:gd name="connsiteX384" fmla="*/ 640154 w 707644"/>
              <a:gd name="connsiteY384" fmla="*/ 546012 h 830409"/>
              <a:gd name="connsiteX385" fmla="*/ 638668 w 707644"/>
              <a:gd name="connsiteY385" fmla="*/ 543669 h 830409"/>
              <a:gd name="connsiteX386" fmla="*/ 575063 w 707644"/>
              <a:gd name="connsiteY386" fmla="*/ 553774 h 830409"/>
              <a:gd name="connsiteX387" fmla="*/ 593197 w 707644"/>
              <a:gd name="connsiteY387" fmla="*/ 563528 h 830409"/>
              <a:gd name="connsiteX388" fmla="*/ 595374 w 707644"/>
              <a:gd name="connsiteY388" fmla="*/ 565697 h 830409"/>
              <a:gd name="connsiteX389" fmla="*/ 626760 w 707644"/>
              <a:gd name="connsiteY389" fmla="*/ 586893 h 830409"/>
              <a:gd name="connsiteX390" fmla="*/ 627098 w 707644"/>
              <a:gd name="connsiteY390" fmla="*/ 588083 h 830409"/>
              <a:gd name="connsiteX391" fmla="*/ 647563 w 707644"/>
              <a:gd name="connsiteY391" fmla="*/ 641026 h 830409"/>
              <a:gd name="connsiteX392" fmla="*/ 653990 w 707644"/>
              <a:gd name="connsiteY392" fmla="*/ 653259 h 830409"/>
              <a:gd name="connsiteX393" fmla="*/ 640272 w 707644"/>
              <a:gd name="connsiteY393" fmla="*/ 640096 h 830409"/>
              <a:gd name="connsiteX394" fmla="*/ 621833 w 707644"/>
              <a:gd name="connsiteY394" fmla="*/ 620649 h 830409"/>
              <a:gd name="connsiteX395" fmla="*/ 578198 w 707644"/>
              <a:gd name="connsiteY395" fmla="*/ 557457 h 830409"/>
              <a:gd name="connsiteX396" fmla="*/ 485024 w 707644"/>
              <a:gd name="connsiteY396" fmla="*/ 741127 h 830409"/>
              <a:gd name="connsiteX397" fmla="*/ 504444 w 707644"/>
              <a:gd name="connsiteY397" fmla="*/ 762473 h 830409"/>
              <a:gd name="connsiteX398" fmla="*/ 515257 w 707644"/>
              <a:gd name="connsiteY398" fmla="*/ 777050 h 830409"/>
              <a:gd name="connsiteX399" fmla="*/ 521775 w 707644"/>
              <a:gd name="connsiteY399" fmla="*/ 787957 h 830409"/>
              <a:gd name="connsiteX400" fmla="*/ 486235 w 707644"/>
              <a:gd name="connsiteY400" fmla="*/ 743642 h 830409"/>
              <a:gd name="connsiteX401" fmla="*/ 567433 w 707644"/>
              <a:gd name="connsiteY401" fmla="*/ 567777 h 830409"/>
              <a:gd name="connsiteX402" fmla="*/ 589626 w 707644"/>
              <a:gd name="connsiteY402" fmla="*/ 605978 h 830409"/>
              <a:gd name="connsiteX403" fmla="*/ 585294 w 707644"/>
              <a:gd name="connsiteY403" fmla="*/ 600282 h 830409"/>
              <a:gd name="connsiteX404" fmla="*/ 568248 w 707644"/>
              <a:gd name="connsiteY404" fmla="*/ 570004 h 830409"/>
              <a:gd name="connsiteX405" fmla="*/ 513083 w 707644"/>
              <a:gd name="connsiteY405" fmla="*/ 680129 h 830409"/>
              <a:gd name="connsiteX406" fmla="*/ 537896 w 707644"/>
              <a:gd name="connsiteY406" fmla="*/ 707342 h 830409"/>
              <a:gd name="connsiteX407" fmla="*/ 572740 w 707644"/>
              <a:gd name="connsiteY407" fmla="*/ 744998 h 830409"/>
              <a:gd name="connsiteX408" fmla="*/ 594769 w 707644"/>
              <a:gd name="connsiteY408" fmla="*/ 771432 h 830409"/>
              <a:gd name="connsiteX409" fmla="*/ 572411 w 707644"/>
              <a:gd name="connsiteY409" fmla="*/ 759215 h 830409"/>
              <a:gd name="connsiteX410" fmla="*/ 550403 w 707644"/>
              <a:gd name="connsiteY410" fmla="*/ 746872 h 830409"/>
              <a:gd name="connsiteX411" fmla="*/ 543790 w 707644"/>
              <a:gd name="connsiteY411" fmla="*/ 735250 h 830409"/>
              <a:gd name="connsiteX412" fmla="*/ 516398 w 707644"/>
              <a:gd name="connsiteY412" fmla="*/ 686275 h 830409"/>
              <a:gd name="connsiteX413" fmla="*/ 497302 w 707644"/>
              <a:gd name="connsiteY413" fmla="*/ 711731 h 830409"/>
              <a:gd name="connsiteX414" fmla="*/ 517093 w 707644"/>
              <a:gd name="connsiteY414" fmla="*/ 728866 h 830409"/>
              <a:gd name="connsiteX415" fmla="*/ 563417 w 707644"/>
              <a:gd name="connsiteY415" fmla="*/ 801339 h 830409"/>
              <a:gd name="connsiteX416" fmla="*/ 550204 w 707644"/>
              <a:gd name="connsiteY416" fmla="*/ 806505 h 830409"/>
              <a:gd name="connsiteX417" fmla="*/ 541728 w 707644"/>
              <a:gd name="connsiteY417" fmla="*/ 799335 h 830409"/>
              <a:gd name="connsiteX418" fmla="*/ 529453 w 707644"/>
              <a:gd name="connsiteY418" fmla="*/ 773099 h 830409"/>
              <a:gd name="connsiteX419" fmla="*/ 600337 w 707644"/>
              <a:gd name="connsiteY419" fmla="*/ 487967 h 830409"/>
              <a:gd name="connsiteX420" fmla="*/ 601397 w 707644"/>
              <a:gd name="connsiteY420" fmla="*/ 489425 h 830409"/>
              <a:gd name="connsiteX421" fmla="*/ 604434 w 707644"/>
              <a:gd name="connsiteY421" fmla="*/ 493846 h 830409"/>
              <a:gd name="connsiteX422" fmla="*/ 600373 w 707644"/>
              <a:gd name="connsiteY422" fmla="*/ 488125 h 830409"/>
              <a:gd name="connsiteX423" fmla="*/ 556404 w 707644"/>
              <a:gd name="connsiteY423" fmla="*/ 577965 h 830409"/>
              <a:gd name="connsiteX424" fmla="*/ 557250 w 707644"/>
              <a:gd name="connsiteY424" fmla="*/ 579101 h 830409"/>
              <a:gd name="connsiteX425" fmla="*/ 582922 w 707644"/>
              <a:gd name="connsiteY425" fmla="*/ 612654 h 830409"/>
              <a:gd name="connsiteX426" fmla="*/ 585738 w 707644"/>
              <a:gd name="connsiteY426" fmla="*/ 621463 h 830409"/>
              <a:gd name="connsiteX427" fmla="*/ 580431 w 707644"/>
              <a:gd name="connsiteY427" fmla="*/ 618268 h 830409"/>
              <a:gd name="connsiteX428" fmla="*/ 594598 w 707644"/>
              <a:gd name="connsiteY428" fmla="*/ 480079 h 830409"/>
              <a:gd name="connsiteX429" fmla="*/ 597197 w 707644"/>
              <a:gd name="connsiteY429" fmla="*/ 483652 h 830409"/>
              <a:gd name="connsiteX430" fmla="*/ 600373 w 707644"/>
              <a:gd name="connsiteY430" fmla="*/ 488125 h 830409"/>
              <a:gd name="connsiteX431" fmla="*/ 603065 w 707644"/>
              <a:gd name="connsiteY431" fmla="*/ 499837 h 830409"/>
              <a:gd name="connsiteX432" fmla="*/ 443785 w 707644"/>
              <a:gd name="connsiteY432" fmla="*/ 794273 h 830409"/>
              <a:gd name="connsiteX433" fmla="*/ 450129 w 707644"/>
              <a:gd name="connsiteY433" fmla="*/ 802384 h 830409"/>
              <a:gd name="connsiteX434" fmla="*/ 466445 w 707644"/>
              <a:gd name="connsiteY434" fmla="*/ 827121 h 830409"/>
              <a:gd name="connsiteX435" fmla="*/ 458767 w 707644"/>
              <a:gd name="connsiteY435" fmla="*/ 827510 h 830409"/>
              <a:gd name="connsiteX436" fmla="*/ 452485 w 707644"/>
              <a:gd name="connsiteY436" fmla="*/ 821387 h 830409"/>
              <a:gd name="connsiteX437" fmla="*/ 446487 w 707644"/>
              <a:gd name="connsiteY437" fmla="*/ 805970 h 830409"/>
              <a:gd name="connsiteX438" fmla="*/ 572726 w 707644"/>
              <a:gd name="connsiteY438" fmla="*/ 515011 h 830409"/>
              <a:gd name="connsiteX439" fmla="*/ 590145 w 707644"/>
              <a:gd name="connsiteY439" fmla="*/ 531306 h 830409"/>
              <a:gd name="connsiteX440" fmla="*/ 590281 w 707644"/>
              <a:gd name="connsiteY440" fmla="*/ 531707 h 830409"/>
              <a:gd name="connsiteX441" fmla="*/ 591656 w 707644"/>
              <a:gd name="connsiteY441" fmla="*/ 535498 h 830409"/>
              <a:gd name="connsiteX442" fmla="*/ 589186 w 707644"/>
              <a:gd name="connsiteY442" fmla="*/ 533438 h 830409"/>
              <a:gd name="connsiteX443" fmla="*/ 519675 w 707644"/>
              <a:gd name="connsiteY443" fmla="*/ 619305 h 830409"/>
              <a:gd name="connsiteX444" fmla="*/ 533149 w 707644"/>
              <a:gd name="connsiteY444" fmla="*/ 629008 h 830409"/>
              <a:gd name="connsiteX445" fmla="*/ 537112 w 707644"/>
              <a:gd name="connsiteY445" fmla="*/ 635140 h 830409"/>
              <a:gd name="connsiteX446" fmla="*/ 558641 w 707644"/>
              <a:gd name="connsiteY446" fmla="*/ 664283 h 830409"/>
              <a:gd name="connsiteX447" fmla="*/ 572293 w 707644"/>
              <a:gd name="connsiteY447" fmla="*/ 677842 h 830409"/>
              <a:gd name="connsiteX448" fmla="*/ 553560 w 707644"/>
              <a:gd name="connsiteY448" fmla="*/ 664837 h 830409"/>
              <a:gd name="connsiteX449" fmla="*/ 542961 w 707644"/>
              <a:gd name="connsiteY449" fmla="*/ 652246 h 830409"/>
              <a:gd name="connsiteX450" fmla="*/ 540832 w 707644"/>
              <a:gd name="connsiteY450" fmla="*/ 649653 h 830409"/>
              <a:gd name="connsiteX451" fmla="*/ 537540 w 707644"/>
              <a:gd name="connsiteY451" fmla="*/ 644365 h 830409"/>
              <a:gd name="connsiteX452" fmla="*/ 536998 w 707644"/>
              <a:gd name="connsiteY452" fmla="*/ 643335 h 830409"/>
              <a:gd name="connsiteX453" fmla="*/ 536270 w 707644"/>
              <a:gd name="connsiteY453" fmla="*/ 642326 h 830409"/>
              <a:gd name="connsiteX454" fmla="*/ 535839 w 707644"/>
              <a:gd name="connsiteY454" fmla="*/ 641633 h 830409"/>
              <a:gd name="connsiteX455" fmla="*/ 534751 w 707644"/>
              <a:gd name="connsiteY455" fmla="*/ 640218 h 830409"/>
              <a:gd name="connsiteX456" fmla="*/ 484099 w 707644"/>
              <a:gd name="connsiteY456" fmla="*/ 688910 h 830409"/>
              <a:gd name="connsiteX457" fmla="*/ 488908 w 707644"/>
              <a:gd name="connsiteY457" fmla="*/ 693628 h 830409"/>
              <a:gd name="connsiteX458" fmla="*/ 508847 w 707644"/>
              <a:gd name="connsiteY458" fmla="*/ 718556 h 830409"/>
              <a:gd name="connsiteX459" fmla="*/ 495146 w 707644"/>
              <a:gd name="connsiteY459" fmla="*/ 707616 h 830409"/>
              <a:gd name="connsiteX460" fmla="*/ 493572 w 707644"/>
              <a:gd name="connsiteY460" fmla="*/ 704612 h 830409"/>
              <a:gd name="connsiteX461" fmla="*/ 589627 w 707644"/>
              <a:gd name="connsiteY461" fmla="*/ 468480 h 830409"/>
              <a:gd name="connsiteX462" fmla="*/ 589873 w 707644"/>
              <a:gd name="connsiteY462" fmla="*/ 468773 h 830409"/>
              <a:gd name="connsiteX463" fmla="*/ 598483 w 707644"/>
              <a:gd name="connsiteY463" fmla="*/ 479904 h 830409"/>
              <a:gd name="connsiteX464" fmla="*/ 600337 w 707644"/>
              <a:gd name="connsiteY464" fmla="*/ 487967 h 830409"/>
              <a:gd name="connsiteX465" fmla="*/ 597197 w 707644"/>
              <a:gd name="connsiteY465" fmla="*/ 483652 h 830409"/>
              <a:gd name="connsiteX466" fmla="*/ 594503 w 707644"/>
              <a:gd name="connsiteY466" fmla="*/ 479857 h 830409"/>
              <a:gd name="connsiteX467" fmla="*/ 552103 w 707644"/>
              <a:gd name="connsiteY467" fmla="*/ 541325 h 830409"/>
              <a:gd name="connsiteX468" fmla="*/ 553587 w 707644"/>
              <a:gd name="connsiteY468" fmla="*/ 542223 h 830409"/>
              <a:gd name="connsiteX469" fmla="*/ 558366 w 707644"/>
              <a:gd name="connsiteY469" fmla="*/ 544793 h 830409"/>
              <a:gd name="connsiteX470" fmla="*/ 561306 w 707644"/>
              <a:gd name="connsiteY470" fmla="*/ 551035 h 830409"/>
              <a:gd name="connsiteX471" fmla="*/ 567433 w 707644"/>
              <a:gd name="connsiteY471" fmla="*/ 567777 h 830409"/>
              <a:gd name="connsiteX472" fmla="*/ 553259 w 707644"/>
              <a:gd name="connsiteY472" fmla="*/ 543380 h 830409"/>
              <a:gd name="connsiteX473" fmla="*/ 495494 w 707644"/>
              <a:gd name="connsiteY473" fmla="*/ 652228 h 830409"/>
              <a:gd name="connsiteX474" fmla="*/ 501119 w 707644"/>
              <a:gd name="connsiteY474" fmla="*/ 657950 h 830409"/>
              <a:gd name="connsiteX475" fmla="*/ 513083 w 707644"/>
              <a:gd name="connsiteY475" fmla="*/ 680129 h 830409"/>
              <a:gd name="connsiteX476" fmla="*/ 503342 w 707644"/>
              <a:gd name="connsiteY476" fmla="*/ 669447 h 830409"/>
              <a:gd name="connsiteX477" fmla="*/ 499860 w 707644"/>
              <a:gd name="connsiteY477" fmla="*/ 664483 h 830409"/>
              <a:gd name="connsiteX478" fmla="*/ 497183 w 707644"/>
              <a:gd name="connsiteY478" fmla="*/ 657489 h 830409"/>
              <a:gd name="connsiteX479" fmla="*/ 412290 w 707644"/>
              <a:gd name="connsiteY479" fmla="*/ 820897 h 830409"/>
              <a:gd name="connsiteX480" fmla="*/ 419943 w 707644"/>
              <a:gd name="connsiteY480" fmla="*/ 829474 h 830409"/>
              <a:gd name="connsiteX481" fmla="*/ 417231 w 707644"/>
              <a:gd name="connsiteY481" fmla="*/ 829611 h 830409"/>
              <a:gd name="connsiteX482" fmla="*/ 416474 w 707644"/>
              <a:gd name="connsiteY482" fmla="*/ 828496 h 830409"/>
              <a:gd name="connsiteX483" fmla="*/ 510627 w 707644"/>
              <a:gd name="connsiteY483" fmla="*/ 612789 h 830409"/>
              <a:gd name="connsiteX484" fmla="*/ 516861 w 707644"/>
              <a:gd name="connsiteY484" fmla="*/ 617279 h 830409"/>
              <a:gd name="connsiteX485" fmla="*/ 528198 w 707644"/>
              <a:gd name="connsiteY485" fmla="*/ 631697 h 830409"/>
              <a:gd name="connsiteX486" fmla="*/ 534751 w 707644"/>
              <a:gd name="connsiteY486" fmla="*/ 640218 h 830409"/>
              <a:gd name="connsiteX487" fmla="*/ 536270 w 707644"/>
              <a:gd name="connsiteY487" fmla="*/ 642326 h 830409"/>
              <a:gd name="connsiteX488" fmla="*/ 537540 w 707644"/>
              <a:gd name="connsiteY488" fmla="*/ 644365 h 830409"/>
              <a:gd name="connsiteX489" fmla="*/ 539414 w 707644"/>
              <a:gd name="connsiteY489" fmla="*/ 647927 h 830409"/>
              <a:gd name="connsiteX490" fmla="*/ 510993 w 707644"/>
              <a:gd name="connsiteY490" fmla="*/ 613333 h 830409"/>
              <a:gd name="connsiteX491" fmla="*/ 589588 w 707644"/>
              <a:gd name="connsiteY491" fmla="*/ 441206 h 830409"/>
              <a:gd name="connsiteX492" fmla="*/ 608394 w 707644"/>
              <a:gd name="connsiteY492" fmla="*/ 469338 h 830409"/>
              <a:gd name="connsiteX493" fmla="*/ 631613 w 707644"/>
              <a:gd name="connsiteY493" fmla="*/ 525395 h 830409"/>
              <a:gd name="connsiteX494" fmla="*/ 620734 w 707644"/>
              <a:gd name="connsiteY494" fmla="*/ 508671 h 830409"/>
              <a:gd name="connsiteX495" fmla="*/ 598483 w 707644"/>
              <a:gd name="connsiteY495" fmla="*/ 479904 h 830409"/>
              <a:gd name="connsiteX496" fmla="*/ 507352 w 707644"/>
              <a:gd name="connsiteY496" fmla="*/ 610430 h 830409"/>
              <a:gd name="connsiteX497" fmla="*/ 510428 w 707644"/>
              <a:gd name="connsiteY497" fmla="*/ 612646 h 830409"/>
              <a:gd name="connsiteX498" fmla="*/ 510993 w 707644"/>
              <a:gd name="connsiteY498" fmla="*/ 613333 h 830409"/>
              <a:gd name="connsiteX499" fmla="*/ 528410 w 707644"/>
              <a:gd name="connsiteY499" fmla="*/ 639215 h 830409"/>
              <a:gd name="connsiteX500" fmla="*/ 535742 w 707644"/>
              <a:gd name="connsiteY500" fmla="*/ 651257 h 830409"/>
              <a:gd name="connsiteX501" fmla="*/ 533762 w 707644"/>
              <a:gd name="connsiteY501" fmla="*/ 649729 h 830409"/>
              <a:gd name="connsiteX502" fmla="*/ 532448 w 707644"/>
              <a:gd name="connsiteY502" fmla="*/ 648265 h 830409"/>
              <a:gd name="connsiteX503" fmla="*/ 524120 w 707644"/>
              <a:gd name="connsiteY503" fmla="*/ 634831 h 830409"/>
              <a:gd name="connsiteX504" fmla="*/ 504295 w 707644"/>
              <a:gd name="connsiteY504" fmla="*/ 616714 h 830409"/>
              <a:gd name="connsiteX505" fmla="*/ 518911 w 707644"/>
              <a:gd name="connsiteY505" fmla="*/ 633175 h 830409"/>
              <a:gd name="connsiteX506" fmla="*/ 532448 w 707644"/>
              <a:gd name="connsiteY506" fmla="*/ 648265 h 830409"/>
              <a:gd name="connsiteX507" fmla="*/ 532984 w 707644"/>
              <a:gd name="connsiteY507" fmla="*/ 649129 h 830409"/>
              <a:gd name="connsiteX508" fmla="*/ 524154 w 707644"/>
              <a:gd name="connsiteY508" fmla="*/ 642318 h 830409"/>
              <a:gd name="connsiteX509" fmla="*/ 517528 w 707644"/>
              <a:gd name="connsiteY509" fmla="*/ 635900 h 830409"/>
              <a:gd name="connsiteX510" fmla="*/ 458775 w 707644"/>
              <a:gd name="connsiteY510" fmla="*/ 709259 h 830409"/>
              <a:gd name="connsiteX511" fmla="*/ 461446 w 707644"/>
              <a:gd name="connsiteY511" fmla="*/ 712734 h 830409"/>
              <a:gd name="connsiteX512" fmla="*/ 466963 w 707644"/>
              <a:gd name="connsiteY512" fmla="*/ 719613 h 830409"/>
              <a:gd name="connsiteX513" fmla="*/ 474502 w 707644"/>
              <a:gd name="connsiteY513" fmla="*/ 729562 h 830409"/>
              <a:gd name="connsiteX514" fmla="*/ 478219 w 707644"/>
              <a:gd name="connsiteY514" fmla="*/ 733647 h 830409"/>
              <a:gd name="connsiteX515" fmla="*/ 486235 w 707644"/>
              <a:gd name="connsiteY515" fmla="*/ 743642 h 830409"/>
              <a:gd name="connsiteX516" fmla="*/ 506180 w 707644"/>
              <a:gd name="connsiteY516" fmla="*/ 785066 h 830409"/>
              <a:gd name="connsiteX517" fmla="*/ 506092 w 707644"/>
              <a:gd name="connsiteY517" fmla="*/ 784980 h 830409"/>
              <a:gd name="connsiteX518" fmla="*/ 484349 w 707644"/>
              <a:gd name="connsiteY518" fmla="*/ 763465 h 830409"/>
              <a:gd name="connsiteX519" fmla="*/ 463388 w 707644"/>
              <a:gd name="connsiteY519" fmla="*/ 719242 h 830409"/>
              <a:gd name="connsiteX520" fmla="*/ 547152 w 707644"/>
              <a:gd name="connsiteY520" fmla="*/ 520988 h 830409"/>
              <a:gd name="connsiteX521" fmla="*/ 575063 w 707644"/>
              <a:gd name="connsiteY521" fmla="*/ 553774 h 830409"/>
              <a:gd name="connsiteX522" fmla="*/ 558366 w 707644"/>
              <a:gd name="connsiteY522" fmla="*/ 544793 h 830409"/>
              <a:gd name="connsiteX523" fmla="*/ 539579 w 707644"/>
              <a:gd name="connsiteY523" fmla="*/ 533753 h 830409"/>
              <a:gd name="connsiteX524" fmla="*/ 552046 w 707644"/>
              <a:gd name="connsiteY524" fmla="*/ 541291 h 830409"/>
              <a:gd name="connsiteX525" fmla="*/ 553259 w 707644"/>
              <a:gd name="connsiteY525" fmla="*/ 543380 h 830409"/>
              <a:gd name="connsiteX526" fmla="*/ 568248 w 707644"/>
              <a:gd name="connsiteY526" fmla="*/ 570004 h 830409"/>
              <a:gd name="connsiteX527" fmla="*/ 572853 w 707644"/>
              <a:gd name="connsiteY527" fmla="*/ 582587 h 830409"/>
              <a:gd name="connsiteX528" fmla="*/ 543847 w 707644"/>
              <a:gd name="connsiteY528" fmla="*/ 540977 h 830409"/>
              <a:gd name="connsiteX529" fmla="*/ 489056 w 707644"/>
              <a:gd name="connsiteY529" fmla="*/ 632185 h 830409"/>
              <a:gd name="connsiteX530" fmla="*/ 490463 w 707644"/>
              <a:gd name="connsiteY530" fmla="*/ 632974 h 830409"/>
              <a:gd name="connsiteX531" fmla="*/ 510331 w 707644"/>
              <a:gd name="connsiteY531" fmla="*/ 644955 h 830409"/>
              <a:gd name="connsiteX532" fmla="*/ 526315 w 707644"/>
              <a:gd name="connsiteY532" fmla="*/ 662638 h 830409"/>
              <a:gd name="connsiteX533" fmla="*/ 567653 w 707644"/>
              <a:gd name="connsiteY533" fmla="*/ 712044 h 830409"/>
              <a:gd name="connsiteX534" fmla="*/ 572132 w 707644"/>
              <a:gd name="connsiteY534" fmla="*/ 719051 h 830409"/>
              <a:gd name="connsiteX535" fmla="*/ 541862 w 707644"/>
              <a:gd name="connsiteY535" fmla="*/ 695728 h 830409"/>
              <a:gd name="connsiteX536" fmla="*/ 511122 w 707644"/>
              <a:gd name="connsiteY536" fmla="*/ 668125 h 830409"/>
              <a:gd name="connsiteX537" fmla="*/ 501119 w 707644"/>
              <a:gd name="connsiteY537" fmla="*/ 657950 h 830409"/>
              <a:gd name="connsiteX538" fmla="*/ 491757 w 707644"/>
              <a:gd name="connsiteY538" fmla="*/ 640595 h 830409"/>
              <a:gd name="connsiteX539" fmla="*/ 530772 w 707644"/>
              <a:gd name="connsiteY539" fmla="*/ 543546 h 830409"/>
              <a:gd name="connsiteX540" fmla="*/ 555329 w 707644"/>
              <a:gd name="connsiteY540" fmla="*/ 576162 h 830409"/>
              <a:gd name="connsiteX541" fmla="*/ 556404 w 707644"/>
              <a:gd name="connsiteY541" fmla="*/ 577965 h 830409"/>
              <a:gd name="connsiteX542" fmla="*/ 530784 w 707644"/>
              <a:gd name="connsiteY542" fmla="*/ 543565 h 830409"/>
              <a:gd name="connsiteX543" fmla="*/ 434606 w 707644"/>
              <a:gd name="connsiteY543" fmla="*/ 737937 h 830409"/>
              <a:gd name="connsiteX544" fmla="*/ 475545 w 707644"/>
              <a:gd name="connsiteY544" fmla="*/ 793449 h 830409"/>
              <a:gd name="connsiteX545" fmla="*/ 489391 w 707644"/>
              <a:gd name="connsiteY545" fmla="*/ 810266 h 830409"/>
              <a:gd name="connsiteX546" fmla="*/ 495299 w 707644"/>
              <a:gd name="connsiteY546" fmla="*/ 821220 h 830409"/>
              <a:gd name="connsiteX547" fmla="*/ 492237 w 707644"/>
              <a:gd name="connsiteY547" fmla="*/ 821876 h 830409"/>
              <a:gd name="connsiteX548" fmla="*/ 457194 w 707644"/>
              <a:gd name="connsiteY548" fmla="*/ 775176 h 830409"/>
              <a:gd name="connsiteX549" fmla="*/ 435006 w 707644"/>
              <a:gd name="connsiteY549" fmla="*/ 743052 h 830409"/>
              <a:gd name="connsiteX550" fmla="*/ 453646 w 707644"/>
              <a:gd name="connsiteY550" fmla="*/ 698161 h 830409"/>
              <a:gd name="connsiteX551" fmla="*/ 474134 w 707644"/>
              <a:gd name="connsiteY551" fmla="*/ 721617 h 830409"/>
              <a:gd name="connsiteX552" fmla="*/ 478395 w 707644"/>
              <a:gd name="connsiteY552" fmla="*/ 727360 h 830409"/>
              <a:gd name="connsiteX553" fmla="*/ 485024 w 707644"/>
              <a:gd name="connsiteY553" fmla="*/ 741127 h 830409"/>
              <a:gd name="connsiteX554" fmla="*/ 478219 w 707644"/>
              <a:gd name="connsiteY554" fmla="*/ 733647 h 830409"/>
              <a:gd name="connsiteX555" fmla="*/ 466963 w 707644"/>
              <a:gd name="connsiteY555" fmla="*/ 719613 h 830409"/>
              <a:gd name="connsiteX556" fmla="*/ 458238 w 707644"/>
              <a:gd name="connsiteY556" fmla="*/ 708098 h 830409"/>
              <a:gd name="connsiteX557" fmla="*/ 486198 w 707644"/>
              <a:gd name="connsiteY557" fmla="*/ 630288 h 830409"/>
              <a:gd name="connsiteX558" fmla="*/ 486615 w 707644"/>
              <a:gd name="connsiteY558" fmla="*/ 630462 h 830409"/>
              <a:gd name="connsiteX559" fmla="*/ 488610 w 707644"/>
              <a:gd name="connsiteY559" fmla="*/ 630796 h 830409"/>
              <a:gd name="connsiteX560" fmla="*/ 489056 w 707644"/>
              <a:gd name="connsiteY560" fmla="*/ 632185 h 830409"/>
              <a:gd name="connsiteX561" fmla="*/ 486425 w 707644"/>
              <a:gd name="connsiteY561" fmla="*/ 630710 h 830409"/>
              <a:gd name="connsiteX562" fmla="*/ 458389 w 707644"/>
              <a:gd name="connsiteY562" fmla="*/ 678043 h 830409"/>
              <a:gd name="connsiteX563" fmla="*/ 487788 w 707644"/>
              <a:gd name="connsiteY563" fmla="*/ 701742 h 830409"/>
              <a:gd name="connsiteX564" fmla="*/ 495146 w 707644"/>
              <a:gd name="connsiteY564" fmla="*/ 707616 h 830409"/>
              <a:gd name="connsiteX565" fmla="*/ 497302 w 707644"/>
              <a:gd name="connsiteY565" fmla="*/ 711731 h 830409"/>
              <a:gd name="connsiteX566" fmla="*/ 494104 w 707644"/>
              <a:gd name="connsiteY566" fmla="*/ 601940 h 830409"/>
              <a:gd name="connsiteX567" fmla="*/ 500586 w 707644"/>
              <a:gd name="connsiteY567" fmla="*/ 608742 h 830409"/>
              <a:gd name="connsiteX568" fmla="*/ 507925 w 707644"/>
              <a:gd name="connsiteY568" fmla="*/ 618215 h 830409"/>
              <a:gd name="connsiteX569" fmla="*/ 498841 w 707644"/>
              <a:gd name="connsiteY569" fmla="*/ 608807 h 830409"/>
              <a:gd name="connsiteX570" fmla="*/ 539806 w 707644"/>
              <a:gd name="connsiteY570" fmla="*/ 505394 h 830409"/>
              <a:gd name="connsiteX571" fmla="*/ 587624 w 707644"/>
              <a:gd name="connsiteY571" fmla="*/ 533308 h 830409"/>
              <a:gd name="connsiteX572" fmla="*/ 591692 w 707644"/>
              <a:gd name="connsiteY572" fmla="*/ 535598 h 830409"/>
              <a:gd name="connsiteX573" fmla="*/ 594388 w 707644"/>
              <a:gd name="connsiteY573" fmla="*/ 543034 h 830409"/>
              <a:gd name="connsiteX574" fmla="*/ 612550 w 707644"/>
              <a:gd name="connsiteY574" fmla="*/ 573937 h 830409"/>
              <a:gd name="connsiteX575" fmla="*/ 593197 w 707644"/>
              <a:gd name="connsiteY575" fmla="*/ 563528 h 830409"/>
              <a:gd name="connsiteX576" fmla="*/ 570680 w 707644"/>
              <a:gd name="connsiteY576" fmla="*/ 541090 h 830409"/>
              <a:gd name="connsiteX577" fmla="*/ 541602 w 707644"/>
              <a:gd name="connsiteY577" fmla="*/ 509206 h 830409"/>
              <a:gd name="connsiteX578" fmla="*/ 454052 w 707644"/>
              <a:gd name="connsiteY578" fmla="*/ 679262 h 830409"/>
              <a:gd name="connsiteX579" fmla="*/ 474154 w 707644"/>
              <a:gd name="connsiteY579" fmla="*/ 708266 h 830409"/>
              <a:gd name="connsiteX580" fmla="*/ 510573 w 707644"/>
              <a:gd name="connsiteY580" fmla="*/ 769210 h 830409"/>
              <a:gd name="connsiteX581" fmla="*/ 504444 w 707644"/>
              <a:gd name="connsiteY581" fmla="*/ 762473 h 830409"/>
              <a:gd name="connsiteX582" fmla="*/ 478395 w 707644"/>
              <a:gd name="connsiteY582" fmla="*/ 727360 h 830409"/>
              <a:gd name="connsiteX583" fmla="*/ 461099 w 707644"/>
              <a:gd name="connsiteY583" fmla="*/ 691438 h 830409"/>
              <a:gd name="connsiteX584" fmla="*/ 567393 w 707644"/>
              <a:gd name="connsiteY584" fmla="*/ 442684 h 830409"/>
              <a:gd name="connsiteX585" fmla="*/ 573764 w 707644"/>
              <a:gd name="connsiteY585" fmla="*/ 450647 h 830409"/>
              <a:gd name="connsiteX586" fmla="*/ 594503 w 707644"/>
              <a:gd name="connsiteY586" fmla="*/ 479857 h 830409"/>
              <a:gd name="connsiteX587" fmla="*/ 594598 w 707644"/>
              <a:gd name="connsiteY587" fmla="*/ 480079 h 830409"/>
              <a:gd name="connsiteX588" fmla="*/ 483693 w 707644"/>
              <a:gd name="connsiteY588" fmla="*/ 615487 h 830409"/>
              <a:gd name="connsiteX589" fmla="*/ 489937 w 707644"/>
              <a:gd name="connsiteY589" fmla="*/ 622393 h 830409"/>
              <a:gd name="connsiteX590" fmla="*/ 492930 w 707644"/>
              <a:gd name="connsiteY590" fmla="*/ 627177 h 830409"/>
              <a:gd name="connsiteX591" fmla="*/ 491630 w 707644"/>
              <a:gd name="connsiteY591" fmla="*/ 631301 h 830409"/>
              <a:gd name="connsiteX592" fmla="*/ 488610 w 707644"/>
              <a:gd name="connsiteY592" fmla="*/ 630796 h 830409"/>
              <a:gd name="connsiteX593" fmla="*/ 501423 w 707644"/>
              <a:gd name="connsiteY593" fmla="*/ 578071 h 830409"/>
              <a:gd name="connsiteX594" fmla="*/ 510539 w 707644"/>
              <a:gd name="connsiteY594" fmla="*/ 588384 h 830409"/>
              <a:gd name="connsiteX595" fmla="*/ 537097 w 707644"/>
              <a:gd name="connsiteY595" fmla="*/ 608861 h 830409"/>
              <a:gd name="connsiteX596" fmla="*/ 562611 w 707644"/>
              <a:gd name="connsiteY596" fmla="*/ 642137 h 830409"/>
              <a:gd name="connsiteX597" fmla="*/ 570101 w 707644"/>
              <a:gd name="connsiteY597" fmla="*/ 652750 h 830409"/>
              <a:gd name="connsiteX598" fmla="*/ 541118 w 707644"/>
              <a:gd name="connsiteY598" fmla="*/ 634748 h 830409"/>
              <a:gd name="connsiteX599" fmla="*/ 533149 w 707644"/>
              <a:gd name="connsiteY599" fmla="*/ 629008 h 830409"/>
              <a:gd name="connsiteX600" fmla="*/ 512575 w 707644"/>
              <a:gd name="connsiteY600" fmla="*/ 597177 h 830409"/>
              <a:gd name="connsiteX601" fmla="*/ 490915 w 707644"/>
              <a:gd name="connsiteY601" fmla="*/ 598593 h 830409"/>
              <a:gd name="connsiteX602" fmla="*/ 492665 w 707644"/>
              <a:gd name="connsiteY602" fmla="*/ 599853 h 830409"/>
              <a:gd name="connsiteX603" fmla="*/ 494104 w 707644"/>
              <a:gd name="connsiteY603" fmla="*/ 601940 h 830409"/>
              <a:gd name="connsiteX604" fmla="*/ 432382 w 707644"/>
              <a:gd name="connsiteY604" fmla="*/ 711675 h 830409"/>
              <a:gd name="connsiteX605" fmla="*/ 470846 w 707644"/>
              <a:gd name="connsiteY605" fmla="*/ 750104 h 830409"/>
              <a:gd name="connsiteX606" fmla="*/ 484349 w 707644"/>
              <a:gd name="connsiteY606" fmla="*/ 763465 h 830409"/>
              <a:gd name="connsiteX607" fmla="*/ 492373 w 707644"/>
              <a:gd name="connsiteY607" fmla="*/ 780393 h 830409"/>
              <a:gd name="connsiteX608" fmla="*/ 514068 w 707644"/>
              <a:gd name="connsiteY608" fmla="*/ 817195 h 830409"/>
              <a:gd name="connsiteX609" fmla="*/ 497942 w 707644"/>
              <a:gd name="connsiteY609" fmla="*/ 820653 h 830409"/>
              <a:gd name="connsiteX610" fmla="*/ 489391 w 707644"/>
              <a:gd name="connsiteY610" fmla="*/ 810266 h 830409"/>
              <a:gd name="connsiteX611" fmla="*/ 466610 w 707644"/>
              <a:gd name="connsiteY611" fmla="*/ 768033 h 830409"/>
              <a:gd name="connsiteX612" fmla="*/ 435628 w 707644"/>
              <a:gd name="connsiteY612" fmla="*/ 724904 h 830409"/>
              <a:gd name="connsiteX613" fmla="*/ 433375 w 707644"/>
              <a:gd name="connsiteY613" fmla="*/ 722210 h 830409"/>
              <a:gd name="connsiteX614" fmla="*/ 433083 w 707644"/>
              <a:gd name="connsiteY614" fmla="*/ 718471 h 830409"/>
              <a:gd name="connsiteX615" fmla="*/ 448281 w 707644"/>
              <a:gd name="connsiteY615" fmla="*/ 669291 h 830409"/>
              <a:gd name="connsiteX616" fmla="*/ 458389 w 707644"/>
              <a:gd name="connsiteY616" fmla="*/ 678043 h 830409"/>
              <a:gd name="connsiteX617" fmla="*/ 451407 w 707644"/>
              <a:gd name="connsiteY617" fmla="*/ 672414 h 830409"/>
              <a:gd name="connsiteX618" fmla="*/ 448969 w 707644"/>
              <a:gd name="connsiteY618" fmla="*/ 670480 h 830409"/>
              <a:gd name="connsiteX619" fmla="*/ 483405 w 707644"/>
              <a:gd name="connsiteY619" fmla="*/ 592919 h 830409"/>
              <a:gd name="connsiteX620" fmla="*/ 484099 w 707644"/>
              <a:gd name="connsiteY620" fmla="*/ 593494 h 830409"/>
              <a:gd name="connsiteX621" fmla="*/ 488734 w 707644"/>
              <a:gd name="connsiteY621" fmla="*/ 598340 h 830409"/>
              <a:gd name="connsiteX622" fmla="*/ 498841 w 707644"/>
              <a:gd name="connsiteY622" fmla="*/ 608807 h 830409"/>
              <a:gd name="connsiteX623" fmla="*/ 504295 w 707644"/>
              <a:gd name="connsiteY623" fmla="*/ 616714 h 830409"/>
              <a:gd name="connsiteX624" fmla="*/ 495042 w 707644"/>
              <a:gd name="connsiteY624" fmla="*/ 606294 h 830409"/>
              <a:gd name="connsiteX625" fmla="*/ 528020 w 707644"/>
              <a:gd name="connsiteY625" fmla="*/ 498514 h 830409"/>
              <a:gd name="connsiteX626" fmla="*/ 536512 w 707644"/>
              <a:gd name="connsiteY626" fmla="*/ 503472 h 830409"/>
              <a:gd name="connsiteX627" fmla="*/ 538514 w 707644"/>
              <a:gd name="connsiteY627" fmla="*/ 505821 h 830409"/>
              <a:gd name="connsiteX628" fmla="*/ 541602 w 707644"/>
              <a:gd name="connsiteY628" fmla="*/ 509206 h 830409"/>
              <a:gd name="connsiteX629" fmla="*/ 547152 w 707644"/>
              <a:gd name="connsiteY629" fmla="*/ 520988 h 830409"/>
              <a:gd name="connsiteX630" fmla="*/ 551691 w 707644"/>
              <a:gd name="connsiteY630" fmla="*/ 447811 h 830409"/>
              <a:gd name="connsiteX631" fmla="*/ 552992 w 707644"/>
              <a:gd name="connsiteY631" fmla="*/ 449605 h 830409"/>
              <a:gd name="connsiteX632" fmla="*/ 598799 w 707644"/>
              <a:gd name="connsiteY632" fmla="*/ 514518 h 830409"/>
              <a:gd name="connsiteX633" fmla="*/ 613004 w 707644"/>
              <a:gd name="connsiteY633" fmla="*/ 538430 h 830409"/>
              <a:gd name="connsiteX634" fmla="*/ 616101 w 707644"/>
              <a:gd name="connsiteY634" fmla="*/ 549339 h 830409"/>
              <a:gd name="connsiteX635" fmla="*/ 597058 w 707644"/>
              <a:gd name="connsiteY635" fmla="*/ 538619 h 830409"/>
              <a:gd name="connsiteX636" fmla="*/ 590558 w 707644"/>
              <a:gd name="connsiteY636" fmla="*/ 531694 h 830409"/>
              <a:gd name="connsiteX637" fmla="*/ 590145 w 707644"/>
              <a:gd name="connsiteY637" fmla="*/ 531306 h 830409"/>
              <a:gd name="connsiteX638" fmla="*/ 581623 w 707644"/>
              <a:gd name="connsiteY638" fmla="*/ 506278 h 830409"/>
              <a:gd name="connsiteX639" fmla="*/ 559632 w 707644"/>
              <a:gd name="connsiteY639" fmla="*/ 464034 h 830409"/>
              <a:gd name="connsiteX640" fmla="*/ 445808 w 707644"/>
              <a:gd name="connsiteY640" fmla="*/ 667972 h 830409"/>
              <a:gd name="connsiteX641" fmla="*/ 448969 w 707644"/>
              <a:gd name="connsiteY641" fmla="*/ 670480 h 830409"/>
              <a:gd name="connsiteX642" fmla="*/ 454052 w 707644"/>
              <a:gd name="connsiteY642" fmla="*/ 679262 h 830409"/>
              <a:gd name="connsiteX643" fmla="*/ 452220 w 707644"/>
              <a:gd name="connsiteY643" fmla="*/ 676620 h 830409"/>
              <a:gd name="connsiteX644" fmla="*/ 526770 w 707644"/>
              <a:gd name="connsiteY644" fmla="*/ 497785 h 830409"/>
              <a:gd name="connsiteX645" fmla="*/ 527157 w 707644"/>
              <a:gd name="connsiteY645" fmla="*/ 498010 h 830409"/>
              <a:gd name="connsiteX646" fmla="*/ 530444 w 707644"/>
              <a:gd name="connsiteY646" fmla="*/ 502853 h 830409"/>
              <a:gd name="connsiteX647" fmla="*/ 552103 w 707644"/>
              <a:gd name="connsiteY647" fmla="*/ 541325 h 830409"/>
              <a:gd name="connsiteX648" fmla="*/ 552046 w 707644"/>
              <a:gd name="connsiteY648" fmla="*/ 541291 h 830409"/>
              <a:gd name="connsiteX649" fmla="*/ 525449 w 707644"/>
              <a:gd name="connsiteY649" fmla="*/ 495494 h 830409"/>
              <a:gd name="connsiteX650" fmla="*/ 528020 w 707644"/>
              <a:gd name="connsiteY650" fmla="*/ 498514 h 830409"/>
              <a:gd name="connsiteX651" fmla="*/ 527157 w 707644"/>
              <a:gd name="connsiteY651" fmla="*/ 498010 h 830409"/>
              <a:gd name="connsiteX652" fmla="*/ 525385 w 707644"/>
              <a:gd name="connsiteY652" fmla="*/ 495399 h 830409"/>
              <a:gd name="connsiteX653" fmla="*/ 525449 w 707644"/>
              <a:gd name="connsiteY653" fmla="*/ 495494 h 830409"/>
              <a:gd name="connsiteX654" fmla="*/ 525420 w 707644"/>
              <a:gd name="connsiteY654" fmla="*/ 495460 h 830409"/>
              <a:gd name="connsiteX655" fmla="*/ 385227 w 707644"/>
              <a:gd name="connsiteY655" fmla="*/ 786610 h 830409"/>
              <a:gd name="connsiteX656" fmla="*/ 405690 w 707644"/>
              <a:gd name="connsiteY656" fmla="*/ 808905 h 830409"/>
              <a:gd name="connsiteX657" fmla="*/ 412290 w 707644"/>
              <a:gd name="connsiteY657" fmla="*/ 820897 h 830409"/>
              <a:gd name="connsiteX658" fmla="*/ 387237 w 707644"/>
              <a:gd name="connsiteY658" fmla="*/ 792816 h 830409"/>
              <a:gd name="connsiteX659" fmla="*/ 555696 w 707644"/>
              <a:gd name="connsiteY659" fmla="*/ 428064 h 830409"/>
              <a:gd name="connsiteX660" fmla="*/ 557803 w 707644"/>
              <a:gd name="connsiteY660" fmla="*/ 430539 h 830409"/>
              <a:gd name="connsiteX661" fmla="*/ 563489 w 707644"/>
              <a:gd name="connsiteY661" fmla="*/ 437318 h 830409"/>
              <a:gd name="connsiteX662" fmla="*/ 567393 w 707644"/>
              <a:gd name="connsiteY662" fmla="*/ 442684 h 830409"/>
              <a:gd name="connsiteX663" fmla="*/ 476246 w 707644"/>
              <a:gd name="connsiteY663" fmla="*/ 592487 h 830409"/>
              <a:gd name="connsiteX664" fmla="*/ 488812 w 707644"/>
              <a:gd name="connsiteY664" fmla="*/ 608084 h 830409"/>
              <a:gd name="connsiteX665" fmla="*/ 517528 w 707644"/>
              <a:gd name="connsiteY665" fmla="*/ 635900 h 830409"/>
              <a:gd name="connsiteX666" fmla="*/ 534130 w 707644"/>
              <a:gd name="connsiteY666" fmla="*/ 659969 h 830409"/>
              <a:gd name="connsiteX667" fmla="*/ 511838 w 707644"/>
              <a:gd name="connsiteY667" fmla="*/ 645864 h 830409"/>
              <a:gd name="connsiteX668" fmla="*/ 510331 w 707644"/>
              <a:gd name="connsiteY668" fmla="*/ 644955 h 830409"/>
              <a:gd name="connsiteX669" fmla="*/ 489937 w 707644"/>
              <a:gd name="connsiteY669" fmla="*/ 622393 h 830409"/>
              <a:gd name="connsiteX670" fmla="*/ 484258 w 707644"/>
              <a:gd name="connsiteY670" fmla="*/ 613320 h 830409"/>
              <a:gd name="connsiteX671" fmla="*/ 482270 w 707644"/>
              <a:gd name="connsiteY671" fmla="*/ 611055 h 830409"/>
              <a:gd name="connsiteX672" fmla="*/ 476535 w 707644"/>
              <a:gd name="connsiteY672" fmla="*/ 593200 h 830409"/>
              <a:gd name="connsiteX673" fmla="*/ 510282 w 707644"/>
              <a:gd name="connsiteY673" fmla="*/ 516039 h 830409"/>
              <a:gd name="connsiteX674" fmla="*/ 515748 w 707644"/>
              <a:gd name="connsiteY674" fmla="*/ 519343 h 830409"/>
              <a:gd name="connsiteX675" fmla="*/ 530772 w 707644"/>
              <a:gd name="connsiteY675" fmla="*/ 543546 h 830409"/>
              <a:gd name="connsiteX676" fmla="*/ 530561 w 707644"/>
              <a:gd name="connsiteY676" fmla="*/ 543265 h 830409"/>
              <a:gd name="connsiteX677" fmla="*/ 469457 w 707644"/>
              <a:gd name="connsiteY677" fmla="*/ 599737 h 830409"/>
              <a:gd name="connsiteX678" fmla="*/ 470104 w 707644"/>
              <a:gd name="connsiteY678" fmla="*/ 600453 h 830409"/>
              <a:gd name="connsiteX679" fmla="*/ 486198 w 707644"/>
              <a:gd name="connsiteY679" fmla="*/ 630288 h 830409"/>
              <a:gd name="connsiteX680" fmla="*/ 484141 w 707644"/>
              <a:gd name="connsiteY680" fmla="*/ 629429 h 830409"/>
              <a:gd name="connsiteX681" fmla="*/ 486425 w 707644"/>
              <a:gd name="connsiteY681" fmla="*/ 630710 h 830409"/>
              <a:gd name="connsiteX682" fmla="*/ 491757 w 707644"/>
              <a:gd name="connsiteY682" fmla="*/ 640595 h 830409"/>
              <a:gd name="connsiteX683" fmla="*/ 495494 w 707644"/>
              <a:gd name="connsiteY683" fmla="*/ 652228 h 830409"/>
              <a:gd name="connsiteX684" fmla="*/ 490692 w 707644"/>
              <a:gd name="connsiteY684" fmla="*/ 647344 h 830409"/>
              <a:gd name="connsiteX685" fmla="*/ 479226 w 707644"/>
              <a:gd name="connsiteY685" fmla="*/ 635073 h 830409"/>
              <a:gd name="connsiteX686" fmla="*/ 469651 w 707644"/>
              <a:gd name="connsiteY686" fmla="*/ 621425 h 830409"/>
              <a:gd name="connsiteX687" fmla="*/ 472763 w 707644"/>
              <a:gd name="connsiteY687" fmla="*/ 623083 h 830409"/>
              <a:gd name="connsiteX688" fmla="*/ 475539 w 707644"/>
              <a:gd name="connsiteY688" fmla="*/ 583449 h 830409"/>
              <a:gd name="connsiteX689" fmla="*/ 482044 w 707644"/>
              <a:gd name="connsiteY689" fmla="*/ 589283 h 830409"/>
              <a:gd name="connsiteX690" fmla="*/ 490915 w 707644"/>
              <a:gd name="connsiteY690" fmla="*/ 598593 h 830409"/>
              <a:gd name="connsiteX691" fmla="*/ 485834 w 707644"/>
              <a:gd name="connsiteY691" fmla="*/ 594934 h 830409"/>
              <a:gd name="connsiteX692" fmla="*/ 484099 w 707644"/>
              <a:gd name="connsiteY692" fmla="*/ 593494 h 830409"/>
              <a:gd name="connsiteX693" fmla="*/ 481967 w 707644"/>
              <a:gd name="connsiteY693" fmla="*/ 591265 h 830409"/>
              <a:gd name="connsiteX694" fmla="*/ 481167 w 707644"/>
              <a:gd name="connsiteY694" fmla="*/ 590346 h 830409"/>
              <a:gd name="connsiteX695" fmla="*/ 475539 w 707644"/>
              <a:gd name="connsiteY695" fmla="*/ 583449 h 830409"/>
              <a:gd name="connsiteX696" fmla="*/ 468904 w 707644"/>
              <a:gd name="connsiteY696" fmla="*/ 595830 h 830409"/>
              <a:gd name="connsiteX697" fmla="*/ 482270 w 707644"/>
              <a:gd name="connsiteY697" fmla="*/ 611055 h 830409"/>
              <a:gd name="connsiteX698" fmla="*/ 483693 w 707644"/>
              <a:gd name="connsiteY698" fmla="*/ 615487 h 830409"/>
              <a:gd name="connsiteX699" fmla="*/ 470104 w 707644"/>
              <a:gd name="connsiteY699" fmla="*/ 600453 h 830409"/>
              <a:gd name="connsiteX700" fmla="*/ 469364 w 707644"/>
              <a:gd name="connsiteY700" fmla="*/ 599081 h 830409"/>
              <a:gd name="connsiteX701" fmla="*/ 434987 w 707644"/>
              <a:gd name="connsiteY701" fmla="*/ 657782 h 830409"/>
              <a:gd name="connsiteX702" fmla="*/ 444105 w 707644"/>
              <a:gd name="connsiteY702" fmla="*/ 665675 h 830409"/>
              <a:gd name="connsiteX703" fmla="*/ 445808 w 707644"/>
              <a:gd name="connsiteY703" fmla="*/ 667972 h 830409"/>
              <a:gd name="connsiteX704" fmla="*/ 436159 w 707644"/>
              <a:gd name="connsiteY704" fmla="*/ 660318 h 830409"/>
              <a:gd name="connsiteX705" fmla="*/ 471165 w 707644"/>
              <a:gd name="connsiteY705" fmla="*/ 579973 h 830409"/>
              <a:gd name="connsiteX706" fmla="*/ 481967 w 707644"/>
              <a:gd name="connsiteY706" fmla="*/ 591265 h 830409"/>
              <a:gd name="connsiteX707" fmla="*/ 483405 w 707644"/>
              <a:gd name="connsiteY707" fmla="*/ 592919 h 830409"/>
              <a:gd name="connsiteX708" fmla="*/ 472874 w 707644"/>
              <a:gd name="connsiteY708" fmla="*/ 584181 h 830409"/>
              <a:gd name="connsiteX709" fmla="*/ 368251 w 707644"/>
              <a:gd name="connsiteY709" fmla="*/ 794378 h 830409"/>
              <a:gd name="connsiteX710" fmla="*/ 388613 w 707644"/>
              <a:gd name="connsiteY710" fmla="*/ 817667 h 830409"/>
              <a:gd name="connsiteX711" fmla="*/ 395161 w 707644"/>
              <a:gd name="connsiteY711" fmla="*/ 829711 h 830409"/>
              <a:gd name="connsiteX712" fmla="*/ 387846 w 707644"/>
              <a:gd name="connsiteY712" fmla="*/ 828896 h 830409"/>
              <a:gd name="connsiteX713" fmla="*/ 386590 w 707644"/>
              <a:gd name="connsiteY713" fmla="*/ 824723 h 830409"/>
              <a:gd name="connsiteX714" fmla="*/ 427955 w 707644"/>
              <a:gd name="connsiteY714" fmla="*/ 668748 h 830409"/>
              <a:gd name="connsiteX715" fmla="*/ 430441 w 707644"/>
              <a:gd name="connsiteY715" fmla="*/ 671594 h 830409"/>
              <a:gd name="connsiteX716" fmla="*/ 452175 w 707644"/>
              <a:gd name="connsiteY716" fmla="*/ 700096 h 830409"/>
              <a:gd name="connsiteX717" fmla="*/ 458238 w 707644"/>
              <a:gd name="connsiteY717" fmla="*/ 708098 h 830409"/>
              <a:gd name="connsiteX718" fmla="*/ 458775 w 707644"/>
              <a:gd name="connsiteY718" fmla="*/ 709259 h 830409"/>
              <a:gd name="connsiteX719" fmla="*/ 428006 w 707644"/>
              <a:gd name="connsiteY719" fmla="*/ 669239 h 830409"/>
              <a:gd name="connsiteX720" fmla="*/ 467711 w 707644"/>
              <a:gd name="connsiteY720" fmla="*/ 579897 h 830409"/>
              <a:gd name="connsiteX721" fmla="*/ 472874 w 707644"/>
              <a:gd name="connsiteY721" fmla="*/ 584181 h 830409"/>
              <a:gd name="connsiteX722" fmla="*/ 476246 w 707644"/>
              <a:gd name="connsiteY722" fmla="*/ 592487 h 830409"/>
              <a:gd name="connsiteX723" fmla="*/ 467764 w 707644"/>
              <a:gd name="connsiteY723" fmla="*/ 581959 h 830409"/>
              <a:gd name="connsiteX724" fmla="*/ 467479 w 707644"/>
              <a:gd name="connsiteY724" fmla="*/ 570893 h 830409"/>
              <a:gd name="connsiteX725" fmla="*/ 471165 w 707644"/>
              <a:gd name="connsiteY725" fmla="*/ 579973 h 830409"/>
              <a:gd name="connsiteX726" fmla="*/ 467617 w 707644"/>
              <a:gd name="connsiteY726" fmla="*/ 576263 h 830409"/>
              <a:gd name="connsiteX727" fmla="*/ 426124 w 707644"/>
              <a:gd name="connsiteY727" fmla="*/ 652358 h 830409"/>
              <a:gd name="connsiteX728" fmla="*/ 436159 w 707644"/>
              <a:gd name="connsiteY728" fmla="*/ 660318 h 830409"/>
              <a:gd name="connsiteX729" fmla="*/ 453646 w 707644"/>
              <a:gd name="connsiteY729" fmla="*/ 698161 h 830409"/>
              <a:gd name="connsiteX730" fmla="*/ 430441 w 707644"/>
              <a:gd name="connsiteY730" fmla="*/ 671594 h 830409"/>
              <a:gd name="connsiteX731" fmla="*/ 427906 w 707644"/>
              <a:gd name="connsiteY731" fmla="*/ 668269 h 830409"/>
              <a:gd name="connsiteX732" fmla="*/ 426399 w 707644"/>
              <a:gd name="connsiteY732" fmla="*/ 653662 h 830409"/>
              <a:gd name="connsiteX733" fmla="*/ 467199 w 707644"/>
              <a:gd name="connsiteY733" fmla="*/ 560027 h 830409"/>
              <a:gd name="connsiteX734" fmla="*/ 500926 w 707644"/>
              <a:gd name="connsiteY734" fmla="*/ 601080 h 830409"/>
              <a:gd name="connsiteX735" fmla="*/ 507352 w 707644"/>
              <a:gd name="connsiteY735" fmla="*/ 610430 h 830409"/>
              <a:gd name="connsiteX736" fmla="*/ 492665 w 707644"/>
              <a:gd name="connsiteY736" fmla="*/ 599853 h 830409"/>
              <a:gd name="connsiteX737" fmla="*/ 467277 w 707644"/>
              <a:gd name="connsiteY737" fmla="*/ 563046 h 830409"/>
              <a:gd name="connsiteX738" fmla="*/ 376628 w 707644"/>
              <a:gd name="connsiteY738" fmla="*/ 747457 h 830409"/>
              <a:gd name="connsiteX739" fmla="*/ 433410 w 707644"/>
              <a:gd name="connsiteY739" fmla="*/ 802797 h 830409"/>
              <a:gd name="connsiteX740" fmla="*/ 449552 w 707644"/>
              <a:gd name="connsiteY740" fmla="*/ 827976 h 830409"/>
              <a:gd name="connsiteX741" fmla="*/ 433045 w 707644"/>
              <a:gd name="connsiteY741" fmla="*/ 828811 h 830409"/>
              <a:gd name="connsiteX742" fmla="*/ 412006 w 707644"/>
              <a:gd name="connsiteY742" fmla="*/ 815788 h 830409"/>
              <a:gd name="connsiteX743" fmla="*/ 405690 w 707644"/>
              <a:gd name="connsiteY743" fmla="*/ 808905 h 830409"/>
              <a:gd name="connsiteX744" fmla="*/ 390546 w 707644"/>
              <a:gd name="connsiteY744" fmla="*/ 781395 h 830409"/>
              <a:gd name="connsiteX745" fmla="*/ 508767 w 707644"/>
              <a:gd name="connsiteY745" fmla="*/ 470916 h 830409"/>
              <a:gd name="connsiteX746" fmla="*/ 516287 w 707644"/>
              <a:gd name="connsiteY746" fmla="*/ 479740 h 830409"/>
              <a:gd name="connsiteX747" fmla="*/ 525385 w 707644"/>
              <a:gd name="connsiteY747" fmla="*/ 495399 h 830409"/>
              <a:gd name="connsiteX748" fmla="*/ 385162 w 707644"/>
              <a:gd name="connsiteY748" fmla="*/ 727641 h 830409"/>
              <a:gd name="connsiteX749" fmla="*/ 413545 w 707644"/>
              <a:gd name="connsiteY749" fmla="*/ 756253 h 830409"/>
              <a:gd name="connsiteX750" fmla="*/ 451782 w 707644"/>
              <a:gd name="connsiteY750" fmla="*/ 820702 h 830409"/>
              <a:gd name="connsiteX751" fmla="*/ 433410 w 707644"/>
              <a:gd name="connsiteY751" fmla="*/ 802797 h 830409"/>
              <a:gd name="connsiteX752" fmla="*/ 397658 w 707644"/>
              <a:gd name="connsiteY752" fmla="*/ 747027 h 830409"/>
              <a:gd name="connsiteX753" fmla="*/ 466986 w 707644"/>
              <a:gd name="connsiteY753" fmla="*/ 549285 h 830409"/>
              <a:gd name="connsiteX754" fmla="*/ 479404 w 707644"/>
              <a:gd name="connsiteY754" fmla="*/ 566391 h 830409"/>
              <a:gd name="connsiteX755" fmla="*/ 510627 w 707644"/>
              <a:gd name="connsiteY755" fmla="*/ 612789 h 830409"/>
              <a:gd name="connsiteX756" fmla="*/ 510428 w 707644"/>
              <a:gd name="connsiteY756" fmla="*/ 612646 h 830409"/>
              <a:gd name="connsiteX757" fmla="*/ 500926 w 707644"/>
              <a:gd name="connsiteY757" fmla="*/ 601080 h 830409"/>
              <a:gd name="connsiteX758" fmla="*/ 489691 w 707644"/>
              <a:gd name="connsiteY758" fmla="*/ 584730 h 830409"/>
              <a:gd name="connsiteX759" fmla="*/ 467118 w 707644"/>
              <a:gd name="connsiteY759" fmla="*/ 556886 h 830409"/>
              <a:gd name="connsiteX760" fmla="*/ 466990 w 707644"/>
              <a:gd name="connsiteY760" fmla="*/ 551895 h 830409"/>
              <a:gd name="connsiteX761" fmla="*/ 536046 w 707644"/>
              <a:gd name="connsiteY761" fmla="*/ 403507 h 830409"/>
              <a:gd name="connsiteX762" fmla="*/ 555696 w 707644"/>
              <a:gd name="connsiteY762" fmla="*/ 428064 h 830409"/>
              <a:gd name="connsiteX763" fmla="*/ 538892 w 707644"/>
              <a:gd name="connsiteY763" fmla="*/ 408336 h 830409"/>
              <a:gd name="connsiteX764" fmla="*/ 401168 w 707644"/>
              <a:gd name="connsiteY764" fmla="*/ 683669 h 830409"/>
              <a:gd name="connsiteX765" fmla="*/ 401331 w 707644"/>
              <a:gd name="connsiteY765" fmla="*/ 683893 h 830409"/>
              <a:gd name="connsiteX766" fmla="*/ 433375 w 707644"/>
              <a:gd name="connsiteY766" fmla="*/ 722210 h 830409"/>
              <a:gd name="connsiteX767" fmla="*/ 434606 w 707644"/>
              <a:gd name="connsiteY767" fmla="*/ 737937 h 830409"/>
              <a:gd name="connsiteX768" fmla="*/ 419867 w 707644"/>
              <a:gd name="connsiteY768" fmla="*/ 717953 h 830409"/>
              <a:gd name="connsiteX769" fmla="*/ 415474 w 707644"/>
              <a:gd name="connsiteY769" fmla="*/ 711092 h 830409"/>
              <a:gd name="connsiteX770" fmla="*/ 466981 w 707644"/>
              <a:gd name="connsiteY770" fmla="*/ 546210 h 830409"/>
              <a:gd name="connsiteX771" fmla="*/ 519675 w 707644"/>
              <a:gd name="connsiteY771" fmla="*/ 619305 h 830409"/>
              <a:gd name="connsiteX772" fmla="*/ 516861 w 707644"/>
              <a:gd name="connsiteY772" fmla="*/ 617279 h 830409"/>
              <a:gd name="connsiteX773" fmla="*/ 510887 w 707644"/>
              <a:gd name="connsiteY773" fmla="*/ 609680 h 830409"/>
              <a:gd name="connsiteX774" fmla="*/ 466984 w 707644"/>
              <a:gd name="connsiteY774" fmla="*/ 547709 h 830409"/>
              <a:gd name="connsiteX775" fmla="*/ 506587 w 707644"/>
              <a:gd name="connsiteY775" fmla="*/ 463043 h 830409"/>
              <a:gd name="connsiteX776" fmla="*/ 522707 w 707644"/>
              <a:gd name="connsiteY776" fmla="*/ 473613 h 830409"/>
              <a:gd name="connsiteX777" fmla="*/ 524294 w 707644"/>
              <a:gd name="connsiteY777" fmla="*/ 474870 h 830409"/>
              <a:gd name="connsiteX778" fmla="*/ 534564 w 707644"/>
              <a:gd name="connsiteY778" fmla="*/ 494265 h 830409"/>
              <a:gd name="connsiteX779" fmla="*/ 539806 w 707644"/>
              <a:gd name="connsiteY779" fmla="*/ 505394 h 830409"/>
              <a:gd name="connsiteX780" fmla="*/ 536512 w 707644"/>
              <a:gd name="connsiteY780" fmla="*/ 503472 h 830409"/>
              <a:gd name="connsiteX781" fmla="*/ 516287 w 707644"/>
              <a:gd name="connsiteY781" fmla="*/ 479740 h 830409"/>
              <a:gd name="connsiteX782" fmla="*/ 422899 w 707644"/>
              <a:gd name="connsiteY782" fmla="*/ 637079 h 830409"/>
              <a:gd name="connsiteX783" fmla="*/ 425443 w 707644"/>
              <a:gd name="connsiteY783" fmla="*/ 640509 h 830409"/>
              <a:gd name="connsiteX784" fmla="*/ 434987 w 707644"/>
              <a:gd name="connsiteY784" fmla="*/ 657782 h 830409"/>
              <a:gd name="connsiteX785" fmla="*/ 424095 w 707644"/>
              <a:gd name="connsiteY785" fmla="*/ 642747 h 830409"/>
              <a:gd name="connsiteX786" fmla="*/ 497958 w 707644"/>
              <a:gd name="connsiteY786" fmla="*/ 479735 h 830409"/>
              <a:gd name="connsiteX787" fmla="*/ 501061 w 707644"/>
              <a:gd name="connsiteY787" fmla="*/ 481854 h 830409"/>
              <a:gd name="connsiteX788" fmla="*/ 513477 w 707644"/>
              <a:gd name="connsiteY788" fmla="*/ 489557 h 830409"/>
              <a:gd name="connsiteX789" fmla="*/ 514819 w 707644"/>
              <a:gd name="connsiteY789" fmla="*/ 491846 h 830409"/>
              <a:gd name="connsiteX790" fmla="*/ 539579 w 707644"/>
              <a:gd name="connsiteY790" fmla="*/ 533753 h 830409"/>
              <a:gd name="connsiteX791" fmla="*/ 515748 w 707644"/>
              <a:gd name="connsiteY791" fmla="*/ 519343 h 830409"/>
              <a:gd name="connsiteX792" fmla="*/ 513616 w 707644"/>
              <a:gd name="connsiteY792" fmla="*/ 515909 h 830409"/>
              <a:gd name="connsiteX793" fmla="*/ 501270 w 707644"/>
              <a:gd name="connsiteY793" fmla="*/ 468734 h 830409"/>
              <a:gd name="connsiteX794" fmla="*/ 517388 w 707644"/>
              <a:gd name="connsiteY794" fmla="*/ 486025 h 830409"/>
              <a:gd name="connsiteX795" fmla="*/ 525420 w 707644"/>
              <a:gd name="connsiteY795" fmla="*/ 495460 h 830409"/>
              <a:gd name="connsiteX796" fmla="*/ 526770 w 707644"/>
              <a:gd name="connsiteY796" fmla="*/ 497785 h 830409"/>
              <a:gd name="connsiteX797" fmla="*/ 526249 w 707644"/>
              <a:gd name="connsiteY797" fmla="*/ 497481 h 830409"/>
              <a:gd name="connsiteX798" fmla="*/ 513477 w 707644"/>
              <a:gd name="connsiteY798" fmla="*/ 489557 h 830409"/>
              <a:gd name="connsiteX799" fmla="*/ 460025 w 707644"/>
              <a:gd name="connsiteY799" fmla="*/ 552532 h 830409"/>
              <a:gd name="connsiteX800" fmla="*/ 467277 w 707644"/>
              <a:gd name="connsiteY800" fmla="*/ 563046 h 830409"/>
              <a:gd name="connsiteX801" fmla="*/ 467479 w 707644"/>
              <a:gd name="connsiteY801" fmla="*/ 570893 h 830409"/>
              <a:gd name="connsiteX802" fmla="*/ 451972 w 707644"/>
              <a:gd name="connsiteY802" fmla="*/ 566838 h 830409"/>
              <a:gd name="connsiteX803" fmla="*/ 462860 w 707644"/>
              <a:gd name="connsiteY803" fmla="*/ 575872 h 830409"/>
              <a:gd name="connsiteX804" fmla="*/ 467764 w 707644"/>
              <a:gd name="connsiteY804" fmla="*/ 581959 h 830409"/>
              <a:gd name="connsiteX805" fmla="*/ 467948 w 707644"/>
              <a:gd name="connsiteY805" fmla="*/ 589079 h 830409"/>
              <a:gd name="connsiteX806" fmla="*/ 468904 w 707644"/>
              <a:gd name="connsiteY806" fmla="*/ 595830 h 830409"/>
              <a:gd name="connsiteX807" fmla="*/ 465550 w 707644"/>
              <a:gd name="connsiteY807" fmla="*/ 592011 h 830409"/>
              <a:gd name="connsiteX808" fmla="*/ 454892 w 707644"/>
              <a:gd name="connsiteY808" fmla="*/ 572252 h 830409"/>
              <a:gd name="connsiteX809" fmla="*/ 466961 w 707644"/>
              <a:gd name="connsiteY809" fmla="*/ 532491 h 830409"/>
              <a:gd name="connsiteX810" fmla="*/ 481984 w 707644"/>
              <a:gd name="connsiteY810" fmla="*/ 548545 h 830409"/>
              <a:gd name="connsiteX811" fmla="*/ 487688 w 707644"/>
              <a:gd name="connsiteY811" fmla="*/ 554542 h 830409"/>
              <a:gd name="connsiteX812" fmla="*/ 501423 w 707644"/>
              <a:gd name="connsiteY812" fmla="*/ 578071 h 830409"/>
              <a:gd name="connsiteX813" fmla="*/ 479512 w 707644"/>
              <a:gd name="connsiteY813" fmla="*/ 553284 h 830409"/>
              <a:gd name="connsiteX814" fmla="*/ 466969 w 707644"/>
              <a:gd name="connsiteY814" fmla="*/ 537983 h 830409"/>
              <a:gd name="connsiteX815" fmla="*/ 444475 w 707644"/>
              <a:gd name="connsiteY815" fmla="*/ 572100 h 830409"/>
              <a:gd name="connsiteX816" fmla="*/ 459360 w 707644"/>
              <a:gd name="connsiteY816" fmla="*/ 584959 h 830409"/>
              <a:gd name="connsiteX817" fmla="*/ 465550 w 707644"/>
              <a:gd name="connsiteY817" fmla="*/ 592011 h 830409"/>
              <a:gd name="connsiteX818" fmla="*/ 469364 w 707644"/>
              <a:gd name="connsiteY818" fmla="*/ 599081 h 830409"/>
              <a:gd name="connsiteX819" fmla="*/ 469457 w 707644"/>
              <a:gd name="connsiteY819" fmla="*/ 599737 h 830409"/>
              <a:gd name="connsiteX820" fmla="*/ 456226 w 707644"/>
              <a:gd name="connsiteY820" fmla="*/ 547024 h 830409"/>
              <a:gd name="connsiteX821" fmla="*/ 459193 w 707644"/>
              <a:gd name="connsiteY821" fmla="*/ 550484 h 830409"/>
              <a:gd name="connsiteX822" fmla="*/ 460025 w 707644"/>
              <a:gd name="connsiteY822" fmla="*/ 552532 h 830409"/>
              <a:gd name="connsiteX823" fmla="*/ 429851 w 707644"/>
              <a:gd name="connsiteY823" fmla="*/ 600211 h 830409"/>
              <a:gd name="connsiteX824" fmla="*/ 463376 w 707644"/>
              <a:gd name="connsiteY824" fmla="*/ 618080 h 830409"/>
              <a:gd name="connsiteX825" fmla="*/ 464175 w 707644"/>
              <a:gd name="connsiteY825" fmla="*/ 618963 h 830409"/>
              <a:gd name="connsiteX826" fmla="*/ 479226 w 707644"/>
              <a:gd name="connsiteY826" fmla="*/ 635073 h 830409"/>
              <a:gd name="connsiteX827" fmla="*/ 499860 w 707644"/>
              <a:gd name="connsiteY827" fmla="*/ 664483 h 830409"/>
              <a:gd name="connsiteX828" fmla="*/ 521213 w 707644"/>
              <a:gd name="connsiteY828" fmla="*/ 720278 h 830409"/>
              <a:gd name="connsiteX829" fmla="*/ 530194 w 707644"/>
              <a:gd name="connsiteY829" fmla="*/ 733170 h 830409"/>
              <a:gd name="connsiteX830" fmla="*/ 524407 w 707644"/>
              <a:gd name="connsiteY830" fmla="*/ 727788 h 830409"/>
              <a:gd name="connsiteX831" fmla="*/ 489898 w 707644"/>
              <a:gd name="connsiteY831" fmla="*/ 694599 h 830409"/>
              <a:gd name="connsiteX832" fmla="*/ 488908 w 707644"/>
              <a:gd name="connsiteY832" fmla="*/ 693628 h 830409"/>
              <a:gd name="connsiteX833" fmla="*/ 480924 w 707644"/>
              <a:gd name="connsiteY833" fmla="*/ 683646 h 830409"/>
              <a:gd name="connsiteX834" fmla="*/ 453306 w 707644"/>
              <a:gd name="connsiteY834" fmla="*/ 637865 h 830409"/>
              <a:gd name="connsiteX835" fmla="*/ 456450 w 707644"/>
              <a:gd name="connsiteY835" fmla="*/ 543726 h 830409"/>
              <a:gd name="connsiteX836" fmla="*/ 467118 w 707644"/>
              <a:gd name="connsiteY836" fmla="*/ 556886 h 830409"/>
              <a:gd name="connsiteX837" fmla="*/ 467199 w 707644"/>
              <a:gd name="connsiteY837" fmla="*/ 560027 h 830409"/>
              <a:gd name="connsiteX838" fmla="*/ 463132 w 707644"/>
              <a:gd name="connsiteY838" fmla="*/ 555076 h 830409"/>
              <a:gd name="connsiteX839" fmla="*/ 459193 w 707644"/>
              <a:gd name="connsiteY839" fmla="*/ 550484 h 830409"/>
              <a:gd name="connsiteX840" fmla="*/ 419265 w 707644"/>
              <a:gd name="connsiteY840" fmla="*/ 619862 h 830409"/>
              <a:gd name="connsiteX841" fmla="*/ 420363 w 707644"/>
              <a:gd name="connsiteY841" fmla="*/ 621055 h 830409"/>
              <a:gd name="connsiteX842" fmla="*/ 448281 w 707644"/>
              <a:gd name="connsiteY842" fmla="*/ 669291 h 830409"/>
              <a:gd name="connsiteX843" fmla="*/ 444105 w 707644"/>
              <a:gd name="connsiteY843" fmla="*/ 665675 h 830409"/>
              <a:gd name="connsiteX844" fmla="*/ 425443 w 707644"/>
              <a:gd name="connsiteY844" fmla="*/ 640509 h 830409"/>
              <a:gd name="connsiteX845" fmla="*/ 422498 w 707644"/>
              <a:gd name="connsiteY845" fmla="*/ 635181 h 830409"/>
              <a:gd name="connsiteX846" fmla="*/ 496320 w 707644"/>
              <a:gd name="connsiteY846" fmla="*/ 456311 h 830409"/>
              <a:gd name="connsiteX847" fmla="*/ 500886 w 707644"/>
              <a:gd name="connsiteY847" fmla="*/ 459305 h 830409"/>
              <a:gd name="connsiteX848" fmla="*/ 508767 w 707644"/>
              <a:gd name="connsiteY848" fmla="*/ 470916 h 830409"/>
              <a:gd name="connsiteX849" fmla="*/ 353589 w 707644"/>
              <a:gd name="connsiteY849" fmla="*/ 753249 h 830409"/>
              <a:gd name="connsiteX850" fmla="*/ 382475 w 707644"/>
              <a:gd name="connsiteY850" fmla="*/ 787478 h 830409"/>
              <a:gd name="connsiteX851" fmla="*/ 387237 w 707644"/>
              <a:gd name="connsiteY851" fmla="*/ 792816 h 830409"/>
              <a:gd name="connsiteX852" fmla="*/ 387367 w 707644"/>
              <a:gd name="connsiteY852" fmla="*/ 793219 h 830409"/>
              <a:gd name="connsiteX853" fmla="*/ 401437 w 707644"/>
              <a:gd name="connsiteY853" fmla="*/ 830409 h 830409"/>
              <a:gd name="connsiteX854" fmla="*/ 399572 w 707644"/>
              <a:gd name="connsiteY854" fmla="*/ 830202 h 830409"/>
              <a:gd name="connsiteX855" fmla="*/ 388613 w 707644"/>
              <a:gd name="connsiteY855" fmla="*/ 817667 h 830409"/>
              <a:gd name="connsiteX856" fmla="*/ 418687 w 707644"/>
              <a:gd name="connsiteY856" fmla="*/ 617123 h 830409"/>
              <a:gd name="connsiteX857" fmla="*/ 463515 w 707644"/>
              <a:gd name="connsiteY857" fmla="*/ 661880 h 830409"/>
              <a:gd name="connsiteX858" fmla="*/ 480924 w 707644"/>
              <a:gd name="connsiteY858" fmla="*/ 683646 h 830409"/>
              <a:gd name="connsiteX859" fmla="*/ 484099 w 707644"/>
              <a:gd name="connsiteY859" fmla="*/ 688910 h 830409"/>
              <a:gd name="connsiteX860" fmla="*/ 477107 w 707644"/>
              <a:gd name="connsiteY860" fmla="*/ 682049 h 830409"/>
              <a:gd name="connsiteX861" fmla="*/ 469339 w 707644"/>
              <a:gd name="connsiteY861" fmla="*/ 674262 h 830409"/>
              <a:gd name="connsiteX862" fmla="*/ 420363 w 707644"/>
              <a:gd name="connsiteY862" fmla="*/ 621055 h 830409"/>
              <a:gd name="connsiteX863" fmla="*/ 419031 w 707644"/>
              <a:gd name="connsiteY863" fmla="*/ 618753 h 830409"/>
              <a:gd name="connsiteX864" fmla="*/ 456802 w 707644"/>
              <a:gd name="connsiteY864" fmla="*/ 535256 h 830409"/>
              <a:gd name="connsiteX865" fmla="*/ 462409 w 707644"/>
              <a:gd name="connsiteY865" fmla="*/ 541252 h 830409"/>
              <a:gd name="connsiteX866" fmla="*/ 466984 w 707644"/>
              <a:gd name="connsiteY866" fmla="*/ 547709 h 830409"/>
              <a:gd name="connsiteX867" fmla="*/ 466986 w 707644"/>
              <a:gd name="connsiteY867" fmla="*/ 549285 h 830409"/>
              <a:gd name="connsiteX868" fmla="*/ 390450 w 707644"/>
              <a:gd name="connsiteY868" fmla="*/ 668955 h 830409"/>
              <a:gd name="connsiteX869" fmla="*/ 396945 w 707644"/>
              <a:gd name="connsiteY869" fmla="*/ 675573 h 830409"/>
              <a:gd name="connsiteX870" fmla="*/ 401168 w 707644"/>
              <a:gd name="connsiteY870" fmla="*/ 683669 h 830409"/>
              <a:gd name="connsiteX871" fmla="*/ 443290 w 707644"/>
              <a:gd name="connsiteY871" fmla="*/ 550742 h 830409"/>
              <a:gd name="connsiteX872" fmla="*/ 458583 w 707644"/>
              <a:gd name="connsiteY872" fmla="*/ 566818 h 830409"/>
              <a:gd name="connsiteX873" fmla="*/ 467617 w 707644"/>
              <a:gd name="connsiteY873" fmla="*/ 576263 h 830409"/>
              <a:gd name="connsiteX874" fmla="*/ 467711 w 707644"/>
              <a:gd name="connsiteY874" fmla="*/ 579897 h 830409"/>
              <a:gd name="connsiteX875" fmla="*/ 462860 w 707644"/>
              <a:gd name="connsiteY875" fmla="*/ 575872 h 830409"/>
              <a:gd name="connsiteX876" fmla="*/ 460214 w 707644"/>
              <a:gd name="connsiteY876" fmla="*/ 572588 h 830409"/>
              <a:gd name="connsiteX877" fmla="*/ 445635 w 707644"/>
              <a:gd name="connsiteY877" fmla="*/ 555090 h 830409"/>
              <a:gd name="connsiteX878" fmla="*/ 520546 w 707644"/>
              <a:gd name="connsiteY878" fmla="*/ 384182 h 830409"/>
              <a:gd name="connsiteX879" fmla="*/ 528705 w 707644"/>
              <a:gd name="connsiteY879" fmla="*/ 396375 h 830409"/>
              <a:gd name="connsiteX880" fmla="*/ 538892 w 707644"/>
              <a:gd name="connsiteY880" fmla="*/ 408336 h 830409"/>
              <a:gd name="connsiteX881" fmla="*/ 541760 w 707644"/>
              <a:gd name="connsiteY881" fmla="*/ 413203 h 830409"/>
              <a:gd name="connsiteX882" fmla="*/ 611927 w 707644"/>
              <a:gd name="connsiteY882" fmla="*/ 535829 h 830409"/>
              <a:gd name="connsiteX883" fmla="*/ 598799 w 707644"/>
              <a:gd name="connsiteY883" fmla="*/ 514518 h 830409"/>
              <a:gd name="connsiteX884" fmla="*/ 542442 w 707644"/>
              <a:gd name="connsiteY884" fmla="*/ 428915 h 830409"/>
              <a:gd name="connsiteX885" fmla="*/ 520354 w 707644"/>
              <a:gd name="connsiteY885" fmla="*/ 383895 h 830409"/>
              <a:gd name="connsiteX886" fmla="*/ 520487 w 707644"/>
              <a:gd name="connsiteY886" fmla="*/ 384061 h 830409"/>
              <a:gd name="connsiteX887" fmla="*/ 520546 w 707644"/>
              <a:gd name="connsiteY887" fmla="*/ 384182 h 830409"/>
              <a:gd name="connsiteX888" fmla="*/ 463681 w 707644"/>
              <a:gd name="connsiteY888" fmla="*/ 501135 h 830409"/>
              <a:gd name="connsiteX889" fmla="*/ 466556 w 707644"/>
              <a:gd name="connsiteY889" fmla="*/ 503897 h 830409"/>
              <a:gd name="connsiteX890" fmla="*/ 507426 w 707644"/>
              <a:gd name="connsiteY890" fmla="*/ 548096 h 830409"/>
              <a:gd name="connsiteX891" fmla="*/ 526768 w 707644"/>
              <a:gd name="connsiteY891" fmla="*/ 570369 h 830409"/>
              <a:gd name="connsiteX892" fmla="*/ 565612 w 707644"/>
              <a:gd name="connsiteY892" fmla="*/ 630216 h 830409"/>
              <a:gd name="connsiteX893" fmla="*/ 548966 w 707644"/>
              <a:gd name="connsiteY893" fmla="*/ 618012 h 830409"/>
              <a:gd name="connsiteX894" fmla="*/ 537097 w 707644"/>
              <a:gd name="connsiteY894" fmla="*/ 608861 h 830409"/>
              <a:gd name="connsiteX895" fmla="*/ 527715 w 707644"/>
              <a:gd name="connsiteY895" fmla="*/ 596624 h 830409"/>
              <a:gd name="connsiteX896" fmla="*/ 487688 w 707644"/>
              <a:gd name="connsiteY896" fmla="*/ 554542 h 830409"/>
              <a:gd name="connsiteX897" fmla="*/ 465744 w 707644"/>
              <a:gd name="connsiteY897" fmla="*/ 516949 h 830409"/>
              <a:gd name="connsiteX898" fmla="*/ 463713 w 707644"/>
              <a:gd name="connsiteY898" fmla="*/ 501245 h 830409"/>
              <a:gd name="connsiteX899" fmla="*/ 399722 w 707644"/>
              <a:gd name="connsiteY899" fmla="*/ 631414 h 830409"/>
              <a:gd name="connsiteX900" fmla="*/ 400504 w 707644"/>
              <a:gd name="connsiteY900" fmla="*/ 632034 h 830409"/>
              <a:gd name="connsiteX901" fmla="*/ 424351 w 707644"/>
              <a:gd name="connsiteY901" fmla="*/ 663607 h 830409"/>
              <a:gd name="connsiteX902" fmla="*/ 427906 w 707644"/>
              <a:gd name="connsiteY902" fmla="*/ 668269 h 830409"/>
              <a:gd name="connsiteX903" fmla="*/ 427955 w 707644"/>
              <a:gd name="connsiteY903" fmla="*/ 668748 h 830409"/>
              <a:gd name="connsiteX904" fmla="*/ 425224 w 707644"/>
              <a:gd name="connsiteY904" fmla="*/ 665621 h 830409"/>
              <a:gd name="connsiteX905" fmla="*/ 422166 w 707644"/>
              <a:gd name="connsiteY905" fmla="*/ 661644 h 830409"/>
              <a:gd name="connsiteX906" fmla="*/ 448201 w 707644"/>
              <a:gd name="connsiteY906" fmla="*/ 523409 h 830409"/>
              <a:gd name="connsiteX907" fmla="*/ 456802 w 707644"/>
              <a:gd name="connsiteY907" fmla="*/ 535256 h 830409"/>
              <a:gd name="connsiteX908" fmla="*/ 450103 w 707644"/>
              <a:gd name="connsiteY908" fmla="*/ 528094 h 830409"/>
              <a:gd name="connsiteX909" fmla="*/ 483913 w 707644"/>
              <a:gd name="connsiteY909" fmla="*/ 448175 h 830409"/>
              <a:gd name="connsiteX910" fmla="*/ 491976 w 707644"/>
              <a:gd name="connsiteY910" fmla="*/ 453462 h 830409"/>
              <a:gd name="connsiteX911" fmla="*/ 493149 w 707644"/>
              <a:gd name="connsiteY911" fmla="*/ 455047 h 830409"/>
              <a:gd name="connsiteX912" fmla="*/ 499560 w 707644"/>
              <a:gd name="connsiteY912" fmla="*/ 465818 h 830409"/>
              <a:gd name="connsiteX913" fmla="*/ 501270 w 707644"/>
              <a:gd name="connsiteY913" fmla="*/ 468734 h 830409"/>
              <a:gd name="connsiteX914" fmla="*/ 486043 w 707644"/>
              <a:gd name="connsiteY914" fmla="*/ 452398 h 830409"/>
              <a:gd name="connsiteX915" fmla="*/ 406961 w 707644"/>
              <a:gd name="connsiteY915" fmla="*/ 606495 h 830409"/>
              <a:gd name="connsiteX916" fmla="*/ 417176 w 707644"/>
              <a:gd name="connsiteY916" fmla="*/ 615615 h 830409"/>
              <a:gd name="connsiteX917" fmla="*/ 417267 w 707644"/>
              <a:gd name="connsiteY917" fmla="*/ 615706 h 830409"/>
              <a:gd name="connsiteX918" fmla="*/ 419031 w 707644"/>
              <a:gd name="connsiteY918" fmla="*/ 618753 h 830409"/>
              <a:gd name="connsiteX919" fmla="*/ 419265 w 707644"/>
              <a:gd name="connsiteY919" fmla="*/ 619862 h 830409"/>
              <a:gd name="connsiteX920" fmla="*/ 467444 w 707644"/>
              <a:gd name="connsiteY920" fmla="*/ 480362 h 830409"/>
              <a:gd name="connsiteX921" fmla="*/ 496440 w 707644"/>
              <a:gd name="connsiteY921" fmla="*/ 507669 h 830409"/>
              <a:gd name="connsiteX922" fmla="*/ 509447 w 707644"/>
              <a:gd name="connsiteY922" fmla="*/ 515534 h 830409"/>
              <a:gd name="connsiteX923" fmla="*/ 511715 w 707644"/>
              <a:gd name="connsiteY923" fmla="*/ 518236 h 830409"/>
              <a:gd name="connsiteX924" fmla="*/ 530561 w 707644"/>
              <a:gd name="connsiteY924" fmla="*/ 543265 h 830409"/>
              <a:gd name="connsiteX925" fmla="*/ 530784 w 707644"/>
              <a:gd name="connsiteY925" fmla="*/ 543565 h 830409"/>
              <a:gd name="connsiteX926" fmla="*/ 546363 w 707644"/>
              <a:gd name="connsiteY926" fmla="*/ 568662 h 830409"/>
              <a:gd name="connsiteX927" fmla="*/ 575451 w 707644"/>
              <a:gd name="connsiteY927" fmla="*/ 615270 h 830409"/>
              <a:gd name="connsiteX928" fmla="*/ 566533 w 707644"/>
              <a:gd name="connsiteY928" fmla="*/ 609901 h 830409"/>
              <a:gd name="connsiteX929" fmla="*/ 531233 w 707644"/>
              <a:gd name="connsiteY929" fmla="*/ 575511 h 830409"/>
              <a:gd name="connsiteX930" fmla="*/ 526768 w 707644"/>
              <a:gd name="connsiteY930" fmla="*/ 570369 h 830409"/>
              <a:gd name="connsiteX931" fmla="*/ 525655 w 707644"/>
              <a:gd name="connsiteY931" fmla="*/ 568654 h 830409"/>
              <a:gd name="connsiteX932" fmla="*/ 479264 w 707644"/>
              <a:gd name="connsiteY932" fmla="*/ 499429 h 830409"/>
              <a:gd name="connsiteX933" fmla="*/ 529631 w 707644"/>
              <a:gd name="connsiteY933" fmla="*/ 348652 h 830409"/>
              <a:gd name="connsiteX934" fmla="*/ 546192 w 707644"/>
              <a:gd name="connsiteY934" fmla="*/ 351888 h 830409"/>
              <a:gd name="connsiteX935" fmla="*/ 547777 w 707644"/>
              <a:gd name="connsiteY935" fmla="*/ 354966 h 830409"/>
              <a:gd name="connsiteX936" fmla="*/ 566828 w 707644"/>
              <a:gd name="connsiteY936" fmla="*/ 382971 h 830409"/>
              <a:gd name="connsiteX937" fmla="*/ 573875 w 707644"/>
              <a:gd name="connsiteY937" fmla="*/ 386003 h 830409"/>
              <a:gd name="connsiteX938" fmla="*/ 580670 w 707644"/>
              <a:gd name="connsiteY938" fmla="*/ 402406 h 830409"/>
              <a:gd name="connsiteX939" fmla="*/ 589588 w 707644"/>
              <a:gd name="connsiteY939" fmla="*/ 441206 h 830409"/>
              <a:gd name="connsiteX940" fmla="*/ 575528 w 707644"/>
              <a:gd name="connsiteY940" fmla="*/ 420174 h 830409"/>
              <a:gd name="connsiteX941" fmla="*/ 548020 w 707644"/>
              <a:gd name="connsiteY941" fmla="*/ 385132 h 830409"/>
              <a:gd name="connsiteX942" fmla="*/ 406176 w 707644"/>
              <a:gd name="connsiteY942" fmla="*/ 605642 h 830409"/>
              <a:gd name="connsiteX943" fmla="*/ 406961 w 707644"/>
              <a:gd name="connsiteY943" fmla="*/ 606495 h 830409"/>
              <a:gd name="connsiteX944" fmla="*/ 406342 w 707644"/>
              <a:gd name="connsiteY944" fmla="*/ 605942 h 830409"/>
              <a:gd name="connsiteX945" fmla="*/ 357807 w 707644"/>
              <a:gd name="connsiteY945" fmla="*/ 701695 h 830409"/>
              <a:gd name="connsiteX946" fmla="*/ 359650 w 707644"/>
              <a:gd name="connsiteY946" fmla="*/ 703393 h 830409"/>
              <a:gd name="connsiteX947" fmla="*/ 370039 w 707644"/>
              <a:gd name="connsiteY947" fmla="*/ 731390 h 830409"/>
              <a:gd name="connsiteX948" fmla="*/ 376628 w 707644"/>
              <a:gd name="connsiteY948" fmla="*/ 747457 h 830409"/>
              <a:gd name="connsiteX949" fmla="*/ 371347 w 707644"/>
              <a:gd name="connsiteY949" fmla="*/ 742309 h 830409"/>
              <a:gd name="connsiteX950" fmla="*/ 370656 w 707644"/>
              <a:gd name="connsiteY950" fmla="*/ 741610 h 830409"/>
              <a:gd name="connsiteX951" fmla="*/ 359088 w 707644"/>
              <a:gd name="connsiteY951" fmla="*/ 705885 h 830409"/>
              <a:gd name="connsiteX952" fmla="*/ 514453 w 707644"/>
              <a:gd name="connsiteY952" fmla="*/ 371733 h 830409"/>
              <a:gd name="connsiteX953" fmla="*/ 527735 w 707644"/>
              <a:gd name="connsiteY953" fmla="*/ 389404 h 830409"/>
              <a:gd name="connsiteX954" fmla="*/ 536046 w 707644"/>
              <a:gd name="connsiteY954" fmla="*/ 403507 h 830409"/>
              <a:gd name="connsiteX955" fmla="*/ 520487 w 707644"/>
              <a:gd name="connsiteY955" fmla="*/ 384061 h 830409"/>
              <a:gd name="connsiteX956" fmla="*/ 357232 w 707644"/>
              <a:gd name="connsiteY956" fmla="*/ 696877 h 830409"/>
              <a:gd name="connsiteX957" fmla="*/ 368389 w 707644"/>
              <a:gd name="connsiteY957" fmla="*/ 701619 h 830409"/>
              <a:gd name="connsiteX958" fmla="*/ 385162 w 707644"/>
              <a:gd name="connsiteY958" fmla="*/ 727641 h 830409"/>
              <a:gd name="connsiteX959" fmla="*/ 376625 w 707644"/>
              <a:gd name="connsiteY959" fmla="*/ 719035 h 830409"/>
              <a:gd name="connsiteX960" fmla="*/ 359650 w 707644"/>
              <a:gd name="connsiteY960" fmla="*/ 703393 h 830409"/>
              <a:gd name="connsiteX961" fmla="*/ 442639 w 707644"/>
              <a:gd name="connsiteY961" fmla="*/ 509709 h 830409"/>
              <a:gd name="connsiteX962" fmla="*/ 449729 w 707644"/>
              <a:gd name="connsiteY962" fmla="*/ 516952 h 830409"/>
              <a:gd name="connsiteX963" fmla="*/ 466969 w 707644"/>
              <a:gd name="connsiteY963" fmla="*/ 537983 h 830409"/>
              <a:gd name="connsiteX964" fmla="*/ 466981 w 707644"/>
              <a:gd name="connsiteY964" fmla="*/ 546210 h 830409"/>
              <a:gd name="connsiteX965" fmla="*/ 466765 w 707644"/>
              <a:gd name="connsiteY965" fmla="*/ 545910 h 830409"/>
              <a:gd name="connsiteX966" fmla="*/ 462409 w 707644"/>
              <a:gd name="connsiteY966" fmla="*/ 541252 h 830409"/>
              <a:gd name="connsiteX967" fmla="*/ 454196 w 707644"/>
              <a:gd name="connsiteY967" fmla="*/ 529660 h 830409"/>
              <a:gd name="connsiteX968" fmla="*/ 446265 w 707644"/>
              <a:gd name="connsiteY968" fmla="*/ 518641 h 830409"/>
              <a:gd name="connsiteX969" fmla="*/ 374268 w 707644"/>
              <a:gd name="connsiteY969" fmla="*/ 646739 h 830409"/>
              <a:gd name="connsiteX970" fmla="*/ 390450 w 707644"/>
              <a:gd name="connsiteY970" fmla="*/ 668955 h 830409"/>
              <a:gd name="connsiteX971" fmla="*/ 384818 w 707644"/>
              <a:gd name="connsiteY971" fmla="*/ 663215 h 830409"/>
              <a:gd name="connsiteX972" fmla="*/ 475973 w 707644"/>
              <a:gd name="connsiteY972" fmla="*/ 432437 h 830409"/>
              <a:gd name="connsiteX973" fmla="*/ 496320 w 707644"/>
              <a:gd name="connsiteY973" fmla="*/ 456311 h 830409"/>
              <a:gd name="connsiteX974" fmla="*/ 491976 w 707644"/>
              <a:gd name="connsiteY974" fmla="*/ 453462 h 830409"/>
              <a:gd name="connsiteX975" fmla="*/ 490663 w 707644"/>
              <a:gd name="connsiteY975" fmla="*/ 451690 h 830409"/>
              <a:gd name="connsiteX976" fmla="*/ 477779 w 707644"/>
              <a:gd name="connsiteY976" fmla="*/ 435842 h 830409"/>
              <a:gd name="connsiteX977" fmla="*/ 477485 w 707644"/>
              <a:gd name="connsiteY977" fmla="*/ 435433 h 830409"/>
              <a:gd name="connsiteX978" fmla="*/ 408989 w 707644"/>
              <a:gd name="connsiteY978" fmla="*/ 566443 h 830409"/>
              <a:gd name="connsiteX979" fmla="*/ 427192 w 707644"/>
              <a:gd name="connsiteY979" fmla="*/ 595942 h 830409"/>
              <a:gd name="connsiteX980" fmla="*/ 429851 w 707644"/>
              <a:gd name="connsiteY980" fmla="*/ 600211 h 830409"/>
              <a:gd name="connsiteX981" fmla="*/ 413678 w 707644"/>
              <a:gd name="connsiteY981" fmla="*/ 591591 h 830409"/>
              <a:gd name="connsiteX982" fmla="*/ 348064 w 707644"/>
              <a:gd name="connsiteY982" fmla="*/ 692716 h 830409"/>
              <a:gd name="connsiteX983" fmla="*/ 350366 w 707644"/>
              <a:gd name="connsiteY983" fmla="*/ 693958 h 830409"/>
              <a:gd name="connsiteX984" fmla="*/ 356201 w 707644"/>
              <a:gd name="connsiteY984" fmla="*/ 696438 h 830409"/>
              <a:gd name="connsiteX985" fmla="*/ 357807 w 707644"/>
              <a:gd name="connsiteY985" fmla="*/ 701695 h 830409"/>
              <a:gd name="connsiteX986" fmla="*/ 352144 w 707644"/>
              <a:gd name="connsiteY986" fmla="*/ 683166 h 830409"/>
              <a:gd name="connsiteX987" fmla="*/ 357232 w 707644"/>
              <a:gd name="connsiteY987" fmla="*/ 696877 h 830409"/>
              <a:gd name="connsiteX988" fmla="*/ 356201 w 707644"/>
              <a:gd name="connsiteY988" fmla="*/ 696438 h 830409"/>
              <a:gd name="connsiteX989" fmla="*/ 396156 w 707644"/>
              <a:gd name="connsiteY989" fmla="*/ 582252 h 830409"/>
              <a:gd name="connsiteX990" fmla="*/ 413678 w 707644"/>
              <a:gd name="connsiteY990" fmla="*/ 591591 h 830409"/>
              <a:gd name="connsiteX991" fmla="*/ 416553 w 707644"/>
              <a:gd name="connsiteY991" fmla="*/ 607016 h 830409"/>
              <a:gd name="connsiteX992" fmla="*/ 418687 w 707644"/>
              <a:gd name="connsiteY992" fmla="*/ 617123 h 830409"/>
              <a:gd name="connsiteX993" fmla="*/ 417267 w 707644"/>
              <a:gd name="connsiteY993" fmla="*/ 615706 h 830409"/>
              <a:gd name="connsiteX994" fmla="*/ 409575 w 707644"/>
              <a:gd name="connsiteY994" fmla="*/ 602415 h 830409"/>
              <a:gd name="connsiteX995" fmla="*/ 407972 w 707644"/>
              <a:gd name="connsiteY995" fmla="*/ 548668 h 830409"/>
              <a:gd name="connsiteX996" fmla="*/ 433596 w 707644"/>
              <a:gd name="connsiteY996" fmla="*/ 572599 h 830409"/>
              <a:gd name="connsiteX997" fmla="*/ 469033 w 707644"/>
              <a:gd name="connsiteY997" fmla="*/ 620544 h 830409"/>
              <a:gd name="connsiteX998" fmla="*/ 469651 w 707644"/>
              <a:gd name="connsiteY998" fmla="*/ 621425 h 830409"/>
              <a:gd name="connsiteX999" fmla="*/ 463376 w 707644"/>
              <a:gd name="connsiteY999" fmla="*/ 618080 h 830409"/>
              <a:gd name="connsiteX1000" fmla="*/ 425349 w 707644"/>
              <a:gd name="connsiteY1000" fmla="*/ 576042 h 830409"/>
              <a:gd name="connsiteX1001" fmla="*/ 407888 w 707644"/>
              <a:gd name="connsiteY1001" fmla="*/ 555644 h 830409"/>
              <a:gd name="connsiteX1002" fmla="*/ 346322 w 707644"/>
              <a:gd name="connsiteY1002" fmla="*/ 667475 h 830409"/>
              <a:gd name="connsiteX1003" fmla="*/ 348260 w 707644"/>
              <a:gd name="connsiteY1003" fmla="*/ 670457 h 830409"/>
              <a:gd name="connsiteX1004" fmla="*/ 352144 w 707644"/>
              <a:gd name="connsiteY1004" fmla="*/ 683166 h 830409"/>
              <a:gd name="connsiteX1005" fmla="*/ 384913 w 707644"/>
              <a:gd name="connsiteY1005" fmla="*/ 586810 h 830409"/>
              <a:gd name="connsiteX1006" fmla="*/ 406342 w 707644"/>
              <a:gd name="connsiteY1006" fmla="*/ 605942 h 830409"/>
              <a:gd name="connsiteX1007" fmla="*/ 422498 w 707644"/>
              <a:gd name="connsiteY1007" fmla="*/ 635181 h 830409"/>
              <a:gd name="connsiteX1008" fmla="*/ 422899 w 707644"/>
              <a:gd name="connsiteY1008" fmla="*/ 637079 h 830409"/>
              <a:gd name="connsiteX1009" fmla="*/ 414774 w 707644"/>
              <a:gd name="connsiteY1009" fmla="*/ 626122 h 830409"/>
              <a:gd name="connsiteX1010" fmla="*/ 500356 w 707644"/>
              <a:gd name="connsiteY1010" fmla="*/ 342933 h 830409"/>
              <a:gd name="connsiteX1011" fmla="*/ 517525 w 707644"/>
              <a:gd name="connsiteY1011" fmla="*/ 346287 h 830409"/>
              <a:gd name="connsiteX1012" fmla="*/ 548020 w 707644"/>
              <a:gd name="connsiteY1012" fmla="*/ 385132 h 830409"/>
              <a:gd name="connsiteX1013" fmla="*/ 587326 w 707644"/>
              <a:gd name="connsiteY1013" fmla="*/ 463110 h 830409"/>
              <a:gd name="connsiteX1014" fmla="*/ 589627 w 707644"/>
              <a:gd name="connsiteY1014" fmla="*/ 468480 h 830409"/>
              <a:gd name="connsiteX1015" fmla="*/ 563489 w 707644"/>
              <a:gd name="connsiteY1015" fmla="*/ 437318 h 830409"/>
              <a:gd name="connsiteX1016" fmla="*/ 555648 w 707644"/>
              <a:gd name="connsiteY1016" fmla="*/ 426540 h 830409"/>
              <a:gd name="connsiteX1017" fmla="*/ 527735 w 707644"/>
              <a:gd name="connsiteY1017" fmla="*/ 389404 h 830409"/>
              <a:gd name="connsiteX1018" fmla="*/ 515094 w 707644"/>
              <a:gd name="connsiteY1018" fmla="*/ 367955 h 830409"/>
              <a:gd name="connsiteX1019" fmla="*/ 501738 w 707644"/>
              <a:gd name="connsiteY1019" fmla="*/ 345756 h 830409"/>
              <a:gd name="connsiteX1020" fmla="*/ 408173 w 707644"/>
              <a:gd name="connsiteY1020" fmla="*/ 531939 h 830409"/>
              <a:gd name="connsiteX1021" fmla="*/ 444475 w 707644"/>
              <a:gd name="connsiteY1021" fmla="*/ 572100 h 830409"/>
              <a:gd name="connsiteX1022" fmla="*/ 429685 w 707644"/>
              <a:gd name="connsiteY1022" fmla="*/ 559322 h 830409"/>
              <a:gd name="connsiteX1023" fmla="*/ 408051 w 707644"/>
              <a:gd name="connsiteY1023" fmla="*/ 542107 h 830409"/>
              <a:gd name="connsiteX1024" fmla="*/ 311751 w 707644"/>
              <a:gd name="connsiteY1024" fmla="*/ 731203 h 830409"/>
              <a:gd name="connsiteX1025" fmla="*/ 316105 w 707644"/>
              <a:gd name="connsiteY1025" fmla="*/ 735975 h 830409"/>
              <a:gd name="connsiteX1026" fmla="*/ 320231 w 707644"/>
              <a:gd name="connsiteY1026" fmla="*/ 740577 h 830409"/>
              <a:gd name="connsiteX1027" fmla="*/ 343137 w 707644"/>
              <a:gd name="connsiteY1027" fmla="*/ 779993 h 830409"/>
              <a:gd name="connsiteX1028" fmla="*/ 372913 w 707644"/>
              <a:gd name="connsiteY1028" fmla="*/ 827234 h 830409"/>
              <a:gd name="connsiteX1029" fmla="*/ 355822 w 707644"/>
              <a:gd name="connsiteY1029" fmla="*/ 825331 h 830409"/>
              <a:gd name="connsiteX1030" fmla="*/ 337008 w 707644"/>
              <a:gd name="connsiteY1030" fmla="*/ 785029 h 830409"/>
              <a:gd name="connsiteX1031" fmla="*/ 449077 w 707644"/>
              <a:gd name="connsiteY1031" fmla="*/ 443603 h 830409"/>
              <a:gd name="connsiteX1032" fmla="*/ 465910 w 707644"/>
              <a:gd name="connsiteY1032" fmla="*/ 456462 h 830409"/>
              <a:gd name="connsiteX1033" fmla="*/ 510282 w 707644"/>
              <a:gd name="connsiteY1033" fmla="*/ 516039 h 830409"/>
              <a:gd name="connsiteX1034" fmla="*/ 509447 w 707644"/>
              <a:gd name="connsiteY1034" fmla="*/ 515534 h 830409"/>
              <a:gd name="connsiteX1035" fmla="*/ 380954 w 707644"/>
              <a:gd name="connsiteY1035" fmla="*/ 581598 h 830409"/>
              <a:gd name="connsiteX1036" fmla="*/ 384913 w 707644"/>
              <a:gd name="connsiteY1036" fmla="*/ 586810 h 830409"/>
              <a:gd name="connsiteX1037" fmla="*/ 384000 w 707644"/>
              <a:gd name="connsiteY1037" fmla="*/ 585995 h 830409"/>
              <a:gd name="connsiteX1038" fmla="*/ 383737 w 707644"/>
              <a:gd name="connsiteY1038" fmla="*/ 575632 h 830409"/>
              <a:gd name="connsiteX1039" fmla="*/ 392038 w 707644"/>
              <a:gd name="connsiteY1039" fmla="*/ 580057 h 830409"/>
              <a:gd name="connsiteX1040" fmla="*/ 406176 w 707644"/>
              <a:gd name="connsiteY1040" fmla="*/ 605642 h 830409"/>
              <a:gd name="connsiteX1041" fmla="*/ 401337 w 707644"/>
              <a:gd name="connsiteY1041" fmla="*/ 600385 h 830409"/>
              <a:gd name="connsiteX1042" fmla="*/ 317404 w 707644"/>
              <a:gd name="connsiteY1042" fmla="*/ 711797 h 830409"/>
              <a:gd name="connsiteX1043" fmla="*/ 346068 w 707644"/>
              <a:gd name="connsiteY1043" fmla="*/ 739416 h 830409"/>
              <a:gd name="connsiteX1044" fmla="*/ 353589 w 707644"/>
              <a:gd name="connsiteY1044" fmla="*/ 753249 h 830409"/>
              <a:gd name="connsiteX1045" fmla="*/ 342608 w 707644"/>
              <a:gd name="connsiteY1045" fmla="*/ 740236 h 830409"/>
              <a:gd name="connsiteX1046" fmla="*/ 474853 w 707644"/>
              <a:gd name="connsiteY1046" fmla="*/ 382975 h 830409"/>
              <a:gd name="connsiteX1047" fmla="*/ 491056 w 707644"/>
              <a:gd name="connsiteY1047" fmla="*/ 407636 h 830409"/>
              <a:gd name="connsiteX1048" fmla="*/ 568915 w 707644"/>
              <a:gd name="connsiteY1048" fmla="*/ 510746 h 830409"/>
              <a:gd name="connsiteX1049" fmla="*/ 572726 w 707644"/>
              <a:gd name="connsiteY1049" fmla="*/ 515011 h 830409"/>
              <a:gd name="connsiteX1050" fmla="*/ 560312 w 707644"/>
              <a:gd name="connsiteY1050" fmla="*/ 503399 h 830409"/>
              <a:gd name="connsiteX1051" fmla="*/ 524294 w 707644"/>
              <a:gd name="connsiteY1051" fmla="*/ 474870 h 830409"/>
              <a:gd name="connsiteX1052" fmla="*/ 490161 w 707644"/>
              <a:gd name="connsiteY1052" fmla="*/ 410407 h 830409"/>
              <a:gd name="connsiteX1053" fmla="*/ 422433 w 707644"/>
              <a:gd name="connsiteY1053" fmla="*/ 489066 h 830409"/>
              <a:gd name="connsiteX1054" fmla="*/ 432051 w 707644"/>
              <a:gd name="connsiteY1054" fmla="*/ 498893 h 830409"/>
              <a:gd name="connsiteX1055" fmla="*/ 446265 w 707644"/>
              <a:gd name="connsiteY1055" fmla="*/ 518641 h 830409"/>
              <a:gd name="connsiteX1056" fmla="*/ 448201 w 707644"/>
              <a:gd name="connsiteY1056" fmla="*/ 523409 h 830409"/>
              <a:gd name="connsiteX1057" fmla="*/ 432939 w 707644"/>
              <a:gd name="connsiteY1057" fmla="*/ 502386 h 830409"/>
              <a:gd name="connsiteX1058" fmla="*/ 492202 w 707644"/>
              <a:gd name="connsiteY1058" fmla="*/ 341339 h 830409"/>
              <a:gd name="connsiteX1059" fmla="*/ 499997 w 707644"/>
              <a:gd name="connsiteY1059" fmla="*/ 342862 h 830409"/>
              <a:gd name="connsiteX1060" fmla="*/ 501738 w 707644"/>
              <a:gd name="connsiteY1060" fmla="*/ 345756 h 830409"/>
              <a:gd name="connsiteX1061" fmla="*/ 514453 w 707644"/>
              <a:gd name="connsiteY1061" fmla="*/ 371733 h 830409"/>
              <a:gd name="connsiteX1062" fmla="*/ 498126 w 707644"/>
              <a:gd name="connsiteY1062" fmla="*/ 350011 h 830409"/>
              <a:gd name="connsiteX1063" fmla="*/ 496493 w 707644"/>
              <a:gd name="connsiteY1063" fmla="*/ 348234 h 830409"/>
              <a:gd name="connsiteX1064" fmla="*/ 494239 w 707644"/>
              <a:gd name="connsiteY1064" fmla="*/ 344865 h 830409"/>
              <a:gd name="connsiteX1065" fmla="*/ 443497 w 707644"/>
              <a:gd name="connsiteY1065" fmla="*/ 441734 h 830409"/>
              <a:gd name="connsiteX1066" fmla="*/ 467444 w 707644"/>
              <a:gd name="connsiteY1066" fmla="*/ 480362 h 830409"/>
              <a:gd name="connsiteX1067" fmla="*/ 453621 w 707644"/>
              <a:gd name="connsiteY1067" fmla="*/ 467344 h 830409"/>
              <a:gd name="connsiteX1068" fmla="*/ 453153 w 707644"/>
              <a:gd name="connsiteY1068" fmla="*/ 465773 h 830409"/>
              <a:gd name="connsiteX1069" fmla="*/ 408384 w 707644"/>
              <a:gd name="connsiteY1069" fmla="*/ 514344 h 830409"/>
              <a:gd name="connsiteX1070" fmla="*/ 415725 w 707644"/>
              <a:gd name="connsiteY1070" fmla="*/ 521768 h 830409"/>
              <a:gd name="connsiteX1071" fmla="*/ 441370 w 707644"/>
              <a:gd name="connsiteY1071" fmla="*/ 549972 h 830409"/>
              <a:gd name="connsiteX1072" fmla="*/ 445635 w 707644"/>
              <a:gd name="connsiteY1072" fmla="*/ 555090 h 830409"/>
              <a:gd name="connsiteX1073" fmla="*/ 451972 w 707644"/>
              <a:gd name="connsiteY1073" fmla="*/ 566838 h 830409"/>
              <a:gd name="connsiteX1074" fmla="*/ 433248 w 707644"/>
              <a:gd name="connsiteY1074" fmla="*/ 551304 h 830409"/>
              <a:gd name="connsiteX1075" fmla="*/ 408191 w 707644"/>
              <a:gd name="connsiteY1075" fmla="*/ 530441 h 830409"/>
              <a:gd name="connsiteX1076" fmla="*/ 447689 w 707644"/>
              <a:gd name="connsiteY1076" fmla="*/ 431997 h 830409"/>
              <a:gd name="connsiteX1077" fmla="*/ 448338 w 707644"/>
              <a:gd name="connsiteY1077" fmla="*/ 431769 h 830409"/>
              <a:gd name="connsiteX1078" fmla="*/ 480616 w 707644"/>
              <a:gd name="connsiteY1078" fmla="*/ 446576 h 830409"/>
              <a:gd name="connsiteX1079" fmla="*/ 486043 w 707644"/>
              <a:gd name="connsiteY1079" fmla="*/ 452398 h 830409"/>
              <a:gd name="connsiteX1080" fmla="*/ 486625 w 707644"/>
              <a:gd name="connsiteY1080" fmla="*/ 453551 h 830409"/>
              <a:gd name="connsiteX1081" fmla="*/ 497958 w 707644"/>
              <a:gd name="connsiteY1081" fmla="*/ 479735 h 830409"/>
              <a:gd name="connsiteX1082" fmla="*/ 483037 w 707644"/>
              <a:gd name="connsiteY1082" fmla="*/ 469545 h 830409"/>
              <a:gd name="connsiteX1083" fmla="*/ 465910 w 707644"/>
              <a:gd name="connsiteY1083" fmla="*/ 456462 h 830409"/>
              <a:gd name="connsiteX1084" fmla="*/ 402594 w 707644"/>
              <a:gd name="connsiteY1084" fmla="*/ 525781 h 830409"/>
              <a:gd name="connsiteX1085" fmla="*/ 408191 w 707644"/>
              <a:gd name="connsiteY1085" fmla="*/ 530441 h 830409"/>
              <a:gd name="connsiteX1086" fmla="*/ 408173 w 707644"/>
              <a:gd name="connsiteY1086" fmla="*/ 531939 h 830409"/>
              <a:gd name="connsiteX1087" fmla="*/ 403017 w 707644"/>
              <a:gd name="connsiteY1087" fmla="*/ 526236 h 830409"/>
              <a:gd name="connsiteX1088" fmla="*/ 341194 w 707644"/>
              <a:gd name="connsiteY1088" fmla="*/ 653656 h 830409"/>
              <a:gd name="connsiteX1089" fmla="*/ 346322 w 707644"/>
              <a:gd name="connsiteY1089" fmla="*/ 667475 h 830409"/>
              <a:gd name="connsiteX1090" fmla="*/ 341293 w 707644"/>
              <a:gd name="connsiteY1090" fmla="*/ 659738 h 830409"/>
              <a:gd name="connsiteX1091" fmla="*/ 377153 w 707644"/>
              <a:gd name="connsiteY1091" fmla="*/ 576594 h 830409"/>
              <a:gd name="connsiteX1092" fmla="*/ 378297 w 707644"/>
              <a:gd name="connsiteY1092" fmla="*/ 577763 h 830409"/>
              <a:gd name="connsiteX1093" fmla="*/ 380954 w 707644"/>
              <a:gd name="connsiteY1093" fmla="*/ 581598 h 830409"/>
              <a:gd name="connsiteX1094" fmla="*/ 440678 w 707644"/>
              <a:gd name="connsiteY1094" fmla="*/ 437187 h 830409"/>
              <a:gd name="connsiteX1095" fmla="*/ 442110 w 707644"/>
              <a:gd name="connsiteY1095" fmla="*/ 438281 h 830409"/>
              <a:gd name="connsiteX1096" fmla="*/ 443497 w 707644"/>
              <a:gd name="connsiteY1096" fmla="*/ 441734 h 830409"/>
              <a:gd name="connsiteX1097" fmla="*/ 381006 w 707644"/>
              <a:gd name="connsiteY1097" fmla="*/ 559487 h 830409"/>
              <a:gd name="connsiteX1098" fmla="*/ 396156 w 707644"/>
              <a:gd name="connsiteY1098" fmla="*/ 582252 h 830409"/>
              <a:gd name="connsiteX1099" fmla="*/ 392038 w 707644"/>
              <a:gd name="connsiteY1099" fmla="*/ 580057 h 830409"/>
              <a:gd name="connsiteX1100" fmla="*/ 381125 w 707644"/>
              <a:gd name="connsiteY1100" fmla="*/ 560307 h 830409"/>
              <a:gd name="connsiteX1101" fmla="*/ 440586 w 707644"/>
              <a:gd name="connsiteY1101" fmla="*/ 434488 h 830409"/>
              <a:gd name="connsiteX1102" fmla="*/ 441236 w 707644"/>
              <a:gd name="connsiteY1102" fmla="*/ 434260 h 830409"/>
              <a:gd name="connsiteX1103" fmla="*/ 449077 w 707644"/>
              <a:gd name="connsiteY1103" fmla="*/ 443603 h 830409"/>
              <a:gd name="connsiteX1104" fmla="*/ 442110 w 707644"/>
              <a:gd name="connsiteY1104" fmla="*/ 438281 h 830409"/>
              <a:gd name="connsiteX1105" fmla="*/ 340998 w 707644"/>
              <a:gd name="connsiteY1105" fmla="*/ 641697 h 830409"/>
              <a:gd name="connsiteX1106" fmla="*/ 343907 w 707644"/>
              <a:gd name="connsiteY1106" fmla="*/ 645956 h 830409"/>
              <a:gd name="connsiteX1107" fmla="*/ 349804 w 707644"/>
              <a:gd name="connsiteY1107" fmla="*/ 659173 h 830409"/>
              <a:gd name="connsiteX1108" fmla="*/ 355391 w 707644"/>
              <a:gd name="connsiteY1108" fmla="*/ 664363 h 830409"/>
              <a:gd name="connsiteX1109" fmla="*/ 358570 w 707644"/>
              <a:gd name="connsiteY1109" fmla="*/ 667428 h 830409"/>
              <a:gd name="connsiteX1110" fmla="*/ 375916 w 707644"/>
              <a:gd name="connsiteY1110" fmla="*/ 692829 h 830409"/>
              <a:gd name="connsiteX1111" fmla="*/ 383558 w 707644"/>
              <a:gd name="connsiteY1111" fmla="*/ 705710 h 830409"/>
              <a:gd name="connsiteX1112" fmla="*/ 377227 w 707644"/>
              <a:gd name="connsiteY1112" fmla="*/ 705376 h 830409"/>
              <a:gd name="connsiteX1113" fmla="*/ 368389 w 707644"/>
              <a:gd name="connsiteY1113" fmla="*/ 701619 h 830409"/>
              <a:gd name="connsiteX1114" fmla="*/ 353405 w 707644"/>
              <a:gd name="connsiteY1114" fmla="*/ 678373 h 830409"/>
              <a:gd name="connsiteX1115" fmla="*/ 348260 w 707644"/>
              <a:gd name="connsiteY1115" fmla="*/ 670457 h 830409"/>
              <a:gd name="connsiteX1116" fmla="*/ 341085 w 707644"/>
              <a:gd name="connsiteY1116" fmla="*/ 646978 h 830409"/>
              <a:gd name="connsiteX1117" fmla="*/ 485212 w 707644"/>
              <a:gd name="connsiteY1117" fmla="*/ 339974 h 830409"/>
              <a:gd name="connsiteX1118" fmla="*/ 489714 w 707644"/>
              <a:gd name="connsiteY1118" fmla="*/ 340853 h 830409"/>
              <a:gd name="connsiteX1119" fmla="*/ 496493 w 707644"/>
              <a:gd name="connsiteY1119" fmla="*/ 348234 h 830409"/>
              <a:gd name="connsiteX1120" fmla="*/ 520354 w 707644"/>
              <a:gd name="connsiteY1120" fmla="*/ 383895 h 830409"/>
              <a:gd name="connsiteX1121" fmla="*/ 438460 w 707644"/>
              <a:gd name="connsiteY1121" fmla="*/ 435233 h 830409"/>
              <a:gd name="connsiteX1122" fmla="*/ 439287 w 707644"/>
              <a:gd name="connsiteY1122" fmla="*/ 434943 h 830409"/>
              <a:gd name="connsiteX1123" fmla="*/ 440678 w 707644"/>
              <a:gd name="connsiteY1123" fmla="*/ 437187 h 830409"/>
              <a:gd name="connsiteX1124" fmla="*/ 439659 w 707644"/>
              <a:gd name="connsiteY1124" fmla="*/ 436409 h 830409"/>
              <a:gd name="connsiteX1125" fmla="*/ 410297 w 707644"/>
              <a:gd name="connsiteY1125" fmla="*/ 493478 h 830409"/>
              <a:gd name="connsiteX1126" fmla="*/ 415964 w 707644"/>
              <a:gd name="connsiteY1126" fmla="*/ 500085 h 830409"/>
              <a:gd name="connsiteX1127" fmla="*/ 443290 w 707644"/>
              <a:gd name="connsiteY1127" fmla="*/ 550742 h 830409"/>
              <a:gd name="connsiteX1128" fmla="*/ 415725 w 707644"/>
              <a:gd name="connsiteY1128" fmla="*/ 521768 h 830409"/>
              <a:gd name="connsiteX1129" fmla="*/ 408389 w 707644"/>
              <a:gd name="connsiteY1129" fmla="*/ 513919 h 830409"/>
              <a:gd name="connsiteX1130" fmla="*/ 408524 w 707644"/>
              <a:gd name="connsiteY1130" fmla="*/ 502687 h 830409"/>
              <a:gd name="connsiteX1131" fmla="*/ 358260 w 707644"/>
              <a:gd name="connsiteY1131" fmla="*/ 601419 h 830409"/>
              <a:gd name="connsiteX1132" fmla="*/ 360127 w 707644"/>
              <a:gd name="connsiteY1132" fmla="*/ 603043 h 830409"/>
              <a:gd name="connsiteX1133" fmla="*/ 360201 w 707644"/>
              <a:gd name="connsiteY1133" fmla="*/ 603095 h 830409"/>
              <a:gd name="connsiteX1134" fmla="*/ 375214 w 707644"/>
              <a:gd name="connsiteY1134" fmla="*/ 617171 h 830409"/>
              <a:gd name="connsiteX1135" fmla="*/ 422279 w 707644"/>
              <a:gd name="connsiteY1135" fmla="*/ 662250 h 830409"/>
              <a:gd name="connsiteX1136" fmla="*/ 425224 w 707644"/>
              <a:gd name="connsiteY1136" fmla="*/ 665621 h 830409"/>
              <a:gd name="connsiteX1137" fmla="*/ 428006 w 707644"/>
              <a:gd name="connsiteY1137" fmla="*/ 669239 h 830409"/>
              <a:gd name="connsiteX1138" fmla="*/ 432382 w 707644"/>
              <a:gd name="connsiteY1138" fmla="*/ 711675 h 830409"/>
              <a:gd name="connsiteX1139" fmla="*/ 431730 w 707644"/>
              <a:gd name="connsiteY1139" fmla="*/ 711023 h 830409"/>
              <a:gd name="connsiteX1140" fmla="*/ 396945 w 707644"/>
              <a:gd name="connsiteY1140" fmla="*/ 675573 h 830409"/>
              <a:gd name="connsiteX1141" fmla="*/ 410908 w 707644"/>
              <a:gd name="connsiteY1141" fmla="*/ 490300 h 830409"/>
              <a:gd name="connsiteX1142" fmla="*/ 422861 w 707644"/>
              <a:gd name="connsiteY1142" fmla="*/ 503223 h 830409"/>
              <a:gd name="connsiteX1143" fmla="*/ 451417 w 707644"/>
              <a:gd name="connsiteY1143" fmla="*/ 540053 h 830409"/>
              <a:gd name="connsiteX1144" fmla="*/ 456226 w 707644"/>
              <a:gd name="connsiteY1144" fmla="*/ 547024 h 830409"/>
              <a:gd name="connsiteX1145" fmla="*/ 415964 w 707644"/>
              <a:gd name="connsiteY1145" fmla="*/ 500085 h 830409"/>
              <a:gd name="connsiteX1146" fmla="*/ 410850 w 707644"/>
              <a:gd name="connsiteY1146" fmla="*/ 490604 h 830409"/>
              <a:gd name="connsiteX1147" fmla="*/ 423491 w 707644"/>
              <a:gd name="connsiteY1147" fmla="*/ 462547 h 830409"/>
              <a:gd name="connsiteX1148" fmla="*/ 449173 w 707644"/>
              <a:gd name="connsiteY1148" fmla="*/ 487205 h 830409"/>
              <a:gd name="connsiteX1149" fmla="*/ 461215 w 707644"/>
              <a:gd name="connsiteY1149" fmla="*/ 509189 h 830409"/>
              <a:gd name="connsiteX1150" fmla="*/ 465744 w 707644"/>
              <a:gd name="connsiteY1150" fmla="*/ 516949 h 830409"/>
              <a:gd name="connsiteX1151" fmla="*/ 466952 w 707644"/>
              <a:gd name="connsiteY1151" fmla="*/ 526285 h 830409"/>
              <a:gd name="connsiteX1152" fmla="*/ 466961 w 707644"/>
              <a:gd name="connsiteY1152" fmla="*/ 532491 h 830409"/>
              <a:gd name="connsiteX1153" fmla="*/ 440337 w 707644"/>
              <a:gd name="connsiteY1153" fmla="*/ 504040 h 830409"/>
              <a:gd name="connsiteX1154" fmla="*/ 411565 w 707644"/>
              <a:gd name="connsiteY1154" fmla="*/ 486887 h 830409"/>
              <a:gd name="connsiteX1155" fmla="*/ 450103 w 707644"/>
              <a:gd name="connsiteY1155" fmla="*/ 528094 h 830409"/>
              <a:gd name="connsiteX1156" fmla="*/ 456450 w 707644"/>
              <a:gd name="connsiteY1156" fmla="*/ 543726 h 830409"/>
              <a:gd name="connsiteX1157" fmla="*/ 428951 w 707644"/>
              <a:gd name="connsiteY1157" fmla="*/ 509806 h 830409"/>
              <a:gd name="connsiteX1158" fmla="*/ 422861 w 707644"/>
              <a:gd name="connsiteY1158" fmla="*/ 503223 h 830409"/>
              <a:gd name="connsiteX1159" fmla="*/ 411293 w 707644"/>
              <a:gd name="connsiteY1159" fmla="*/ 488302 h 830409"/>
              <a:gd name="connsiteX1160" fmla="*/ 315115 w 707644"/>
              <a:gd name="connsiteY1160" fmla="*/ 682486 h 830409"/>
              <a:gd name="connsiteX1161" fmla="*/ 328414 w 707644"/>
              <a:gd name="connsiteY1161" fmla="*/ 698850 h 830409"/>
              <a:gd name="connsiteX1162" fmla="*/ 370656 w 707644"/>
              <a:gd name="connsiteY1162" fmla="*/ 741610 h 830409"/>
              <a:gd name="connsiteX1163" fmla="*/ 385227 w 707644"/>
              <a:gd name="connsiteY1163" fmla="*/ 786610 h 830409"/>
              <a:gd name="connsiteX1164" fmla="*/ 380421 w 707644"/>
              <a:gd name="connsiteY1164" fmla="*/ 781373 h 830409"/>
              <a:gd name="connsiteX1165" fmla="*/ 351195 w 707644"/>
              <a:gd name="connsiteY1165" fmla="*/ 744356 h 830409"/>
              <a:gd name="connsiteX1166" fmla="*/ 346068 w 707644"/>
              <a:gd name="connsiteY1166" fmla="*/ 739416 h 830409"/>
              <a:gd name="connsiteX1167" fmla="*/ 413360 w 707644"/>
              <a:gd name="connsiteY1167" fmla="*/ 477564 h 830409"/>
              <a:gd name="connsiteX1168" fmla="*/ 422433 w 707644"/>
              <a:gd name="connsiteY1168" fmla="*/ 489066 h 830409"/>
              <a:gd name="connsiteX1169" fmla="*/ 413001 w 707644"/>
              <a:gd name="connsiteY1169" fmla="*/ 479430 h 830409"/>
              <a:gd name="connsiteX1170" fmla="*/ 306291 w 707644"/>
              <a:gd name="connsiteY1170" fmla="*/ 699258 h 830409"/>
              <a:gd name="connsiteX1171" fmla="*/ 317404 w 707644"/>
              <a:gd name="connsiteY1171" fmla="*/ 711797 h 830409"/>
              <a:gd name="connsiteX1172" fmla="*/ 308286 w 707644"/>
              <a:gd name="connsiteY1172" fmla="*/ 703013 h 830409"/>
              <a:gd name="connsiteX1173" fmla="*/ 307909 w 707644"/>
              <a:gd name="connsiteY1173" fmla="*/ 702460 h 830409"/>
              <a:gd name="connsiteX1174" fmla="*/ 414562 w 707644"/>
              <a:gd name="connsiteY1174" fmla="*/ 471317 h 830409"/>
              <a:gd name="connsiteX1175" fmla="*/ 436673 w 707644"/>
              <a:gd name="connsiteY1175" fmla="*/ 500124 h 830409"/>
              <a:gd name="connsiteX1176" fmla="*/ 440337 w 707644"/>
              <a:gd name="connsiteY1176" fmla="*/ 504040 h 830409"/>
              <a:gd name="connsiteX1177" fmla="*/ 442639 w 707644"/>
              <a:gd name="connsiteY1177" fmla="*/ 509709 h 830409"/>
              <a:gd name="connsiteX1178" fmla="*/ 432051 w 707644"/>
              <a:gd name="connsiteY1178" fmla="*/ 498893 h 830409"/>
              <a:gd name="connsiteX1179" fmla="*/ 414065 w 707644"/>
              <a:gd name="connsiteY1179" fmla="*/ 473903 h 830409"/>
              <a:gd name="connsiteX1180" fmla="*/ 368003 w 707644"/>
              <a:gd name="connsiteY1180" fmla="*/ 567246 h 830409"/>
              <a:gd name="connsiteX1181" fmla="*/ 371447 w 707644"/>
              <a:gd name="connsiteY1181" fmla="*/ 569082 h 830409"/>
              <a:gd name="connsiteX1182" fmla="*/ 377153 w 707644"/>
              <a:gd name="connsiteY1182" fmla="*/ 576594 h 830409"/>
              <a:gd name="connsiteX1183" fmla="*/ 425635 w 707644"/>
              <a:gd name="connsiteY1183" fmla="*/ 443485 h 830409"/>
              <a:gd name="connsiteX1184" fmla="*/ 428892 w 707644"/>
              <a:gd name="connsiteY1184" fmla="*/ 440716 h 830409"/>
              <a:gd name="connsiteX1185" fmla="*/ 439696 w 707644"/>
              <a:gd name="connsiteY1185" fmla="*/ 454230 h 830409"/>
              <a:gd name="connsiteX1186" fmla="*/ 453621 w 707644"/>
              <a:gd name="connsiteY1186" fmla="*/ 467344 h 830409"/>
              <a:gd name="connsiteX1187" fmla="*/ 463681 w 707644"/>
              <a:gd name="connsiteY1187" fmla="*/ 501135 h 830409"/>
              <a:gd name="connsiteX1188" fmla="*/ 449173 w 707644"/>
              <a:gd name="connsiteY1188" fmla="*/ 487205 h 830409"/>
              <a:gd name="connsiteX1189" fmla="*/ 437756 w 707644"/>
              <a:gd name="connsiteY1189" fmla="*/ 466363 h 830409"/>
              <a:gd name="connsiteX1190" fmla="*/ 405756 w 707644"/>
              <a:gd name="connsiteY1190" fmla="*/ 481160 h 830409"/>
              <a:gd name="connsiteX1191" fmla="*/ 411293 w 707644"/>
              <a:gd name="connsiteY1191" fmla="*/ 488302 h 830409"/>
              <a:gd name="connsiteX1192" fmla="*/ 410908 w 707644"/>
              <a:gd name="connsiteY1192" fmla="*/ 490300 h 830409"/>
              <a:gd name="connsiteX1193" fmla="*/ 410375 w 707644"/>
              <a:gd name="connsiteY1193" fmla="*/ 489723 h 830409"/>
              <a:gd name="connsiteX1194" fmla="*/ 432159 w 707644"/>
              <a:gd name="connsiteY1194" fmla="*/ 423446 h 830409"/>
              <a:gd name="connsiteX1195" fmla="*/ 439815 w 707644"/>
              <a:gd name="connsiteY1195" fmla="*/ 432567 h 830409"/>
              <a:gd name="connsiteX1196" fmla="*/ 440586 w 707644"/>
              <a:gd name="connsiteY1196" fmla="*/ 434488 h 830409"/>
              <a:gd name="connsiteX1197" fmla="*/ 439287 w 707644"/>
              <a:gd name="connsiteY1197" fmla="*/ 434943 h 830409"/>
              <a:gd name="connsiteX1198" fmla="*/ 418163 w 707644"/>
              <a:gd name="connsiteY1198" fmla="*/ 452610 h 830409"/>
              <a:gd name="connsiteX1199" fmla="*/ 423270 w 707644"/>
              <a:gd name="connsiteY1199" fmla="*/ 462001 h 830409"/>
              <a:gd name="connsiteX1200" fmla="*/ 423491 w 707644"/>
              <a:gd name="connsiteY1200" fmla="*/ 462547 h 830409"/>
              <a:gd name="connsiteX1201" fmla="*/ 417380 w 707644"/>
              <a:gd name="connsiteY1201" fmla="*/ 456679 h 830409"/>
              <a:gd name="connsiteX1202" fmla="*/ 334266 w 707644"/>
              <a:gd name="connsiteY1202" fmla="*/ 624668 h 830409"/>
              <a:gd name="connsiteX1203" fmla="*/ 340962 w 707644"/>
              <a:gd name="connsiteY1203" fmla="*/ 639449 h 830409"/>
              <a:gd name="connsiteX1204" fmla="*/ 340998 w 707644"/>
              <a:gd name="connsiteY1204" fmla="*/ 641697 h 830409"/>
              <a:gd name="connsiteX1205" fmla="*/ 338233 w 707644"/>
              <a:gd name="connsiteY1205" fmla="*/ 637646 h 830409"/>
              <a:gd name="connsiteX1206" fmla="*/ 471673 w 707644"/>
              <a:gd name="connsiteY1206" fmla="*/ 337329 h 830409"/>
              <a:gd name="connsiteX1207" fmla="*/ 482164 w 707644"/>
              <a:gd name="connsiteY1207" fmla="*/ 339378 h 830409"/>
              <a:gd name="connsiteX1208" fmla="*/ 510795 w 707644"/>
              <a:gd name="connsiteY1208" fmla="*/ 380846 h 830409"/>
              <a:gd name="connsiteX1209" fmla="*/ 542442 w 707644"/>
              <a:gd name="connsiteY1209" fmla="*/ 428915 h 830409"/>
              <a:gd name="connsiteX1210" fmla="*/ 551691 w 707644"/>
              <a:gd name="connsiteY1210" fmla="*/ 447811 h 830409"/>
              <a:gd name="connsiteX1211" fmla="*/ 498711 w 707644"/>
              <a:gd name="connsiteY1211" fmla="*/ 374738 h 830409"/>
              <a:gd name="connsiteX1212" fmla="*/ 403557 w 707644"/>
              <a:gd name="connsiteY1212" fmla="*/ 478325 h 830409"/>
              <a:gd name="connsiteX1213" fmla="*/ 405138 w 707644"/>
              <a:gd name="connsiteY1213" fmla="*/ 480015 h 830409"/>
              <a:gd name="connsiteX1214" fmla="*/ 405756 w 707644"/>
              <a:gd name="connsiteY1214" fmla="*/ 481160 h 830409"/>
              <a:gd name="connsiteX1215" fmla="*/ 331141 w 707644"/>
              <a:gd name="connsiteY1215" fmla="*/ 627261 h 830409"/>
              <a:gd name="connsiteX1216" fmla="*/ 338233 w 707644"/>
              <a:gd name="connsiteY1216" fmla="*/ 637646 h 830409"/>
              <a:gd name="connsiteX1217" fmla="*/ 341085 w 707644"/>
              <a:gd name="connsiteY1217" fmla="*/ 646978 h 830409"/>
              <a:gd name="connsiteX1218" fmla="*/ 341194 w 707644"/>
              <a:gd name="connsiteY1218" fmla="*/ 653656 h 830409"/>
              <a:gd name="connsiteX1219" fmla="*/ 332281 w 707644"/>
              <a:gd name="connsiteY1219" fmla="*/ 629637 h 830409"/>
              <a:gd name="connsiteX1220" fmla="*/ 363506 w 707644"/>
              <a:gd name="connsiteY1220" fmla="*/ 558693 h 830409"/>
              <a:gd name="connsiteX1221" fmla="*/ 377018 w 707644"/>
              <a:gd name="connsiteY1221" fmla="*/ 566182 h 830409"/>
              <a:gd name="connsiteX1222" fmla="*/ 383737 w 707644"/>
              <a:gd name="connsiteY1222" fmla="*/ 575632 h 830409"/>
              <a:gd name="connsiteX1223" fmla="*/ 371447 w 707644"/>
              <a:gd name="connsiteY1223" fmla="*/ 569082 h 830409"/>
              <a:gd name="connsiteX1224" fmla="*/ 367497 w 707644"/>
              <a:gd name="connsiteY1224" fmla="*/ 563882 h 830409"/>
              <a:gd name="connsiteX1225" fmla="*/ 380380 w 707644"/>
              <a:gd name="connsiteY1225" fmla="*/ 523018 h 830409"/>
              <a:gd name="connsiteX1226" fmla="*/ 386276 w 707644"/>
              <a:gd name="connsiteY1226" fmla="*/ 528405 h 830409"/>
              <a:gd name="connsiteX1227" fmla="*/ 386636 w 707644"/>
              <a:gd name="connsiteY1227" fmla="*/ 528742 h 830409"/>
              <a:gd name="connsiteX1228" fmla="*/ 386728 w 707644"/>
              <a:gd name="connsiteY1228" fmla="*/ 528887 h 830409"/>
              <a:gd name="connsiteX1229" fmla="*/ 401067 w 707644"/>
              <a:gd name="connsiteY1229" fmla="*/ 547676 h 830409"/>
              <a:gd name="connsiteX1230" fmla="*/ 407888 w 707644"/>
              <a:gd name="connsiteY1230" fmla="*/ 555644 h 830409"/>
              <a:gd name="connsiteX1231" fmla="*/ 407833 w 707644"/>
              <a:gd name="connsiteY1231" fmla="*/ 560239 h 830409"/>
              <a:gd name="connsiteX1232" fmla="*/ 408989 w 707644"/>
              <a:gd name="connsiteY1232" fmla="*/ 566443 h 830409"/>
              <a:gd name="connsiteX1233" fmla="*/ 394777 w 707644"/>
              <a:gd name="connsiteY1233" fmla="*/ 543411 h 830409"/>
              <a:gd name="connsiteX1234" fmla="*/ 386137 w 707644"/>
              <a:gd name="connsiteY1234" fmla="*/ 531053 h 830409"/>
              <a:gd name="connsiteX1235" fmla="*/ 308950 w 707644"/>
              <a:gd name="connsiteY1235" fmla="*/ 671146 h 830409"/>
              <a:gd name="connsiteX1236" fmla="*/ 327945 w 707644"/>
              <a:gd name="connsiteY1236" fmla="*/ 674176 h 830409"/>
              <a:gd name="connsiteX1237" fmla="*/ 348064 w 707644"/>
              <a:gd name="connsiteY1237" fmla="*/ 692716 h 830409"/>
              <a:gd name="connsiteX1238" fmla="*/ 309312 w 707644"/>
              <a:gd name="connsiteY1238" fmla="*/ 671811 h 830409"/>
              <a:gd name="connsiteX1239" fmla="*/ 336188 w 707644"/>
              <a:gd name="connsiteY1239" fmla="*/ 613013 h 830409"/>
              <a:gd name="connsiteX1240" fmla="*/ 354019 w 707644"/>
              <a:gd name="connsiteY1240" fmla="*/ 631828 h 830409"/>
              <a:gd name="connsiteX1241" fmla="*/ 384818 w 707644"/>
              <a:gd name="connsiteY1241" fmla="*/ 663215 h 830409"/>
              <a:gd name="connsiteX1242" fmla="*/ 415474 w 707644"/>
              <a:gd name="connsiteY1242" fmla="*/ 711092 h 830409"/>
              <a:gd name="connsiteX1243" fmla="*/ 423323 w 707644"/>
              <a:gd name="connsiteY1243" fmla="*/ 726137 h 830409"/>
              <a:gd name="connsiteX1244" fmla="*/ 435006 w 707644"/>
              <a:gd name="connsiteY1244" fmla="*/ 743052 h 830409"/>
              <a:gd name="connsiteX1245" fmla="*/ 436569 w 707644"/>
              <a:gd name="connsiteY1245" fmla="*/ 763029 h 830409"/>
              <a:gd name="connsiteX1246" fmla="*/ 443785 w 707644"/>
              <a:gd name="connsiteY1246" fmla="*/ 794273 h 830409"/>
              <a:gd name="connsiteX1247" fmla="*/ 415930 w 707644"/>
              <a:gd name="connsiteY1247" fmla="*/ 758658 h 830409"/>
              <a:gd name="connsiteX1248" fmla="*/ 413545 w 707644"/>
              <a:gd name="connsiteY1248" fmla="*/ 756253 h 830409"/>
              <a:gd name="connsiteX1249" fmla="*/ 383558 w 707644"/>
              <a:gd name="connsiteY1249" fmla="*/ 705710 h 830409"/>
              <a:gd name="connsiteX1250" fmla="*/ 387963 w 707644"/>
              <a:gd name="connsiteY1250" fmla="*/ 705942 h 830409"/>
              <a:gd name="connsiteX1251" fmla="*/ 366287 w 707644"/>
              <a:gd name="connsiteY1251" fmla="*/ 674868 h 830409"/>
              <a:gd name="connsiteX1252" fmla="*/ 358570 w 707644"/>
              <a:gd name="connsiteY1252" fmla="*/ 667428 h 830409"/>
              <a:gd name="connsiteX1253" fmla="*/ 343907 w 707644"/>
              <a:gd name="connsiteY1253" fmla="*/ 645956 h 830409"/>
              <a:gd name="connsiteX1254" fmla="*/ 343768 w 707644"/>
              <a:gd name="connsiteY1254" fmla="*/ 645644 h 830409"/>
              <a:gd name="connsiteX1255" fmla="*/ 340962 w 707644"/>
              <a:gd name="connsiteY1255" fmla="*/ 639449 h 830409"/>
              <a:gd name="connsiteX1256" fmla="*/ 340869 w 707644"/>
              <a:gd name="connsiteY1256" fmla="*/ 633757 h 830409"/>
              <a:gd name="connsiteX1257" fmla="*/ 305445 w 707644"/>
              <a:gd name="connsiteY1257" fmla="*/ 670587 h 830409"/>
              <a:gd name="connsiteX1258" fmla="*/ 307714 w 707644"/>
              <a:gd name="connsiteY1258" fmla="*/ 670949 h 830409"/>
              <a:gd name="connsiteX1259" fmla="*/ 309312 w 707644"/>
              <a:gd name="connsiteY1259" fmla="*/ 671811 h 830409"/>
              <a:gd name="connsiteX1260" fmla="*/ 315115 w 707644"/>
              <a:gd name="connsiteY1260" fmla="*/ 682486 h 830409"/>
              <a:gd name="connsiteX1261" fmla="*/ 379051 w 707644"/>
              <a:gd name="connsiteY1261" fmla="*/ 516782 h 830409"/>
              <a:gd name="connsiteX1262" fmla="*/ 398897 w 707644"/>
              <a:gd name="connsiteY1262" fmla="*/ 534823 h 830409"/>
              <a:gd name="connsiteX1263" fmla="*/ 408051 w 707644"/>
              <a:gd name="connsiteY1263" fmla="*/ 542107 h 830409"/>
              <a:gd name="connsiteX1264" fmla="*/ 407972 w 707644"/>
              <a:gd name="connsiteY1264" fmla="*/ 548668 h 830409"/>
              <a:gd name="connsiteX1265" fmla="*/ 386636 w 707644"/>
              <a:gd name="connsiteY1265" fmla="*/ 528742 h 830409"/>
              <a:gd name="connsiteX1266" fmla="*/ 356690 w 707644"/>
              <a:gd name="connsiteY1266" fmla="*/ 561217 h 830409"/>
              <a:gd name="connsiteX1267" fmla="*/ 356731 w 707644"/>
              <a:gd name="connsiteY1267" fmla="*/ 561238 h 830409"/>
              <a:gd name="connsiteX1268" fmla="*/ 367718 w 707644"/>
              <a:gd name="connsiteY1268" fmla="*/ 571458 h 830409"/>
              <a:gd name="connsiteX1269" fmla="*/ 384000 w 707644"/>
              <a:gd name="connsiteY1269" fmla="*/ 585995 h 830409"/>
              <a:gd name="connsiteX1270" fmla="*/ 406252 w 707644"/>
              <a:gd name="connsiteY1270" fmla="*/ 618115 h 830409"/>
              <a:gd name="connsiteX1271" fmla="*/ 424095 w 707644"/>
              <a:gd name="connsiteY1271" fmla="*/ 642747 h 830409"/>
              <a:gd name="connsiteX1272" fmla="*/ 426124 w 707644"/>
              <a:gd name="connsiteY1272" fmla="*/ 652358 h 830409"/>
              <a:gd name="connsiteX1273" fmla="*/ 400504 w 707644"/>
              <a:gd name="connsiteY1273" fmla="*/ 632034 h 830409"/>
              <a:gd name="connsiteX1274" fmla="*/ 395818 w 707644"/>
              <a:gd name="connsiteY1274" fmla="*/ 625829 h 830409"/>
              <a:gd name="connsiteX1275" fmla="*/ 385694 w 707644"/>
              <a:gd name="connsiteY1275" fmla="*/ 611020 h 830409"/>
              <a:gd name="connsiteX1276" fmla="*/ 359043 w 707644"/>
              <a:gd name="connsiteY1276" fmla="*/ 564844 h 830409"/>
              <a:gd name="connsiteX1277" fmla="*/ 426604 w 707644"/>
              <a:gd name="connsiteY1277" fmla="*/ 403994 h 830409"/>
              <a:gd name="connsiteX1278" fmla="*/ 432536 w 707644"/>
              <a:gd name="connsiteY1278" fmla="*/ 411652 h 830409"/>
              <a:gd name="connsiteX1279" fmla="*/ 447689 w 707644"/>
              <a:gd name="connsiteY1279" fmla="*/ 431997 h 830409"/>
              <a:gd name="connsiteX1280" fmla="*/ 441236 w 707644"/>
              <a:gd name="connsiteY1280" fmla="*/ 434260 h 830409"/>
              <a:gd name="connsiteX1281" fmla="*/ 439815 w 707644"/>
              <a:gd name="connsiteY1281" fmla="*/ 432567 h 830409"/>
              <a:gd name="connsiteX1282" fmla="*/ 438327 w 707644"/>
              <a:gd name="connsiteY1282" fmla="*/ 428862 h 830409"/>
              <a:gd name="connsiteX1283" fmla="*/ 465436 w 707644"/>
              <a:gd name="connsiteY1283" fmla="*/ 315151 h 830409"/>
              <a:gd name="connsiteX1284" fmla="*/ 476482 w 707644"/>
              <a:gd name="connsiteY1284" fmla="*/ 329063 h 830409"/>
              <a:gd name="connsiteX1285" fmla="*/ 485212 w 707644"/>
              <a:gd name="connsiteY1285" fmla="*/ 339974 h 830409"/>
              <a:gd name="connsiteX1286" fmla="*/ 482164 w 707644"/>
              <a:gd name="connsiteY1286" fmla="*/ 339378 h 830409"/>
              <a:gd name="connsiteX1287" fmla="*/ 394784 w 707644"/>
              <a:gd name="connsiteY1287" fmla="*/ 460820 h 830409"/>
              <a:gd name="connsiteX1288" fmla="*/ 413001 w 707644"/>
              <a:gd name="connsiteY1288" fmla="*/ 479430 h 830409"/>
              <a:gd name="connsiteX1289" fmla="*/ 411565 w 707644"/>
              <a:gd name="connsiteY1289" fmla="*/ 486887 h 830409"/>
              <a:gd name="connsiteX1290" fmla="*/ 405138 w 707644"/>
              <a:gd name="connsiteY1290" fmla="*/ 480015 h 830409"/>
              <a:gd name="connsiteX1291" fmla="*/ 350310 w 707644"/>
              <a:gd name="connsiteY1291" fmla="*/ 551378 h 830409"/>
              <a:gd name="connsiteX1292" fmla="*/ 355033 w 707644"/>
              <a:gd name="connsiteY1292" fmla="*/ 553996 h 830409"/>
              <a:gd name="connsiteX1293" fmla="*/ 368003 w 707644"/>
              <a:gd name="connsiteY1293" fmla="*/ 567246 h 830409"/>
              <a:gd name="connsiteX1294" fmla="*/ 356731 w 707644"/>
              <a:gd name="connsiteY1294" fmla="*/ 561238 h 830409"/>
              <a:gd name="connsiteX1295" fmla="*/ 356664 w 707644"/>
              <a:gd name="connsiteY1295" fmla="*/ 561176 h 830409"/>
              <a:gd name="connsiteX1296" fmla="*/ 251202 w 707644"/>
              <a:gd name="connsiteY1296" fmla="*/ 756144 h 830409"/>
              <a:gd name="connsiteX1297" fmla="*/ 262652 w 707644"/>
              <a:gd name="connsiteY1297" fmla="*/ 757517 h 830409"/>
              <a:gd name="connsiteX1298" fmla="*/ 287915 w 707644"/>
              <a:gd name="connsiteY1298" fmla="*/ 777251 h 830409"/>
              <a:gd name="connsiteX1299" fmla="*/ 310110 w 707644"/>
              <a:gd name="connsiteY1299" fmla="*/ 794793 h 830409"/>
              <a:gd name="connsiteX1300" fmla="*/ 334532 w 707644"/>
              <a:gd name="connsiteY1300" fmla="*/ 822941 h 830409"/>
              <a:gd name="connsiteX1301" fmla="*/ 307205 w 707644"/>
              <a:gd name="connsiteY1301" fmla="*/ 815251 h 830409"/>
              <a:gd name="connsiteX1302" fmla="*/ 270828 w 707644"/>
              <a:gd name="connsiteY1302" fmla="*/ 779751 h 830409"/>
              <a:gd name="connsiteX1303" fmla="*/ 285566 w 707644"/>
              <a:gd name="connsiteY1303" fmla="*/ 680927 h 830409"/>
              <a:gd name="connsiteX1304" fmla="*/ 307810 w 707644"/>
              <a:gd name="connsiteY1304" fmla="*/ 702553 h 830409"/>
              <a:gd name="connsiteX1305" fmla="*/ 308286 w 707644"/>
              <a:gd name="connsiteY1305" fmla="*/ 703013 h 830409"/>
              <a:gd name="connsiteX1306" fmla="*/ 349092 w 707644"/>
              <a:gd name="connsiteY1306" fmla="*/ 762676 h 830409"/>
              <a:gd name="connsiteX1307" fmla="*/ 368251 w 707644"/>
              <a:gd name="connsiteY1307" fmla="*/ 794378 h 830409"/>
              <a:gd name="connsiteX1308" fmla="*/ 359625 w 707644"/>
              <a:gd name="connsiteY1308" fmla="*/ 784512 h 830409"/>
              <a:gd name="connsiteX1309" fmla="*/ 320231 w 707644"/>
              <a:gd name="connsiteY1309" fmla="*/ 740577 h 830409"/>
              <a:gd name="connsiteX1310" fmla="*/ 367596 w 707644"/>
              <a:gd name="connsiteY1310" fmla="*/ 506349 h 830409"/>
              <a:gd name="connsiteX1311" fmla="*/ 368150 w 707644"/>
              <a:gd name="connsiteY1311" fmla="*/ 506871 h 830409"/>
              <a:gd name="connsiteX1312" fmla="*/ 370051 w 707644"/>
              <a:gd name="connsiteY1312" fmla="*/ 508600 h 830409"/>
              <a:gd name="connsiteX1313" fmla="*/ 380380 w 707644"/>
              <a:gd name="connsiteY1313" fmla="*/ 523018 h 830409"/>
              <a:gd name="connsiteX1314" fmla="*/ 370331 w 707644"/>
              <a:gd name="connsiteY1314" fmla="*/ 513835 h 830409"/>
              <a:gd name="connsiteX1315" fmla="*/ 461173 w 707644"/>
              <a:gd name="connsiteY1315" fmla="*/ 309782 h 830409"/>
              <a:gd name="connsiteX1316" fmla="*/ 463412 w 707644"/>
              <a:gd name="connsiteY1316" fmla="*/ 312219 h 830409"/>
              <a:gd name="connsiteX1317" fmla="*/ 465436 w 707644"/>
              <a:gd name="connsiteY1317" fmla="*/ 315151 h 830409"/>
              <a:gd name="connsiteX1318" fmla="*/ 504678 w 707644"/>
              <a:gd name="connsiteY1318" fmla="*/ 218946 h 830409"/>
              <a:gd name="connsiteX1319" fmla="*/ 513023 w 707644"/>
              <a:gd name="connsiteY1319" fmla="*/ 239091 h 830409"/>
              <a:gd name="connsiteX1320" fmla="*/ 510816 w 707644"/>
              <a:gd name="connsiteY1320" fmla="*/ 236902 h 830409"/>
              <a:gd name="connsiteX1321" fmla="*/ 506106 w 707644"/>
              <a:gd name="connsiteY1321" fmla="*/ 224787 h 830409"/>
              <a:gd name="connsiteX1322" fmla="*/ 322035 w 707644"/>
              <a:gd name="connsiteY1322" fmla="*/ 598078 h 830409"/>
              <a:gd name="connsiteX1323" fmla="*/ 329033 w 707644"/>
              <a:gd name="connsiteY1323" fmla="*/ 605462 h 830409"/>
              <a:gd name="connsiteX1324" fmla="*/ 331425 w 707644"/>
              <a:gd name="connsiteY1324" fmla="*/ 615371 h 830409"/>
              <a:gd name="connsiteX1325" fmla="*/ 334266 w 707644"/>
              <a:gd name="connsiteY1325" fmla="*/ 624668 h 830409"/>
              <a:gd name="connsiteX1326" fmla="*/ 328925 w 707644"/>
              <a:gd name="connsiteY1326" fmla="*/ 612878 h 830409"/>
              <a:gd name="connsiteX1327" fmla="*/ 325672 w 707644"/>
              <a:gd name="connsiteY1327" fmla="*/ 572647 h 830409"/>
              <a:gd name="connsiteX1328" fmla="*/ 327118 w 707644"/>
              <a:gd name="connsiteY1328" fmla="*/ 574338 h 830409"/>
              <a:gd name="connsiteX1329" fmla="*/ 330960 w 707644"/>
              <a:gd name="connsiteY1329" fmla="*/ 577679 h 830409"/>
              <a:gd name="connsiteX1330" fmla="*/ 369168 w 707644"/>
              <a:gd name="connsiteY1330" fmla="*/ 638773 h 830409"/>
              <a:gd name="connsiteX1331" fmla="*/ 374268 w 707644"/>
              <a:gd name="connsiteY1331" fmla="*/ 646739 h 830409"/>
              <a:gd name="connsiteX1332" fmla="*/ 329463 w 707644"/>
              <a:gd name="connsiteY1332" fmla="*/ 585228 h 830409"/>
              <a:gd name="connsiteX1333" fmla="*/ 438700 w 707644"/>
              <a:gd name="connsiteY1333" fmla="*/ 330886 h 830409"/>
              <a:gd name="connsiteX1334" fmla="*/ 446654 w 707644"/>
              <a:gd name="connsiteY1334" fmla="*/ 332440 h 830409"/>
              <a:gd name="connsiteX1335" fmla="*/ 474853 w 707644"/>
              <a:gd name="connsiteY1335" fmla="*/ 382975 h 830409"/>
              <a:gd name="connsiteX1336" fmla="*/ 473058 w 707644"/>
              <a:gd name="connsiteY1336" fmla="*/ 380242 h 830409"/>
              <a:gd name="connsiteX1337" fmla="*/ 451269 w 707644"/>
              <a:gd name="connsiteY1337" fmla="*/ 348460 h 830409"/>
              <a:gd name="connsiteX1338" fmla="*/ 321512 w 707644"/>
              <a:gd name="connsiteY1338" fmla="*/ 574313 h 830409"/>
              <a:gd name="connsiteX1339" fmla="*/ 329463 w 707644"/>
              <a:gd name="connsiteY1339" fmla="*/ 585228 h 830409"/>
              <a:gd name="connsiteX1340" fmla="*/ 331279 w 707644"/>
              <a:gd name="connsiteY1340" fmla="*/ 591256 h 830409"/>
              <a:gd name="connsiteX1341" fmla="*/ 336188 w 707644"/>
              <a:gd name="connsiteY1341" fmla="*/ 613013 h 830409"/>
              <a:gd name="connsiteX1342" fmla="*/ 329033 w 707644"/>
              <a:gd name="connsiteY1342" fmla="*/ 605462 h 830409"/>
              <a:gd name="connsiteX1343" fmla="*/ 403826 w 707644"/>
              <a:gd name="connsiteY1343" fmla="*/ 401298 h 830409"/>
              <a:gd name="connsiteX1344" fmla="*/ 438460 w 707644"/>
              <a:gd name="connsiteY1344" fmla="*/ 435233 h 830409"/>
              <a:gd name="connsiteX1345" fmla="*/ 433154 w 707644"/>
              <a:gd name="connsiteY1345" fmla="*/ 437094 h 830409"/>
              <a:gd name="connsiteX1346" fmla="*/ 428892 w 707644"/>
              <a:gd name="connsiteY1346" fmla="*/ 440716 h 830409"/>
              <a:gd name="connsiteX1347" fmla="*/ 415209 w 707644"/>
              <a:gd name="connsiteY1347" fmla="*/ 423603 h 830409"/>
              <a:gd name="connsiteX1348" fmla="*/ 331620 w 707644"/>
              <a:gd name="connsiteY1348" fmla="*/ 547854 h 830409"/>
              <a:gd name="connsiteX1349" fmla="*/ 341625 w 707644"/>
              <a:gd name="connsiteY1349" fmla="*/ 553187 h 830409"/>
              <a:gd name="connsiteX1350" fmla="*/ 359154 w 707644"/>
              <a:gd name="connsiteY1350" fmla="*/ 577285 h 830409"/>
              <a:gd name="connsiteX1351" fmla="*/ 395818 w 707644"/>
              <a:gd name="connsiteY1351" fmla="*/ 625829 h 830409"/>
              <a:gd name="connsiteX1352" fmla="*/ 398630 w 707644"/>
              <a:gd name="connsiteY1352" fmla="*/ 629942 h 830409"/>
              <a:gd name="connsiteX1353" fmla="*/ 399722 w 707644"/>
              <a:gd name="connsiteY1353" fmla="*/ 631414 h 830409"/>
              <a:gd name="connsiteX1354" fmla="*/ 396168 w 707644"/>
              <a:gd name="connsiteY1354" fmla="*/ 628594 h 830409"/>
              <a:gd name="connsiteX1355" fmla="*/ 360201 w 707644"/>
              <a:gd name="connsiteY1355" fmla="*/ 603095 h 830409"/>
              <a:gd name="connsiteX1356" fmla="*/ 358113 w 707644"/>
              <a:gd name="connsiteY1356" fmla="*/ 601137 h 830409"/>
              <a:gd name="connsiteX1357" fmla="*/ 351076 w 707644"/>
              <a:gd name="connsiteY1357" fmla="*/ 587649 h 830409"/>
              <a:gd name="connsiteX1358" fmla="*/ 422875 w 707644"/>
              <a:gd name="connsiteY1358" fmla="*/ 357469 h 830409"/>
              <a:gd name="connsiteX1359" fmla="*/ 437086 w 707644"/>
              <a:gd name="connsiteY1359" fmla="*/ 372734 h 830409"/>
              <a:gd name="connsiteX1360" fmla="*/ 440276 w 707644"/>
              <a:gd name="connsiteY1360" fmla="*/ 377247 h 830409"/>
              <a:gd name="connsiteX1361" fmla="*/ 460698 w 707644"/>
              <a:gd name="connsiteY1361" fmla="*/ 406006 h 830409"/>
              <a:gd name="connsiteX1362" fmla="*/ 466428 w 707644"/>
              <a:gd name="connsiteY1362" fmla="*/ 413515 h 830409"/>
              <a:gd name="connsiteX1363" fmla="*/ 475973 w 707644"/>
              <a:gd name="connsiteY1363" fmla="*/ 432437 h 830409"/>
              <a:gd name="connsiteX1364" fmla="*/ 471894 w 707644"/>
              <a:gd name="connsiteY1364" fmla="*/ 427650 h 830409"/>
              <a:gd name="connsiteX1365" fmla="*/ 457536 w 707644"/>
              <a:gd name="connsiteY1365" fmla="*/ 407663 h 830409"/>
              <a:gd name="connsiteX1366" fmla="*/ 333553 w 707644"/>
              <a:gd name="connsiteY1366" fmla="*/ 542090 h 830409"/>
              <a:gd name="connsiteX1367" fmla="*/ 339969 w 707644"/>
              <a:gd name="connsiteY1367" fmla="*/ 545646 h 830409"/>
              <a:gd name="connsiteX1368" fmla="*/ 356664 w 707644"/>
              <a:gd name="connsiteY1368" fmla="*/ 561176 h 830409"/>
              <a:gd name="connsiteX1369" fmla="*/ 356690 w 707644"/>
              <a:gd name="connsiteY1369" fmla="*/ 561217 h 830409"/>
              <a:gd name="connsiteX1370" fmla="*/ 341625 w 707644"/>
              <a:gd name="connsiteY1370" fmla="*/ 553187 h 830409"/>
              <a:gd name="connsiteX1371" fmla="*/ 275296 w 707644"/>
              <a:gd name="connsiteY1371" fmla="*/ 663254 h 830409"/>
              <a:gd name="connsiteX1372" fmla="*/ 289971 w 707644"/>
              <a:gd name="connsiteY1372" fmla="*/ 666952 h 830409"/>
              <a:gd name="connsiteX1373" fmla="*/ 306291 w 707644"/>
              <a:gd name="connsiteY1373" fmla="*/ 699258 h 830409"/>
              <a:gd name="connsiteX1374" fmla="*/ 277035 w 707644"/>
              <a:gd name="connsiteY1374" fmla="*/ 666248 h 830409"/>
              <a:gd name="connsiteX1375" fmla="*/ 456850 w 707644"/>
              <a:gd name="connsiteY1375" fmla="*/ 275974 h 830409"/>
              <a:gd name="connsiteX1376" fmla="*/ 480236 w 707644"/>
              <a:gd name="connsiteY1376" fmla="*/ 301827 h 830409"/>
              <a:gd name="connsiteX1377" fmla="*/ 500356 w 707644"/>
              <a:gd name="connsiteY1377" fmla="*/ 342933 h 830409"/>
              <a:gd name="connsiteX1378" fmla="*/ 499997 w 707644"/>
              <a:gd name="connsiteY1378" fmla="*/ 342862 h 830409"/>
              <a:gd name="connsiteX1379" fmla="*/ 494367 w 707644"/>
              <a:gd name="connsiteY1379" fmla="*/ 333505 h 830409"/>
              <a:gd name="connsiteX1380" fmla="*/ 462236 w 707644"/>
              <a:gd name="connsiteY1380" fmla="*/ 283502 h 830409"/>
              <a:gd name="connsiteX1381" fmla="*/ 355376 w 707644"/>
              <a:gd name="connsiteY1381" fmla="*/ 485352 h 830409"/>
              <a:gd name="connsiteX1382" fmla="*/ 366267 w 707644"/>
              <a:gd name="connsiteY1382" fmla="*/ 494872 h 830409"/>
              <a:gd name="connsiteX1383" fmla="*/ 369461 w 707644"/>
              <a:gd name="connsiteY1383" fmla="*/ 500119 h 830409"/>
              <a:gd name="connsiteX1384" fmla="*/ 377727 w 707644"/>
              <a:gd name="connsiteY1384" fmla="*/ 514694 h 830409"/>
              <a:gd name="connsiteX1385" fmla="*/ 379051 w 707644"/>
              <a:gd name="connsiteY1385" fmla="*/ 516782 h 830409"/>
              <a:gd name="connsiteX1386" fmla="*/ 370051 w 707644"/>
              <a:gd name="connsiteY1386" fmla="*/ 508600 h 830409"/>
              <a:gd name="connsiteX1387" fmla="*/ 366720 w 707644"/>
              <a:gd name="connsiteY1387" fmla="*/ 503949 h 830409"/>
              <a:gd name="connsiteX1388" fmla="*/ 364198 w 707644"/>
              <a:gd name="connsiteY1388" fmla="*/ 497048 h 830409"/>
              <a:gd name="connsiteX1389" fmla="*/ 270485 w 707644"/>
              <a:gd name="connsiteY1389" fmla="*/ 662042 h 830409"/>
              <a:gd name="connsiteX1390" fmla="*/ 274119 w 707644"/>
              <a:gd name="connsiteY1390" fmla="*/ 662958 h 830409"/>
              <a:gd name="connsiteX1391" fmla="*/ 277035 w 707644"/>
              <a:gd name="connsiteY1391" fmla="*/ 666248 h 830409"/>
              <a:gd name="connsiteX1392" fmla="*/ 285566 w 707644"/>
              <a:gd name="connsiteY1392" fmla="*/ 680927 h 830409"/>
              <a:gd name="connsiteX1393" fmla="*/ 277456 w 707644"/>
              <a:gd name="connsiteY1393" fmla="*/ 673042 h 830409"/>
              <a:gd name="connsiteX1394" fmla="*/ 273387 w 707644"/>
              <a:gd name="connsiteY1394" fmla="*/ 666342 h 830409"/>
              <a:gd name="connsiteX1395" fmla="*/ 277455 w 707644"/>
              <a:gd name="connsiteY1395" fmla="*/ 642178 h 830409"/>
              <a:gd name="connsiteX1396" fmla="*/ 277974 w 707644"/>
              <a:gd name="connsiteY1396" fmla="*/ 642842 h 830409"/>
              <a:gd name="connsiteX1397" fmla="*/ 303093 w 707644"/>
              <a:gd name="connsiteY1397" fmla="*/ 668457 h 830409"/>
              <a:gd name="connsiteX1398" fmla="*/ 304198 w 707644"/>
              <a:gd name="connsiteY1398" fmla="*/ 669053 h 830409"/>
              <a:gd name="connsiteX1399" fmla="*/ 305445 w 707644"/>
              <a:gd name="connsiteY1399" fmla="*/ 670587 h 830409"/>
              <a:gd name="connsiteX1400" fmla="*/ 302590 w 707644"/>
              <a:gd name="connsiteY1400" fmla="*/ 670132 h 830409"/>
              <a:gd name="connsiteX1401" fmla="*/ 289971 w 707644"/>
              <a:gd name="connsiteY1401" fmla="*/ 666952 h 830409"/>
              <a:gd name="connsiteX1402" fmla="*/ 317026 w 707644"/>
              <a:gd name="connsiteY1402" fmla="*/ 555728 h 830409"/>
              <a:gd name="connsiteX1403" fmla="*/ 319260 w 707644"/>
              <a:gd name="connsiteY1403" fmla="*/ 558972 h 830409"/>
              <a:gd name="connsiteX1404" fmla="*/ 323682 w 707644"/>
              <a:gd name="connsiteY1404" fmla="*/ 566043 h 830409"/>
              <a:gd name="connsiteX1405" fmla="*/ 325672 w 707644"/>
              <a:gd name="connsiteY1405" fmla="*/ 572647 h 830409"/>
              <a:gd name="connsiteX1406" fmla="*/ 319315 w 707644"/>
              <a:gd name="connsiteY1406" fmla="*/ 565209 h 830409"/>
              <a:gd name="connsiteX1407" fmla="*/ 378075 w 707644"/>
              <a:gd name="connsiteY1407" fmla="*/ 421087 h 830409"/>
              <a:gd name="connsiteX1408" fmla="*/ 411395 w 707644"/>
              <a:gd name="connsiteY1408" fmla="*/ 450933 h 830409"/>
              <a:gd name="connsiteX1409" fmla="*/ 417380 w 707644"/>
              <a:gd name="connsiteY1409" fmla="*/ 456679 h 830409"/>
              <a:gd name="connsiteX1410" fmla="*/ 414562 w 707644"/>
              <a:gd name="connsiteY1410" fmla="*/ 471317 h 830409"/>
              <a:gd name="connsiteX1411" fmla="*/ 394792 w 707644"/>
              <a:gd name="connsiteY1411" fmla="*/ 445559 h 830409"/>
              <a:gd name="connsiteX1412" fmla="*/ 376007 w 707644"/>
              <a:gd name="connsiteY1412" fmla="*/ 421097 h 830409"/>
              <a:gd name="connsiteX1413" fmla="*/ 394062 w 707644"/>
              <a:gd name="connsiteY1413" fmla="*/ 446113 h 830409"/>
              <a:gd name="connsiteX1414" fmla="*/ 414065 w 707644"/>
              <a:gd name="connsiteY1414" fmla="*/ 473903 h 830409"/>
              <a:gd name="connsiteX1415" fmla="*/ 413360 w 707644"/>
              <a:gd name="connsiteY1415" fmla="*/ 477564 h 830409"/>
              <a:gd name="connsiteX1416" fmla="*/ 386497 w 707644"/>
              <a:gd name="connsiteY1416" fmla="*/ 443508 h 830409"/>
              <a:gd name="connsiteX1417" fmla="*/ 343188 w 707644"/>
              <a:gd name="connsiteY1417" fmla="*/ 489031 h 830409"/>
              <a:gd name="connsiteX1418" fmla="*/ 370331 w 707644"/>
              <a:gd name="connsiteY1418" fmla="*/ 513835 h 830409"/>
              <a:gd name="connsiteX1419" fmla="*/ 377024 w 707644"/>
              <a:gd name="connsiteY1419" fmla="*/ 532153 h 830409"/>
              <a:gd name="connsiteX1420" fmla="*/ 381006 w 707644"/>
              <a:gd name="connsiteY1420" fmla="*/ 559487 h 830409"/>
              <a:gd name="connsiteX1421" fmla="*/ 379040 w 707644"/>
              <a:gd name="connsiteY1421" fmla="*/ 556534 h 830409"/>
              <a:gd name="connsiteX1422" fmla="*/ 372300 w 707644"/>
              <a:gd name="connsiteY1422" fmla="*/ 544337 h 830409"/>
              <a:gd name="connsiteX1423" fmla="*/ 321732 w 707644"/>
              <a:gd name="connsiteY1423" fmla="*/ 527629 h 830409"/>
              <a:gd name="connsiteX1424" fmla="*/ 326420 w 707644"/>
              <a:gd name="connsiteY1424" fmla="*/ 532282 h 830409"/>
              <a:gd name="connsiteX1425" fmla="*/ 333553 w 707644"/>
              <a:gd name="connsiteY1425" fmla="*/ 542090 h 830409"/>
              <a:gd name="connsiteX1426" fmla="*/ 327036 w 707644"/>
              <a:gd name="connsiteY1426" fmla="*/ 538477 h 830409"/>
              <a:gd name="connsiteX1427" fmla="*/ 349547 w 707644"/>
              <a:gd name="connsiteY1427" fmla="*/ 468755 h 830409"/>
              <a:gd name="connsiteX1428" fmla="*/ 402594 w 707644"/>
              <a:gd name="connsiteY1428" fmla="*/ 525781 h 830409"/>
              <a:gd name="connsiteX1429" fmla="*/ 382259 w 707644"/>
              <a:gd name="connsiteY1429" fmla="*/ 508850 h 830409"/>
              <a:gd name="connsiteX1430" fmla="*/ 366267 w 707644"/>
              <a:gd name="connsiteY1430" fmla="*/ 494872 h 830409"/>
              <a:gd name="connsiteX1431" fmla="*/ 357327 w 707644"/>
              <a:gd name="connsiteY1431" fmla="*/ 480185 h 830409"/>
              <a:gd name="connsiteX1432" fmla="*/ 315503 w 707644"/>
              <a:gd name="connsiteY1432" fmla="*/ 539578 h 830409"/>
              <a:gd name="connsiteX1433" fmla="*/ 326990 w 707644"/>
              <a:gd name="connsiteY1433" fmla="*/ 558058 h 830409"/>
              <a:gd name="connsiteX1434" fmla="*/ 349547 w 707644"/>
              <a:gd name="connsiteY1434" fmla="*/ 593106 h 830409"/>
              <a:gd name="connsiteX1435" fmla="*/ 358113 w 707644"/>
              <a:gd name="connsiteY1435" fmla="*/ 601137 h 830409"/>
              <a:gd name="connsiteX1436" fmla="*/ 358260 w 707644"/>
              <a:gd name="connsiteY1436" fmla="*/ 601419 h 830409"/>
              <a:gd name="connsiteX1437" fmla="*/ 330960 w 707644"/>
              <a:gd name="connsiteY1437" fmla="*/ 577679 h 830409"/>
              <a:gd name="connsiteX1438" fmla="*/ 323682 w 707644"/>
              <a:gd name="connsiteY1438" fmla="*/ 566043 h 830409"/>
              <a:gd name="connsiteX1439" fmla="*/ 317117 w 707644"/>
              <a:gd name="connsiteY1439" fmla="*/ 544253 h 830409"/>
              <a:gd name="connsiteX1440" fmla="*/ 314617 w 707644"/>
              <a:gd name="connsiteY1440" fmla="*/ 538153 h 830409"/>
              <a:gd name="connsiteX1441" fmla="*/ 315109 w 707644"/>
              <a:gd name="connsiteY1441" fmla="*/ 538436 h 830409"/>
              <a:gd name="connsiteX1442" fmla="*/ 315503 w 707644"/>
              <a:gd name="connsiteY1442" fmla="*/ 539578 h 830409"/>
              <a:gd name="connsiteX1443" fmla="*/ 362542 w 707644"/>
              <a:gd name="connsiteY1443" fmla="*/ 437803 h 830409"/>
              <a:gd name="connsiteX1444" fmla="*/ 368040 w 707644"/>
              <a:gd name="connsiteY1444" fmla="*/ 443954 h 830409"/>
              <a:gd name="connsiteX1445" fmla="*/ 410375 w 707644"/>
              <a:gd name="connsiteY1445" fmla="*/ 489723 h 830409"/>
              <a:gd name="connsiteX1446" fmla="*/ 410850 w 707644"/>
              <a:gd name="connsiteY1446" fmla="*/ 490604 h 830409"/>
              <a:gd name="connsiteX1447" fmla="*/ 410297 w 707644"/>
              <a:gd name="connsiteY1447" fmla="*/ 493478 h 830409"/>
              <a:gd name="connsiteX1448" fmla="*/ 372207 w 707644"/>
              <a:gd name="connsiteY1448" fmla="*/ 415831 h 830409"/>
              <a:gd name="connsiteX1449" fmla="*/ 374507 w 707644"/>
              <a:gd name="connsiteY1449" fmla="*/ 417892 h 830409"/>
              <a:gd name="connsiteX1450" fmla="*/ 376007 w 707644"/>
              <a:gd name="connsiteY1450" fmla="*/ 421097 h 830409"/>
              <a:gd name="connsiteX1451" fmla="*/ 371494 w 707644"/>
              <a:gd name="connsiteY1451" fmla="*/ 411455 h 830409"/>
              <a:gd name="connsiteX1452" fmla="*/ 378075 w 707644"/>
              <a:gd name="connsiteY1452" fmla="*/ 421087 h 830409"/>
              <a:gd name="connsiteX1453" fmla="*/ 374507 w 707644"/>
              <a:gd name="connsiteY1453" fmla="*/ 417892 h 830409"/>
              <a:gd name="connsiteX1454" fmla="*/ 311617 w 707644"/>
              <a:gd name="connsiteY1454" fmla="*/ 533327 h 830409"/>
              <a:gd name="connsiteX1455" fmla="*/ 314617 w 707644"/>
              <a:gd name="connsiteY1455" fmla="*/ 538153 h 830409"/>
              <a:gd name="connsiteX1456" fmla="*/ 312486 w 707644"/>
              <a:gd name="connsiteY1456" fmla="*/ 536926 h 830409"/>
              <a:gd name="connsiteX1457" fmla="*/ 312304 w 707644"/>
              <a:gd name="connsiteY1457" fmla="*/ 530311 h 830409"/>
              <a:gd name="connsiteX1458" fmla="*/ 327036 w 707644"/>
              <a:gd name="connsiteY1458" fmla="*/ 538477 h 830409"/>
              <a:gd name="connsiteX1459" fmla="*/ 331620 w 707644"/>
              <a:gd name="connsiteY1459" fmla="*/ 547854 h 830409"/>
              <a:gd name="connsiteX1460" fmla="*/ 329525 w 707644"/>
              <a:gd name="connsiteY1460" fmla="*/ 546738 h 830409"/>
              <a:gd name="connsiteX1461" fmla="*/ 315109 w 707644"/>
              <a:gd name="connsiteY1461" fmla="*/ 538436 h 830409"/>
              <a:gd name="connsiteX1462" fmla="*/ 267139 w 707644"/>
              <a:gd name="connsiteY1462" fmla="*/ 619074 h 830409"/>
              <a:gd name="connsiteX1463" fmla="*/ 293214 w 707644"/>
              <a:gd name="connsiteY1463" fmla="*/ 642204 h 830409"/>
              <a:gd name="connsiteX1464" fmla="*/ 308950 w 707644"/>
              <a:gd name="connsiteY1464" fmla="*/ 671146 h 830409"/>
              <a:gd name="connsiteX1465" fmla="*/ 307714 w 707644"/>
              <a:gd name="connsiteY1465" fmla="*/ 670949 h 830409"/>
              <a:gd name="connsiteX1466" fmla="*/ 304198 w 707644"/>
              <a:gd name="connsiteY1466" fmla="*/ 669053 h 830409"/>
              <a:gd name="connsiteX1467" fmla="*/ 290037 w 707644"/>
              <a:gd name="connsiteY1467" fmla="*/ 651629 h 830409"/>
              <a:gd name="connsiteX1468" fmla="*/ 308396 w 707644"/>
              <a:gd name="connsiteY1468" fmla="*/ 528145 h 830409"/>
              <a:gd name="connsiteX1469" fmla="*/ 310671 w 707644"/>
              <a:gd name="connsiteY1469" fmla="*/ 529406 h 830409"/>
              <a:gd name="connsiteX1470" fmla="*/ 311617 w 707644"/>
              <a:gd name="connsiteY1470" fmla="*/ 533327 h 830409"/>
              <a:gd name="connsiteX1471" fmla="*/ 355134 w 707644"/>
              <a:gd name="connsiteY1471" fmla="*/ 429515 h 830409"/>
              <a:gd name="connsiteX1472" fmla="*/ 356886 w 707644"/>
              <a:gd name="connsiteY1472" fmla="*/ 431209 h 830409"/>
              <a:gd name="connsiteX1473" fmla="*/ 362542 w 707644"/>
              <a:gd name="connsiteY1473" fmla="*/ 437803 h 830409"/>
              <a:gd name="connsiteX1474" fmla="*/ 314257 w 707644"/>
              <a:gd name="connsiteY1474" fmla="*/ 512338 h 830409"/>
              <a:gd name="connsiteX1475" fmla="*/ 339304 w 707644"/>
              <a:gd name="connsiteY1475" fmla="*/ 537927 h 830409"/>
              <a:gd name="connsiteX1476" fmla="*/ 346069 w 707644"/>
              <a:gd name="connsiteY1476" fmla="*/ 544838 h 830409"/>
              <a:gd name="connsiteX1477" fmla="*/ 350310 w 707644"/>
              <a:gd name="connsiteY1477" fmla="*/ 551378 h 830409"/>
              <a:gd name="connsiteX1478" fmla="*/ 339969 w 707644"/>
              <a:gd name="connsiteY1478" fmla="*/ 545646 h 830409"/>
              <a:gd name="connsiteX1479" fmla="*/ 338581 w 707644"/>
              <a:gd name="connsiteY1479" fmla="*/ 544355 h 830409"/>
              <a:gd name="connsiteX1480" fmla="*/ 326420 w 707644"/>
              <a:gd name="connsiteY1480" fmla="*/ 532282 h 830409"/>
              <a:gd name="connsiteX1481" fmla="*/ 319061 w 707644"/>
              <a:gd name="connsiteY1481" fmla="*/ 522166 h 830409"/>
              <a:gd name="connsiteX1482" fmla="*/ 308498 w 707644"/>
              <a:gd name="connsiteY1482" fmla="*/ 519286 h 830409"/>
              <a:gd name="connsiteX1483" fmla="*/ 312304 w 707644"/>
              <a:gd name="connsiteY1483" fmla="*/ 530311 h 830409"/>
              <a:gd name="connsiteX1484" fmla="*/ 310671 w 707644"/>
              <a:gd name="connsiteY1484" fmla="*/ 529406 h 830409"/>
              <a:gd name="connsiteX1485" fmla="*/ 309246 w 707644"/>
              <a:gd name="connsiteY1485" fmla="*/ 523507 h 830409"/>
              <a:gd name="connsiteX1486" fmla="*/ 402274 w 707644"/>
              <a:gd name="connsiteY1486" fmla="*/ 323769 h 830409"/>
              <a:gd name="connsiteX1487" fmla="*/ 430664 w 707644"/>
              <a:gd name="connsiteY1487" fmla="*/ 329316 h 830409"/>
              <a:gd name="connsiteX1488" fmla="*/ 459537 w 707644"/>
              <a:gd name="connsiteY1488" fmla="*/ 377449 h 830409"/>
              <a:gd name="connsiteX1489" fmla="*/ 495397 w 707644"/>
              <a:gd name="connsiteY1489" fmla="*/ 443782 h 830409"/>
              <a:gd name="connsiteX1490" fmla="*/ 506587 w 707644"/>
              <a:gd name="connsiteY1490" fmla="*/ 463043 h 830409"/>
              <a:gd name="connsiteX1491" fmla="*/ 500886 w 707644"/>
              <a:gd name="connsiteY1491" fmla="*/ 459305 h 830409"/>
              <a:gd name="connsiteX1492" fmla="*/ 496970 w 707644"/>
              <a:gd name="connsiteY1492" fmla="*/ 453536 h 830409"/>
              <a:gd name="connsiteX1493" fmla="*/ 466428 w 707644"/>
              <a:gd name="connsiteY1493" fmla="*/ 413515 h 830409"/>
              <a:gd name="connsiteX1494" fmla="*/ 456230 w 707644"/>
              <a:gd name="connsiteY1494" fmla="*/ 393298 h 830409"/>
              <a:gd name="connsiteX1495" fmla="*/ 437086 w 707644"/>
              <a:gd name="connsiteY1495" fmla="*/ 372734 h 830409"/>
              <a:gd name="connsiteX1496" fmla="*/ 411810 w 707644"/>
              <a:gd name="connsiteY1496" fmla="*/ 336977 h 830409"/>
              <a:gd name="connsiteX1497" fmla="*/ 262329 w 707644"/>
              <a:gd name="connsiteY1497" fmla="*/ 612235 h 830409"/>
              <a:gd name="connsiteX1498" fmla="*/ 267139 w 707644"/>
              <a:gd name="connsiteY1498" fmla="*/ 619074 h 830409"/>
              <a:gd name="connsiteX1499" fmla="*/ 264683 w 707644"/>
              <a:gd name="connsiteY1499" fmla="*/ 616895 h 830409"/>
              <a:gd name="connsiteX1500" fmla="*/ 386356 w 707644"/>
              <a:gd name="connsiteY1500" fmla="*/ 349562 h 830409"/>
              <a:gd name="connsiteX1501" fmla="*/ 408540 w 707644"/>
              <a:gd name="connsiteY1501" fmla="*/ 369252 h 830409"/>
              <a:gd name="connsiteX1502" fmla="*/ 409075 w 707644"/>
              <a:gd name="connsiteY1502" fmla="*/ 369826 h 830409"/>
              <a:gd name="connsiteX1503" fmla="*/ 419179 w 707644"/>
              <a:gd name="connsiteY1503" fmla="*/ 388243 h 830409"/>
              <a:gd name="connsiteX1504" fmla="*/ 426604 w 707644"/>
              <a:gd name="connsiteY1504" fmla="*/ 403994 h 830409"/>
              <a:gd name="connsiteX1505" fmla="*/ 394042 w 707644"/>
              <a:gd name="connsiteY1505" fmla="*/ 361961 h 830409"/>
              <a:gd name="connsiteX1506" fmla="*/ 323297 w 707644"/>
              <a:gd name="connsiteY1506" fmla="*/ 478041 h 830409"/>
              <a:gd name="connsiteX1507" fmla="*/ 356017 w 707644"/>
              <a:gd name="connsiteY1507" fmla="*/ 521940 h 830409"/>
              <a:gd name="connsiteX1508" fmla="*/ 379040 w 707644"/>
              <a:gd name="connsiteY1508" fmla="*/ 556534 h 830409"/>
              <a:gd name="connsiteX1509" fmla="*/ 381125 w 707644"/>
              <a:gd name="connsiteY1509" fmla="*/ 560307 h 830409"/>
              <a:gd name="connsiteX1510" fmla="*/ 382417 w 707644"/>
              <a:gd name="connsiteY1510" fmla="*/ 569175 h 830409"/>
              <a:gd name="connsiteX1511" fmla="*/ 377018 w 707644"/>
              <a:gd name="connsiteY1511" fmla="*/ 566182 h 830409"/>
              <a:gd name="connsiteX1512" fmla="*/ 343250 w 707644"/>
              <a:gd name="connsiteY1512" fmla="*/ 518691 h 830409"/>
              <a:gd name="connsiteX1513" fmla="*/ 298536 w 707644"/>
              <a:gd name="connsiteY1513" fmla="*/ 528893 h 830409"/>
              <a:gd name="connsiteX1514" fmla="*/ 312486 w 707644"/>
              <a:gd name="connsiteY1514" fmla="*/ 536926 h 830409"/>
              <a:gd name="connsiteX1515" fmla="*/ 317026 w 707644"/>
              <a:gd name="connsiteY1515" fmla="*/ 555728 h 830409"/>
              <a:gd name="connsiteX1516" fmla="*/ 305979 w 707644"/>
              <a:gd name="connsiteY1516" fmla="*/ 511990 h 830409"/>
              <a:gd name="connsiteX1517" fmla="*/ 307465 w 707644"/>
              <a:gd name="connsiteY1517" fmla="*/ 513466 h 830409"/>
              <a:gd name="connsiteX1518" fmla="*/ 308498 w 707644"/>
              <a:gd name="connsiteY1518" fmla="*/ 519286 h 830409"/>
              <a:gd name="connsiteX1519" fmla="*/ 329214 w 707644"/>
              <a:gd name="connsiteY1519" fmla="*/ 462485 h 830409"/>
              <a:gd name="connsiteX1520" fmla="*/ 349332 w 707644"/>
              <a:gd name="connsiteY1520" fmla="*/ 480069 h 830409"/>
              <a:gd name="connsiteX1521" fmla="*/ 364775 w 707644"/>
              <a:gd name="connsiteY1521" fmla="*/ 501235 h 830409"/>
              <a:gd name="connsiteX1522" fmla="*/ 366720 w 707644"/>
              <a:gd name="connsiteY1522" fmla="*/ 503949 h 830409"/>
              <a:gd name="connsiteX1523" fmla="*/ 367596 w 707644"/>
              <a:gd name="connsiteY1523" fmla="*/ 506349 h 830409"/>
              <a:gd name="connsiteX1524" fmla="*/ 349675 w 707644"/>
              <a:gd name="connsiteY1524" fmla="*/ 489434 h 830409"/>
              <a:gd name="connsiteX1525" fmla="*/ 339483 w 707644"/>
              <a:gd name="connsiteY1525" fmla="*/ 478849 h 830409"/>
              <a:gd name="connsiteX1526" fmla="*/ 334617 w 707644"/>
              <a:gd name="connsiteY1526" fmla="*/ 472749 h 830409"/>
              <a:gd name="connsiteX1527" fmla="*/ 202045 w 707644"/>
              <a:gd name="connsiteY1527" fmla="*/ 724265 h 830409"/>
              <a:gd name="connsiteX1528" fmla="*/ 206023 w 707644"/>
              <a:gd name="connsiteY1528" fmla="*/ 729117 h 830409"/>
              <a:gd name="connsiteX1529" fmla="*/ 215545 w 707644"/>
              <a:gd name="connsiteY1529" fmla="*/ 736975 h 830409"/>
              <a:gd name="connsiteX1530" fmla="*/ 234382 w 707644"/>
              <a:gd name="connsiteY1530" fmla="*/ 767588 h 830409"/>
              <a:gd name="connsiteX1531" fmla="*/ 252267 w 707644"/>
              <a:gd name="connsiteY1531" fmla="*/ 796585 h 830409"/>
              <a:gd name="connsiteX1532" fmla="*/ 244995 w 707644"/>
              <a:gd name="connsiteY1532" fmla="*/ 793159 h 830409"/>
              <a:gd name="connsiteX1533" fmla="*/ 225851 w 707644"/>
              <a:gd name="connsiteY1533" fmla="*/ 767282 h 830409"/>
              <a:gd name="connsiteX1534" fmla="*/ 210273 w 707644"/>
              <a:gd name="connsiteY1534" fmla="*/ 744514 h 830409"/>
              <a:gd name="connsiteX1535" fmla="*/ 372314 w 707644"/>
              <a:gd name="connsiteY1535" fmla="*/ 368285 h 830409"/>
              <a:gd name="connsiteX1536" fmla="*/ 383791 w 707644"/>
              <a:gd name="connsiteY1536" fmla="*/ 384307 h 830409"/>
              <a:gd name="connsiteX1537" fmla="*/ 415209 w 707644"/>
              <a:gd name="connsiteY1537" fmla="*/ 423603 h 830409"/>
              <a:gd name="connsiteX1538" fmla="*/ 418023 w 707644"/>
              <a:gd name="connsiteY1538" fmla="*/ 429116 h 830409"/>
              <a:gd name="connsiteX1539" fmla="*/ 425635 w 707644"/>
              <a:gd name="connsiteY1539" fmla="*/ 443485 h 830409"/>
              <a:gd name="connsiteX1540" fmla="*/ 418802 w 707644"/>
              <a:gd name="connsiteY1540" fmla="*/ 449293 h 830409"/>
              <a:gd name="connsiteX1541" fmla="*/ 418163 w 707644"/>
              <a:gd name="connsiteY1541" fmla="*/ 452610 h 830409"/>
              <a:gd name="connsiteX1542" fmla="*/ 305766 w 707644"/>
              <a:gd name="connsiteY1542" fmla="*/ 503887 h 830409"/>
              <a:gd name="connsiteX1543" fmla="*/ 319061 w 707644"/>
              <a:gd name="connsiteY1543" fmla="*/ 522166 h 830409"/>
              <a:gd name="connsiteX1544" fmla="*/ 321732 w 707644"/>
              <a:gd name="connsiteY1544" fmla="*/ 527629 h 830409"/>
              <a:gd name="connsiteX1545" fmla="*/ 307465 w 707644"/>
              <a:gd name="connsiteY1545" fmla="*/ 513466 h 830409"/>
              <a:gd name="connsiteX1546" fmla="*/ 305134 w 707644"/>
              <a:gd name="connsiteY1546" fmla="*/ 503019 h 830409"/>
              <a:gd name="connsiteX1547" fmla="*/ 305718 w 707644"/>
              <a:gd name="connsiteY1547" fmla="*/ 503615 h 830409"/>
              <a:gd name="connsiteX1548" fmla="*/ 305766 w 707644"/>
              <a:gd name="connsiteY1548" fmla="*/ 503887 h 830409"/>
              <a:gd name="connsiteX1549" fmla="*/ 395182 w 707644"/>
              <a:gd name="connsiteY1549" fmla="*/ 313947 h 830409"/>
              <a:gd name="connsiteX1550" fmla="*/ 402274 w 707644"/>
              <a:gd name="connsiteY1550" fmla="*/ 323769 h 830409"/>
              <a:gd name="connsiteX1551" fmla="*/ 401284 w 707644"/>
              <a:gd name="connsiteY1551" fmla="*/ 323576 h 830409"/>
              <a:gd name="connsiteX1552" fmla="*/ 289932 w 707644"/>
              <a:gd name="connsiteY1552" fmla="*/ 530889 h 830409"/>
              <a:gd name="connsiteX1553" fmla="*/ 295827 w 707644"/>
              <a:gd name="connsiteY1553" fmla="*/ 537732 h 830409"/>
              <a:gd name="connsiteX1554" fmla="*/ 319315 w 707644"/>
              <a:gd name="connsiteY1554" fmla="*/ 565209 h 830409"/>
              <a:gd name="connsiteX1555" fmla="*/ 321512 w 707644"/>
              <a:gd name="connsiteY1555" fmla="*/ 574313 h 830409"/>
              <a:gd name="connsiteX1556" fmla="*/ 318530 w 707644"/>
              <a:gd name="connsiteY1556" fmla="*/ 570218 h 830409"/>
              <a:gd name="connsiteX1557" fmla="*/ 379185 w 707644"/>
              <a:gd name="connsiteY1557" fmla="*/ 343198 h 830409"/>
              <a:gd name="connsiteX1558" fmla="*/ 380216 w 707644"/>
              <a:gd name="connsiteY1558" fmla="*/ 344113 h 830409"/>
              <a:gd name="connsiteX1559" fmla="*/ 394042 w 707644"/>
              <a:gd name="connsiteY1559" fmla="*/ 361961 h 830409"/>
              <a:gd name="connsiteX1560" fmla="*/ 432159 w 707644"/>
              <a:gd name="connsiteY1560" fmla="*/ 423446 h 830409"/>
              <a:gd name="connsiteX1561" fmla="*/ 418106 w 707644"/>
              <a:gd name="connsiteY1561" fmla="*/ 406701 h 830409"/>
              <a:gd name="connsiteX1562" fmla="*/ 394544 w 707644"/>
              <a:gd name="connsiteY1562" fmla="*/ 381027 h 830409"/>
              <a:gd name="connsiteX1563" fmla="*/ 234931 w 707644"/>
              <a:gd name="connsiteY1563" fmla="*/ 642361 h 830409"/>
              <a:gd name="connsiteX1564" fmla="*/ 236592 w 707644"/>
              <a:gd name="connsiteY1564" fmla="*/ 643590 h 830409"/>
              <a:gd name="connsiteX1565" fmla="*/ 264622 w 707644"/>
              <a:gd name="connsiteY1565" fmla="*/ 660564 h 830409"/>
              <a:gd name="connsiteX1566" fmla="*/ 277456 w 707644"/>
              <a:gd name="connsiteY1566" fmla="*/ 673042 h 830409"/>
              <a:gd name="connsiteX1567" fmla="*/ 308256 w 707644"/>
              <a:gd name="connsiteY1567" fmla="*/ 723756 h 830409"/>
              <a:gd name="connsiteX1568" fmla="*/ 311751 w 707644"/>
              <a:gd name="connsiteY1568" fmla="*/ 731203 h 830409"/>
              <a:gd name="connsiteX1569" fmla="*/ 273795 w 707644"/>
              <a:gd name="connsiteY1569" fmla="*/ 689603 h 830409"/>
              <a:gd name="connsiteX1570" fmla="*/ 252270 w 707644"/>
              <a:gd name="connsiteY1570" fmla="*/ 666350 h 830409"/>
              <a:gd name="connsiteX1571" fmla="*/ 241273 w 707644"/>
              <a:gd name="connsiteY1571" fmla="*/ 651165 h 830409"/>
              <a:gd name="connsiteX1572" fmla="*/ 386022 w 707644"/>
              <a:gd name="connsiteY1572" fmla="*/ 320594 h 830409"/>
              <a:gd name="connsiteX1573" fmla="*/ 401284 w 707644"/>
              <a:gd name="connsiteY1573" fmla="*/ 323576 h 830409"/>
              <a:gd name="connsiteX1574" fmla="*/ 421531 w 707644"/>
              <a:gd name="connsiteY1574" fmla="*/ 355522 h 830409"/>
              <a:gd name="connsiteX1575" fmla="*/ 422875 w 707644"/>
              <a:gd name="connsiteY1575" fmla="*/ 357469 h 830409"/>
              <a:gd name="connsiteX1576" fmla="*/ 408122 w 707644"/>
              <a:gd name="connsiteY1576" fmla="*/ 341622 h 830409"/>
              <a:gd name="connsiteX1577" fmla="*/ 386110 w 707644"/>
              <a:gd name="connsiteY1577" fmla="*/ 320711 h 830409"/>
              <a:gd name="connsiteX1578" fmla="*/ 300762 w 707644"/>
              <a:gd name="connsiteY1578" fmla="*/ 497007 h 830409"/>
              <a:gd name="connsiteX1579" fmla="*/ 305134 w 707644"/>
              <a:gd name="connsiteY1579" fmla="*/ 503019 h 830409"/>
              <a:gd name="connsiteX1580" fmla="*/ 301654 w 707644"/>
              <a:gd name="connsiteY1580" fmla="*/ 499463 h 830409"/>
              <a:gd name="connsiteX1581" fmla="*/ 301341 w 707644"/>
              <a:gd name="connsiteY1581" fmla="*/ 498555 h 830409"/>
              <a:gd name="connsiteX1582" fmla="*/ 303284 w 707644"/>
              <a:gd name="connsiteY1582" fmla="*/ 489894 h 830409"/>
              <a:gd name="connsiteX1583" fmla="*/ 314257 w 707644"/>
              <a:gd name="connsiteY1583" fmla="*/ 512338 h 830409"/>
              <a:gd name="connsiteX1584" fmla="*/ 305718 w 707644"/>
              <a:gd name="connsiteY1584" fmla="*/ 503615 h 830409"/>
              <a:gd name="connsiteX1585" fmla="*/ 285151 w 707644"/>
              <a:gd name="connsiteY1585" fmla="*/ 524313 h 830409"/>
              <a:gd name="connsiteX1586" fmla="*/ 289932 w 707644"/>
              <a:gd name="connsiteY1586" fmla="*/ 530889 h 830409"/>
              <a:gd name="connsiteX1587" fmla="*/ 287105 w 707644"/>
              <a:gd name="connsiteY1587" fmla="*/ 527606 h 830409"/>
              <a:gd name="connsiteX1588" fmla="*/ 381591 w 707644"/>
              <a:gd name="connsiteY1588" fmla="*/ 319728 h 830409"/>
              <a:gd name="connsiteX1589" fmla="*/ 385977 w 707644"/>
              <a:gd name="connsiteY1589" fmla="*/ 320585 h 830409"/>
              <a:gd name="connsiteX1590" fmla="*/ 386110 w 707644"/>
              <a:gd name="connsiteY1590" fmla="*/ 320711 h 830409"/>
              <a:gd name="connsiteX1591" fmla="*/ 391937 w 707644"/>
              <a:gd name="connsiteY1591" fmla="*/ 328464 h 830409"/>
              <a:gd name="connsiteX1592" fmla="*/ 463127 w 707644"/>
              <a:gd name="connsiteY1592" fmla="*/ 417363 h 830409"/>
              <a:gd name="connsiteX1593" fmla="*/ 471894 w 707644"/>
              <a:gd name="connsiteY1593" fmla="*/ 427650 h 830409"/>
              <a:gd name="connsiteX1594" fmla="*/ 477485 w 707644"/>
              <a:gd name="connsiteY1594" fmla="*/ 435433 h 830409"/>
              <a:gd name="connsiteX1595" fmla="*/ 483913 w 707644"/>
              <a:gd name="connsiteY1595" fmla="*/ 448175 h 830409"/>
              <a:gd name="connsiteX1596" fmla="*/ 483472 w 707644"/>
              <a:gd name="connsiteY1596" fmla="*/ 447887 h 830409"/>
              <a:gd name="connsiteX1597" fmla="*/ 480616 w 707644"/>
              <a:gd name="connsiteY1597" fmla="*/ 446576 h 830409"/>
              <a:gd name="connsiteX1598" fmla="*/ 409075 w 707644"/>
              <a:gd name="connsiteY1598" fmla="*/ 369826 h 830409"/>
              <a:gd name="connsiteX1599" fmla="*/ 424116 w 707644"/>
              <a:gd name="connsiteY1599" fmla="*/ 230395 h 830409"/>
              <a:gd name="connsiteX1600" fmla="*/ 428380 w 707644"/>
              <a:gd name="connsiteY1600" fmla="*/ 236187 h 830409"/>
              <a:gd name="connsiteX1601" fmla="*/ 456850 w 707644"/>
              <a:gd name="connsiteY1601" fmla="*/ 275974 h 830409"/>
              <a:gd name="connsiteX1602" fmla="*/ 445063 w 707644"/>
              <a:gd name="connsiteY1602" fmla="*/ 262945 h 830409"/>
              <a:gd name="connsiteX1603" fmla="*/ 373066 w 707644"/>
              <a:gd name="connsiteY1603" fmla="*/ 328124 h 830409"/>
              <a:gd name="connsiteX1604" fmla="*/ 386356 w 707644"/>
              <a:gd name="connsiteY1604" fmla="*/ 349562 h 830409"/>
              <a:gd name="connsiteX1605" fmla="*/ 380216 w 707644"/>
              <a:gd name="connsiteY1605" fmla="*/ 344113 h 830409"/>
              <a:gd name="connsiteX1606" fmla="*/ 378831 w 707644"/>
              <a:gd name="connsiteY1606" fmla="*/ 342324 h 830409"/>
              <a:gd name="connsiteX1607" fmla="*/ 301124 w 707644"/>
              <a:gd name="connsiteY1607" fmla="*/ 477719 h 830409"/>
              <a:gd name="connsiteX1608" fmla="*/ 316069 w 707644"/>
              <a:gd name="connsiteY1608" fmla="*/ 497008 h 830409"/>
              <a:gd name="connsiteX1609" fmla="*/ 363506 w 707644"/>
              <a:gd name="connsiteY1609" fmla="*/ 558693 h 830409"/>
              <a:gd name="connsiteX1610" fmla="*/ 355033 w 707644"/>
              <a:gd name="connsiteY1610" fmla="*/ 553996 h 830409"/>
              <a:gd name="connsiteX1611" fmla="*/ 346069 w 707644"/>
              <a:gd name="connsiteY1611" fmla="*/ 544838 h 830409"/>
              <a:gd name="connsiteX1612" fmla="*/ 337064 w 707644"/>
              <a:gd name="connsiteY1612" fmla="*/ 530952 h 830409"/>
              <a:gd name="connsiteX1613" fmla="*/ 301309 w 707644"/>
              <a:gd name="connsiteY1613" fmla="*/ 478759 h 830409"/>
              <a:gd name="connsiteX1614" fmla="*/ 281249 w 707644"/>
              <a:gd name="connsiteY1614" fmla="*/ 518938 h 830409"/>
              <a:gd name="connsiteX1615" fmla="*/ 282332 w 707644"/>
              <a:gd name="connsiteY1615" fmla="*/ 519561 h 830409"/>
              <a:gd name="connsiteX1616" fmla="*/ 285151 w 707644"/>
              <a:gd name="connsiteY1616" fmla="*/ 524313 h 830409"/>
              <a:gd name="connsiteX1617" fmla="*/ 283798 w 707644"/>
              <a:gd name="connsiteY1617" fmla="*/ 522452 h 830409"/>
              <a:gd name="connsiteX1618" fmla="*/ 359326 w 707644"/>
              <a:gd name="connsiteY1618" fmla="*/ 343468 h 830409"/>
              <a:gd name="connsiteX1619" fmla="*/ 373280 w 707644"/>
              <a:gd name="connsiteY1619" fmla="*/ 357857 h 830409"/>
              <a:gd name="connsiteX1620" fmla="*/ 394544 w 707644"/>
              <a:gd name="connsiteY1620" fmla="*/ 381027 h 830409"/>
              <a:gd name="connsiteX1621" fmla="*/ 396463 w 707644"/>
              <a:gd name="connsiteY1621" fmla="*/ 385754 h 830409"/>
              <a:gd name="connsiteX1622" fmla="*/ 403697 w 707644"/>
              <a:gd name="connsiteY1622" fmla="*/ 401046 h 830409"/>
              <a:gd name="connsiteX1623" fmla="*/ 403826 w 707644"/>
              <a:gd name="connsiteY1623" fmla="*/ 401298 h 830409"/>
              <a:gd name="connsiteX1624" fmla="*/ 400931 w 707644"/>
              <a:gd name="connsiteY1624" fmla="*/ 398461 h 830409"/>
              <a:gd name="connsiteX1625" fmla="*/ 362997 w 707644"/>
              <a:gd name="connsiteY1625" fmla="*/ 351133 h 830409"/>
              <a:gd name="connsiteX1626" fmla="*/ 315331 w 707644"/>
              <a:gd name="connsiteY1626" fmla="*/ 434024 h 830409"/>
              <a:gd name="connsiteX1627" fmla="*/ 315635 w 707644"/>
              <a:gd name="connsiteY1627" fmla="*/ 434324 h 830409"/>
              <a:gd name="connsiteX1628" fmla="*/ 338570 w 707644"/>
              <a:gd name="connsiteY1628" fmla="*/ 463073 h 830409"/>
              <a:gd name="connsiteX1629" fmla="*/ 355376 w 707644"/>
              <a:gd name="connsiteY1629" fmla="*/ 485352 h 830409"/>
              <a:gd name="connsiteX1630" fmla="*/ 349332 w 707644"/>
              <a:gd name="connsiteY1630" fmla="*/ 480069 h 830409"/>
              <a:gd name="connsiteX1631" fmla="*/ 333936 w 707644"/>
              <a:gd name="connsiteY1631" fmla="*/ 458969 h 830409"/>
              <a:gd name="connsiteX1632" fmla="*/ 275183 w 707644"/>
              <a:gd name="connsiteY1632" fmla="*/ 515445 h 830409"/>
              <a:gd name="connsiteX1633" fmla="*/ 278055 w 707644"/>
              <a:gd name="connsiteY1633" fmla="*/ 517098 h 830409"/>
              <a:gd name="connsiteX1634" fmla="*/ 278190 w 707644"/>
              <a:gd name="connsiteY1634" fmla="*/ 517257 h 830409"/>
              <a:gd name="connsiteX1635" fmla="*/ 287105 w 707644"/>
              <a:gd name="connsiteY1635" fmla="*/ 527606 h 830409"/>
              <a:gd name="connsiteX1636" fmla="*/ 292419 w 707644"/>
              <a:gd name="connsiteY1636" fmla="*/ 536562 h 830409"/>
              <a:gd name="connsiteX1637" fmla="*/ 310176 w 707644"/>
              <a:gd name="connsiteY1637" fmla="*/ 572606 h 830409"/>
              <a:gd name="connsiteX1638" fmla="*/ 322035 w 707644"/>
              <a:gd name="connsiteY1638" fmla="*/ 598078 h 830409"/>
              <a:gd name="connsiteX1639" fmla="*/ 321494 w 707644"/>
              <a:gd name="connsiteY1639" fmla="*/ 597508 h 830409"/>
              <a:gd name="connsiteX1640" fmla="*/ 311583 w 707644"/>
              <a:gd name="connsiteY1640" fmla="*/ 586501 h 830409"/>
              <a:gd name="connsiteX1641" fmla="*/ 289477 w 707644"/>
              <a:gd name="connsiteY1641" fmla="*/ 540430 h 830409"/>
              <a:gd name="connsiteX1642" fmla="*/ 276069 w 707644"/>
              <a:gd name="connsiteY1642" fmla="*/ 509005 h 830409"/>
              <a:gd name="connsiteX1643" fmla="*/ 290166 w 707644"/>
              <a:gd name="connsiteY1643" fmla="*/ 518040 h 830409"/>
              <a:gd name="connsiteX1644" fmla="*/ 291610 w 707644"/>
              <a:gd name="connsiteY1644" fmla="*/ 518841 h 830409"/>
              <a:gd name="connsiteX1645" fmla="*/ 298536 w 707644"/>
              <a:gd name="connsiteY1645" fmla="*/ 528893 h 830409"/>
              <a:gd name="connsiteX1646" fmla="*/ 282332 w 707644"/>
              <a:gd name="connsiteY1646" fmla="*/ 519561 h 830409"/>
              <a:gd name="connsiteX1647" fmla="*/ 398719 w 707644"/>
              <a:gd name="connsiteY1647" fmla="*/ 250661 h 830409"/>
              <a:gd name="connsiteX1648" fmla="*/ 422888 w 707644"/>
              <a:gd name="connsiteY1648" fmla="*/ 269828 h 830409"/>
              <a:gd name="connsiteX1649" fmla="*/ 471673 w 707644"/>
              <a:gd name="connsiteY1649" fmla="*/ 337329 h 830409"/>
              <a:gd name="connsiteX1650" fmla="*/ 446654 w 707644"/>
              <a:gd name="connsiteY1650" fmla="*/ 332440 h 830409"/>
              <a:gd name="connsiteX1651" fmla="*/ 435601 w 707644"/>
              <a:gd name="connsiteY1651" fmla="*/ 312632 h 830409"/>
              <a:gd name="connsiteX1652" fmla="*/ 311975 w 707644"/>
              <a:gd name="connsiteY1652" fmla="*/ 429736 h 830409"/>
              <a:gd name="connsiteX1653" fmla="*/ 314389 w 707644"/>
              <a:gd name="connsiteY1653" fmla="*/ 432761 h 830409"/>
              <a:gd name="connsiteX1654" fmla="*/ 315331 w 707644"/>
              <a:gd name="connsiteY1654" fmla="*/ 434024 h 830409"/>
              <a:gd name="connsiteX1655" fmla="*/ 313054 w 707644"/>
              <a:gd name="connsiteY1655" fmla="*/ 431785 h 830409"/>
              <a:gd name="connsiteX1656" fmla="*/ 365968 w 707644"/>
              <a:gd name="connsiteY1656" fmla="*/ 316676 h 830409"/>
              <a:gd name="connsiteX1657" fmla="*/ 368629 w 707644"/>
              <a:gd name="connsiteY1657" fmla="*/ 317195 h 830409"/>
              <a:gd name="connsiteX1658" fmla="*/ 373066 w 707644"/>
              <a:gd name="connsiteY1658" fmla="*/ 328124 h 830409"/>
              <a:gd name="connsiteX1659" fmla="*/ 311088 w 707644"/>
              <a:gd name="connsiteY1659" fmla="*/ 428336 h 830409"/>
              <a:gd name="connsiteX1660" fmla="*/ 311795 w 707644"/>
              <a:gd name="connsiteY1660" fmla="*/ 429284 h 830409"/>
              <a:gd name="connsiteX1661" fmla="*/ 311975 w 707644"/>
              <a:gd name="connsiteY1661" fmla="*/ 429736 h 830409"/>
              <a:gd name="connsiteX1662" fmla="*/ 291810 w 707644"/>
              <a:gd name="connsiteY1662" fmla="*/ 466426 h 830409"/>
              <a:gd name="connsiteX1663" fmla="*/ 299963 w 707644"/>
              <a:gd name="connsiteY1663" fmla="*/ 476795 h 830409"/>
              <a:gd name="connsiteX1664" fmla="*/ 301309 w 707644"/>
              <a:gd name="connsiteY1664" fmla="*/ 478759 h 830409"/>
              <a:gd name="connsiteX1665" fmla="*/ 303284 w 707644"/>
              <a:gd name="connsiteY1665" fmla="*/ 489894 h 830409"/>
              <a:gd name="connsiteX1666" fmla="*/ 231343 w 707644"/>
              <a:gd name="connsiteY1666" fmla="*/ 590336 h 830409"/>
              <a:gd name="connsiteX1667" fmla="*/ 242283 w 707644"/>
              <a:gd name="connsiteY1667" fmla="*/ 597025 h 830409"/>
              <a:gd name="connsiteX1668" fmla="*/ 264683 w 707644"/>
              <a:gd name="connsiteY1668" fmla="*/ 616895 h 830409"/>
              <a:gd name="connsiteX1669" fmla="*/ 277455 w 707644"/>
              <a:gd name="connsiteY1669" fmla="*/ 642178 h 830409"/>
              <a:gd name="connsiteX1670" fmla="*/ 255338 w 707644"/>
              <a:gd name="connsiteY1670" fmla="*/ 613853 h 830409"/>
              <a:gd name="connsiteX1671" fmla="*/ 235125 w 707644"/>
              <a:gd name="connsiteY1671" fmla="*/ 596570 h 830409"/>
              <a:gd name="connsiteX1672" fmla="*/ 303446 w 707644"/>
              <a:gd name="connsiteY1672" fmla="*/ 438577 h 830409"/>
              <a:gd name="connsiteX1673" fmla="*/ 322679 w 707644"/>
              <a:gd name="connsiteY1673" fmla="*/ 456717 h 830409"/>
              <a:gd name="connsiteX1674" fmla="*/ 327992 w 707644"/>
              <a:gd name="connsiteY1674" fmla="*/ 463590 h 830409"/>
              <a:gd name="connsiteX1675" fmla="*/ 333585 w 707644"/>
              <a:gd name="connsiteY1675" fmla="*/ 471455 h 830409"/>
              <a:gd name="connsiteX1676" fmla="*/ 334617 w 707644"/>
              <a:gd name="connsiteY1676" fmla="*/ 472749 h 830409"/>
              <a:gd name="connsiteX1677" fmla="*/ 343188 w 707644"/>
              <a:gd name="connsiteY1677" fmla="*/ 489031 h 830409"/>
              <a:gd name="connsiteX1678" fmla="*/ 338434 w 707644"/>
              <a:gd name="connsiteY1678" fmla="*/ 484687 h 830409"/>
              <a:gd name="connsiteX1679" fmla="*/ 311665 w 707644"/>
              <a:gd name="connsiteY1679" fmla="*/ 454646 h 830409"/>
              <a:gd name="connsiteX1680" fmla="*/ 311428 w 707644"/>
              <a:gd name="connsiteY1680" fmla="*/ 454346 h 830409"/>
              <a:gd name="connsiteX1681" fmla="*/ 185590 w 707644"/>
              <a:gd name="connsiteY1681" fmla="*/ 681036 h 830409"/>
              <a:gd name="connsiteX1682" fmla="*/ 207941 w 707644"/>
              <a:gd name="connsiteY1682" fmla="*/ 703871 h 830409"/>
              <a:gd name="connsiteX1683" fmla="*/ 227240 w 707644"/>
              <a:gd name="connsiteY1683" fmla="*/ 727323 h 830409"/>
              <a:gd name="connsiteX1684" fmla="*/ 251202 w 707644"/>
              <a:gd name="connsiteY1684" fmla="*/ 756144 h 830409"/>
              <a:gd name="connsiteX1685" fmla="*/ 250629 w 707644"/>
              <a:gd name="connsiteY1685" fmla="*/ 756076 h 830409"/>
              <a:gd name="connsiteX1686" fmla="*/ 232009 w 707644"/>
              <a:gd name="connsiteY1686" fmla="*/ 750563 h 830409"/>
              <a:gd name="connsiteX1687" fmla="*/ 215545 w 707644"/>
              <a:gd name="connsiteY1687" fmla="*/ 736975 h 830409"/>
              <a:gd name="connsiteX1688" fmla="*/ 192842 w 707644"/>
              <a:gd name="connsiteY1688" fmla="*/ 700079 h 830409"/>
              <a:gd name="connsiteX1689" fmla="*/ 192310 w 707644"/>
              <a:gd name="connsiteY1689" fmla="*/ 699344 h 830409"/>
              <a:gd name="connsiteX1690" fmla="*/ 268853 w 707644"/>
              <a:gd name="connsiteY1690" fmla="*/ 504381 h 830409"/>
              <a:gd name="connsiteX1691" fmla="*/ 272288 w 707644"/>
              <a:gd name="connsiteY1691" fmla="*/ 506582 h 830409"/>
              <a:gd name="connsiteX1692" fmla="*/ 281249 w 707644"/>
              <a:gd name="connsiteY1692" fmla="*/ 518938 h 830409"/>
              <a:gd name="connsiteX1693" fmla="*/ 278055 w 707644"/>
              <a:gd name="connsiteY1693" fmla="*/ 517098 h 830409"/>
              <a:gd name="connsiteX1694" fmla="*/ 272218 w 707644"/>
              <a:gd name="connsiteY1694" fmla="*/ 510262 h 830409"/>
              <a:gd name="connsiteX1695" fmla="*/ 306879 w 707644"/>
              <a:gd name="connsiteY1695" fmla="*/ 416943 h 830409"/>
              <a:gd name="connsiteX1696" fmla="*/ 315562 w 707644"/>
              <a:gd name="connsiteY1696" fmla="*/ 425552 h 830409"/>
              <a:gd name="connsiteX1697" fmla="*/ 325213 w 707644"/>
              <a:gd name="connsiteY1697" fmla="*/ 434334 h 830409"/>
              <a:gd name="connsiteX1698" fmla="*/ 336721 w 707644"/>
              <a:gd name="connsiteY1698" fmla="*/ 449911 h 830409"/>
              <a:gd name="connsiteX1699" fmla="*/ 349547 w 707644"/>
              <a:gd name="connsiteY1699" fmla="*/ 468755 h 830409"/>
              <a:gd name="connsiteX1700" fmla="*/ 337757 w 707644"/>
              <a:gd name="connsiteY1700" fmla="*/ 456080 h 830409"/>
              <a:gd name="connsiteX1701" fmla="*/ 315635 w 707644"/>
              <a:gd name="connsiteY1701" fmla="*/ 434324 h 830409"/>
              <a:gd name="connsiteX1702" fmla="*/ 314389 w 707644"/>
              <a:gd name="connsiteY1702" fmla="*/ 432761 h 830409"/>
              <a:gd name="connsiteX1703" fmla="*/ 311795 w 707644"/>
              <a:gd name="connsiteY1703" fmla="*/ 429284 h 830409"/>
              <a:gd name="connsiteX1704" fmla="*/ 286405 w 707644"/>
              <a:gd name="connsiteY1704" fmla="*/ 458723 h 830409"/>
              <a:gd name="connsiteX1705" fmla="*/ 290846 w 707644"/>
              <a:gd name="connsiteY1705" fmla="*/ 464455 h 830409"/>
              <a:gd name="connsiteX1706" fmla="*/ 291810 w 707644"/>
              <a:gd name="connsiteY1706" fmla="*/ 466426 h 830409"/>
              <a:gd name="connsiteX1707" fmla="*/ 287067 w 707644"/>
              <a:gd name="connsiteY1707" fmla="*/ 460393 h 830409"/>
              <a:gd name="connsiteX1708" fmla="*/ 286907 w 707644"/>
              <a:gd name="connsiteY1708" fmla="*/ 459967 h 830409"/>
              <a:gd name="connsiteX1709" fmla="*/ 359977 w 707644"/>
              <a:gd name="connsiteY1709" fmla="*/ 295886 h 830409"/>
              <a:gd name="connsiteX1710" fmla="*/ 377559 w 707644"/>
              <a:gd name="connsiteY1710" fmla="*/ 312589 h 830409"/>
              <a:gd name="connsiteX1711" fmla="*/ 378244 w 707644"/>
              <a:gd name="connsiteY1711" fmla="*/ 313626 h 830409"/>
              <a:gd name="connsiteX1712" fmla="*/ 381591 w 707644"/>
              <a:gd name="connsiteY1712" fmla="*/ 319728 h 830409"/>
              <a:gd name="connsiteX1713" fmla="*/ 368629 w 707644"/>
              <a:gd name="connsiteY1713" fmla="*/ 317195 h 830409"/>
              <a:gd name="connsiteX1714" fmla="*/ 293407 w 707644"/>
              <a:gd name="connsiteY1714" fmla="*/ 431287 h 830409"/>
              <a:gd name="connsiteX1715" fmla="*/ 294471 w 707644"/>
              <a:gd name="connsiteY1715" fmla="*/ 432900 h 830409"/>
              <a:gd name="connsiteX1716" fmla="*/ 311428 w 707644"/>
              <a:gd name="connsiteY1716" fmla="*/ 454346 h 830409"/>
              <a:gd name="connsiteX1717" fmla="*/ 319311 w 707644"/>
              <a:gd name="connsiteY1717" fmla="*/ 469919 h 830409"/>
              <a:gd name="connsiteX1718" fmla="*/ 323297 w 707644"/>
              <a:gd name="connsiteY1718" fmla="*/ 478041 h 830409"/>
              <a:gd name="connsiteX1719" fmla="*/ 297193 w 707644"/>
              <a:gd name="connsiteY1719" fmla="*/ 443018 h 830409"/>
              <a:gd name="connsiteX1720" fmla="*/ 294820 w 707644"/>
              <a:gd name="connsiteY1720" fmla="*/ 440044 h 830409"/>
              <a:gd name="connsiteX1721" fmla="*/ 341005 w 707644"/>
              <a:gd name="connsiteY1721" fmla="*/ 324576 h 830409"/>
              <a:gd name="connsiteX1722" fmla="*/ 345080 w 707644"/>
              <a:gd name="connsiteY1722" fmla="*/ 328778 h 830409"/>
              <a:gd name="connsiteX1723" fmla="*/ 362997 w 707644"/>
              <a:gd name="connsiteY1723" fmla="*/ 351133 h 830409"/>
              <a:gd name="connsiteX1724" fmla="*/ 363061 w 707644"/>
              <a:gd name="connsiteY1724" fmla="*/ 351268 h 830409"/>
              <a:gd name="connsiteX1725" fmla="*/ 372314 w 707644"/>
              <a:gd name="connsiteY1725" fmla="*/ 368285 h 830409"/>
              <a:gd name="connsiteX1726" fmla="*/ 344482 w 707644"/>
              <a:gd name="connsiteY1726" fmla="*/ 312478 h 830409"/>
              <a:gd name="connsiteX1727" fmla="*/ 357712 w 707644"/>
              <a:gd name="connsiteY1727" fmla="*/ 315063 h 830409"/>
              <a:gd name="connsiteX1728" fmla="*/ 378831 w 707644"/>
              <a:gd name="connsiteY1728" fmla="*/ 342324 h 830409"/>
              <a:gd name="connsiteX1729" fmla="*/ 379185 w 707644"/>
              <a:gd name="connsiteY1729" fmla="*/ 343198 h 830409"/>
              <a:gd name="connsiteX1730" fmla="*/ 348174 w 707644"/>
              <a:gd name="connsiteY1730" fmla="*/ 315673 h 830409"/>
              <a:gd name="connsiteX1731" fmla="*/ 344837 w 707644"/>
              <a:gd name="connsiteY1731" fmla="*/ 313219 h 830409"/>
              <a:gd name="connsiteX1732" fmla="*/ 289602 w 707644"/>
              <a:gd name="connsiteY1732" fmla="*/ 425520 h 830409"/>
              <a:gd name="connsiteX1733" fmla="*/ 292992 w 707644"/>
              <a:gd name="connsiteY1733" fmla="*/ 428716 h 830409"/>
              <a:gd name="connsiteX1734" fmla="*/ 293407 w 707644"/>
              <a:gd name="connsiteY1734" fmla="*/ 431287 h 830409"/>
              <a:gd name="connsiteX1735" fmla="*/ 291717 w 707644"/>
              <a:gd name="connsiteY1735" fmla="*/ 420821 h 830409"/>
              <a:gd name="connsiteX1736" fmla="*/ 297848 w 707644"/>
              <a:gd name="connsiteY1736" fmla="*/ 427517 h 830409"/>
              <a:gd name="connsiteX1737" fmla="*/ 303446 w 707644"/>
              <a:gd name="connsiteY1737" fmla="*/ 438577 h 830409"/>
              <a:gd name="connsiteX1738" fmla="*/ 292992 w 707644"/>
              <a:gd name="connsiteY1738" fmla="*/ 428716 h 830409"/>
              <a:gd name="connsiteX1739" fmla="*/ 213947 w 707644"/>
              <a:gd name="connsiteY1739" fmla="*/ 579698 h 830409"/>
              <a:gd name="connsiteX1740" fmla="*/ 218721 w 707644"/>
              <a:gd name="connsiteY1740" fmla="*/ 582618 h 830409"/>
              <a:gd name="connsiteX1741" fmla="*/ 219256 w 707644"/>
              <a:gd name="connsiteY1741" fmla="*/ 583001 h 830409"/>
              <a:gd name="connsiteX1742" fmla="*/ 235125 w 707644"/>
              <a:gd name="connsiteY1742" fmla="*/ 596570 h 830409"/>
              <a:gd name="connsiteX1743" fmla="*/ 268742 w 707644"/>
              <a:gd name="connsiteY1743" fmla="*/ 651976 h 830409"/>
              <a:gd name="connsiteX1744" fmla="*/ 275296 w 707644"/>
              <a:gd name="connsiteY1744" fmla="*/ 663254 h 830409"/>
              <a:gd name="connsiteX1745" fmla="*/ 274119 w 707644"/>
              <a:gd name="connsiteY1745" fmla="*/ 662958 h 830409"/>
              <a:gd name="connsiteX1746" fmla="*/ 261474 w 707644"/>
              <a:gd name="connsiteY1746" fmla="*/ 648690 h 830409"/>
              <a:gd name="connsiteX1747" fmla="*/ 231045 w 707644"/>
              <a:gd name="connsiteY1747" fmla="*/ 603597 h 830409"/>
              <a:gd name="connsiteX1748" fmla="*/ 390311 w 707644"/>
              <a:gd name="connsiteY1748" fmla="*/ 203092 h 830409"/>
              <a:gd name="connsiteX1749" fmla="*/ 414436 w 707644"/>
              <a:gd name="connsiteY1749" fmla="*/ 229089 h 830409"/>
              <a:gd name="connsiteX1750" fmla="*/ 445063 w 707644"/>
              <a:gd name="connsiteY1750" fmla="*/ 262945 h 830409"/>
              <a:gd name="connsiteX1751" fmla="*/ 463079 w 707644"/>
              <a:gd name="connsiteY1751" fmla="*/ 290940 h 830409"/>
              <a:gd name="connsiteX1752" fmla="*/ 492202 w 707644"/>
              <a:gd name="connsiteY1752" fmla="*/ 341339 h 830409"/>
              <a:gd name="connsiteX1753" fmla="*/ 489714 w 707644"/>
              <a:gd name="connsiteY1753" fmla="*/ 340853 h 830409"/>
              <a:gd name="connsiteX1754" fmla="*/ 463412 w 707644"/>
              <a:gd name="connsiteY1754" fmla="*/ 312219 h 830409"/>
              <a:gd name="connsiteX1755" fmla="*/ 419792 w 707644"/>
              <a:gd name="connsiteY1755" fmla="*/ 249044 h 830409"/>
              <a:gd name="connsiteX1756" fmla="*/ 290035 w 707644"/>
              <a:gd name="connsiteY1756" fmla="*/ 409146 h 830409"/>
              <a:gd name="connsiteX1757" fmla="*/ 313054 w 707644"/>
              <a:gd name="connsiteY1757" fmla="*/ 431785 h 830409"/>
              <a:gd name="connsiteX1758" fmla="*/ 329214 w 707644"/>
              <a:gd name="connsiteY1758" fmla="*/ 462485 h 830409"/>
              <a:gd name="connsiteX1759" fmla="*/ 323484 w 707644"/>
              <a:gd name="connsiteY1759" fmla="*/ 457476 h 830409"/>
              <a:gd name="connsiteX1760" fmla="*/ 322679 w 707644"/>
              <a:gd name="connsiteY1760" fmla="*/ 456717 h 830409"/>
              <a:gd name="connsiteX1761" fmla="*/ 318716 w 707644"/>
              <a:gd name="connsiteY1761" fmla="*/ 451592 h 830409"/>
              <a:gd name="connsiteX1762" fmla="*/ 301767 w 707644"/>
              <a:gd name="connsiteY1762" fmla="*/ 431798 h 830409"/>
              <a:gd name="connsiteX1763" fmla="*/ 297848 w 707644"/>
              <a:gd name="connsiteY1763" fmla="*/ 427517 h 830409"/>
              <a:gd name="connsiteX1764" fmla="*/ 294800 w 707644"/>
              <a:gd name="connsiteY1764" fmla="*/ 421496 h 830409"/>
              <a:gd name="connsiteX1765" fmla="*/ 291065 w 707644"/>
              <a:gd name="connsiteY1765" fmla="*/ 416603 h 830409"/>
              <a:gd name="connsiteX1766" fmla="*/ 383180 w 707644"/>
              <a:gd name="connsiteY1766" fmla="*/ 214887 h 830409"/>
              <a:gd name="connsiteX1767" fmla="*/ 387337 w 707644"/>
              <a:gd name="connsiteY1767" fmla="*/ 218865 h 830409"/>
              <a:gd name="connsiteX1768" fmla="*/ 442466 w 707644"/>
              <a:gd name="connsiteY1768" fmla="*/ 286221 h 830409"/>
              <a:gd name="connsiteX1769" fmla="*/ 461173 w 707644"/>
              <a:gd name="connsiteY1769" fmla="*/ 309782 h 830409"/>
              <a:gd name="connsiteX1770" fmla="*/ 428728 w 707644"/>
              <a:gd name="connsiteY1770" fmla="*/ 274459 h 830409"/>
              <a:gd name="connsiteX1771" fmla="*/ 422888 w 707644"/>
              <a:gd name="connsiteY1771" fmla="*/ 269828 h 830409"/>
              <a:gd name="connsiteX1772" fmla="*/ 296580 w 707644"/>
              <a:gd name="connsiteY1772" fmla="*/ 391093 h 830409"/>
              <a:gd name="connsiteX1773" fmla="*/ 307012 w 707644"/>
              <a:gd name="connsiteY1773" fmla="*/ 402235 h 830409"/>
              <a:gd name="connsiteX1774" fmla="*/ 383181 w 707644"/>
              <a:gd name="connsiteY1774" fmla="*/ 486948 h 830409"/>
              <a:gd name="connsiteX1775" fmla="*/ 408389 w 707644"/>
              <a:gd name="connsiteY1775" fmla="*/ 513919 h 830409"/>
              <a:gd name="connsiteX1776" fmla="*/ 408384 w 707644"/>
              <a:gd name="connsiteY1776" fmla="*/ 514344 h 830409"/>
              <a:gd name="connsiteX1777" fmla="*/ 373710 w 707644"/>
              <a:gd name="connsiteY1777" fmla="*/ 479276 h 830409"/>
              <a:gd name="connsiteX1778" fmla="*/ 341387 w 707644"/>
              <a:gd name="connsiteY1778" fmla="*/ 449053 h 830409"/>
              <a:gd name="connsiteX1779" fmla="*/ 325213 w 707644"/>
              <a:gd name="connsiteY1779" fmla="*/ 434334 h 830409"/>
              <a:gd name="connsiteX1780" fmla="*/ 303040 w 707644"/>
              <a:gd name="connsiteY1780" fmla="*/ 404320 h 830409"/>
              <a:gd name="connsiteX1781" fmla="*/ 300770 w 707644"/>
              <a:gd name="connsiteY1781" fmla="*/ 401608 h 830409"/>
              <a:gd name="connsiteX1782" fmla="*/ 288465 w 707644"/>
              <a:gd name="connsiteY1782" fmla="*/ 397773 h 830409"/>
              <a:gd name="connsiteX1783" fmla="*/ 293042 w 707644"/>
              <a:gd name="connsiteY1783" fmla="*/ 403225 h 830409"/>
              <a:gd name="connsiteX1784" fmla="*/ 298778 w 707644"/>
              <a:gd name="connsiteY1784" fmla="*/ 408912 h 830409"/>
              <a:gd name="connsiteX1785" fmla="*/ 311088 w 707644"/>
              <a:gd name="connsiteY1785" fmla="*/ 428336 h 830409"/>
              <a:gd name="connsiteX1786" fmla="*/ 296867 w 707644"/>
              <a:gd name="connsiteY1786" fmla="*/ 409269 h 830409"/>
              <a:gd name="connsiteX1787" fmla="*/ 288599 w 707644"/>
              <a:gd name="connsiteY1787" fmla="*/ 398744 h 830409"/>
              <a:gd name="connsiteX1788" fmla="*/ 330238 w 707644"/>
              <a:gd name="connsiteY1788" fmla="*/ 309695 h 830409"/>
              <a:gd name="connsiteX1789" fmla="*/ 343594 w 707644"/>
              <a:gd name="connsiteY1789" fmla="*/ 312304 h 830409"/>
              <a:gd name="connsiteX1790" fmla="*/ 344837 w 707644"/>
              <a:gd name="connsiteY1790" fmla="*/ 313219 h 830409"/>
              <a:gd name="connsiteX1791" fmla="*/ 359326 w 707644"/>
              <a:gd name="connsiteY1791" fmla="*/ 343468 h 830409"/>
              <a:gd name="connsiteX1792" fmla="*/ 345080 w 707644"/>
              <a:gd name="connsiteY1792" fmla="*/ 328778 h 830409"/>
              <a:gd name="connsiteX1793" fmla="*/ 335059 w 707644"/>
              <a:gd name="connsiteY1793" fmla="*/ 316275 h 830409"/>
              <a:gd name="connsiteX1794" fmla="*/ 334221 w 707644"/>
              <a:gd name="connsiteY1794" fmla="*/ 315107 h 830409"/>
              <a:gd name="connsiteX1795" fmla="*/ 349367 w 707644"/>
              <a:gd name="connsiteY1795" fmla="*/ 269753 h 830409"/>
              <a:gd name="connsiteX1796" fmla="*/ 365016 w 707644"/>
              <a:gd name="connsiteY1796" fmla="*/ 292643 h 830409"/>
              <a:gd name="connsiteX1797" fmla="*/ 386022 w 707644"/>
              <a:gd name="connsiteY1797" fmla="*/ 320594 h 830409"/>
              <a:gd name="connsiteX1798" fmla="*/ 385977 w 707644"/>
              <a:gd name="connsiteY1798" fmla="*/ 320585 h 830409"/>
              <a:gd name="connsiteX1799" fmla="*/ 377559 w 707644"/>
              <a:gd name="connsiteY1799" fmla="*/ 312589 h 830409"/>
              <a:gd name="connsiteX1800" fmla="*/ 349464 w 707644"/>
              <a:gd name="connsiteY1800" fmla="*/ 269990 h 830409"/>
              <a:gd name="connsiteX1801" fmla="*/ 398732 w 707644"/>
              <a:gd name="connsiteY1801" fmla="*/ 161013 h 830409"/>
              <a:gd name="connsiteX1802" fmla="*/ 407046 w 707644"/>
              <a:gd name="connsiteY1802" fmla="*/ 170817 h 830409"/>
              <a:gd name="connsiteX1803" fmla="*/ 431804 w 707644"/>
              <a:gd name="connsiteY1803" fmla="*/ 201984 h 830409"/>
              <a:gd name="connsiteX1804" fmla="*/ 475439 w 707644"/>
              <a:gd name="connsiteY1804" fmla="*/ 265176 h 830409"/>
              <a:gd name="connsiteX1805" fmla="*/ 490067 w 707644"/>
              <a:gd name="connsiteY1805" fmla="*/ 280219 h 830409"/>
              <a:gd name="connsiteX1806" fmla="*/ 527744 w 707644"/>
              <a:gd name="connsiteY1806" fmla="*/ 344910 h 830409"/>
              <a:gd name="connsiteX1807" fmla="*/ 529631 w 707644"/>
              <a:gd name="connsiteY1807" fmla="*/ 348652 h 830409"/>
              <a:gd name="connsiteX1808" fmla="*/ 517525 w 707644"/>
              <a:gd name="connsiteY1808" fmla="*/ 346287 h 830409"/>
              <a:gd name="connsiteX1809" fmla="*/ 498286 w 707644"/>
              <a:gd name="connsiteY1809" fmla="*/ 321780 h 830409"/>
              <a:gd name="connsiteX1810" fmla="*/ 480236 w 707644"/>
              <a:gd name="connsiteY1810" fmla="*/ 301827 h 830409"/>
              <a:gd name="connsiteX1811" fmla="*/ 458263 w 707644"/>
              <a:gd name="connsiteY1811" fmla="*/ 256936 h 830409"/>
              <a:gd name="connsiteX1812" fmla="*/ 427088 w 707644"/>
              <a:gd name="connsiteY1812" fmla="*/ 204057 h 830409"/>
              <a:gd name="connsiteX1813" fmla="*/ 327017 w 707644"/>
              <a:gd name="connsiteY1813" fmla="*/ 309065 h 830409"/>
              <a:gd name="connsiteX1814" fmla="*/ 329700 w 707644"/>
              <a:gd name="connsiteY1814" fmla="*/ 309590 h 830409"/>
              <a:gd name="connsiteX1815" fmla="*/ 335059 w 707644"/>
              <a:gd name="connsiteY1815" fmla="*/ 316275 h 830409"/>
              <a:gd name="connsiteX1816" fmla="*/ 341005 w 707644"/>
              <a:gd name="connsiteY1816" fmla="*/ 324576 h 830409"/>
              <a:gd name="connsiteX1817" fmla="*/ 327582 w 707644"/>
              <a:gd name="connsiteY1817" fmla="*/ 310735 h 830409"/>
              <a:gd name="connsiteX1818" fmla="*/ 155260 w 707644"/>
              <a:gd name="connsiteY1818" fmla="*/ 664381 h 830409"/>
              <a:gd name="connsiteX1819" fmla="*/ 176292 w 707644"/>
              <a:gd name="connsiteY1819" fmla="*/ 694849 h 830409"/>
              <a:gd name="connsiteX1820" fmla="*/ 210273 w 707644"/>
              <a:gd name="connsiteY1820" fmla="*/ 744514 h 830409"/>
              <a:gd name="connsiteX1821" fmla="*/ 215117 w 707644"/>
              <a:gd name="connsiteY1821" fmla="*/ 756435 h 830409"/>
              <a:gd name="connsiteX1822" fmla="*/ 229126 w 707644"/>
              <a:gd name="connsiteY1822" fmla="*/ 785683 h 830409"/>
              <a:gd name="connsiteX1823" fmla="*/ 216411 w 707644"/>
              <a:gd name="connsiteY1823" fmla="*/ 779692 h 830409"/>
              <a:gd name="connsiteX1824" fmla="*/ 211061 w 707644"/>
              <a:gd name="connsiteY1824" fmla="*/ 772206 h 830409"/>
              <a:gd name="connsiteX1825" fmla="*/ 157838 w 707644"/>
              <a:gd name="connsiteY1825" fmla="*/ 669998 h 830409"/>
              <a:gd name="connsiteX1826" fmla="*/ 286669 w 707644"/>
              <a:gd name="connsiteY1826" fmla="*/ 384763 h 830409"/>
              <a:gd name="connsiteX1827" fmla="*/ 300770 w 707644"/>
              <a:gd name="connsiteY1827" fmla="*/ 401608 h 830409"/>
              <a:gd name="connsiteX1828" fmla="*/ 306879 w 707644"/>
              <a:gd name="connsiteY1828" fmla="*/ 416943 h 830409"/>
              <a:gd name="connsiteX1829" fmla="*/ 298778 w 707644"/>
              <a:gd name="connsiteY1829" fmla="*/ 408912 h 830409"/>
              <a:gd name="connsiteX1830" fmla="*/ 287559 w 707644"/>
              <a:gd name="connsiteY1830" fmla="*/ 391210 h 830409"/>
              <a:gd name="connsiteX1831" fmla="*/ 324671 w 707644"/>
              <a:gd name="connsiteY1831" fmla="*/ 302131 h 830409"/>
              <a:gd name="connsiteX1832" fmla="*/ 330238 w 707644"/>
              <a:gd name="connsiteY1832" fmla="*/ 309695 h 830409"/>
              <a:gd name="connsiteX1833" fmla="*/ 329700 w 707644"/>
              <a:gd name="connsiteY1833" fmla="*/ 309590 h 830409"/>
              <a:gd name="connsiteX1834" fmla="*/ 325364 w 707644"/>
              <a:gd name="connsiteY1834" fmla="*/ 304180 h 830409"/>
              <a:gd name="connsiteX1835" fmla="*/ 365493 w 707644"/>
              <a:gd name="connsiteY1835" fmla="*/ 210864 h 830409"/>
              <a:gd name="connsiteX1836" fmla="*/ 367509 w 707644"/>
              <a:gd name="connsiteY1836" fmla="*/ 213012 h 830409"/>
              <a:gd name="connsiteX1837" fmla="*/ 381788 w 707644"/>
              <a:gd name="connsiteY1837" fmla="*/ 223146 h 830409"/>
              <a:gd name="connsiteX1838" fmla="*/ 381083 w 707644"/>
              <a:gd name="connsiteY1838" fmla="*/ 221027 h 830409"/>
              <a:gd name="connsiteX1839" fmla="*/ 398719 w 707644"/>
              <a:gd name="connsiteY1839" fmla="*/ 250661 h 830409"/>
              <a:gd name="connsiteX1840" fmla="*/ 377221 w 707644"/>
              <a:gd name="connsiteY1840" fmla="*/ 233611 h 830409"/>
              <a:gd name="connsiteX1841" fmla="*/ 228735 w 707644"/>
              <a:gd name="connsiteY1841" fmla="*/ 488698 h 830409"/>
              <a:gd name="connsiteX1842" fmla="*/ 237742 w 707644"/>
              <a:gd name="connsiteY1842" fmla="*/ 493885 h 830409"/>
              <a:gd name="connsiteX1843" fmla="*/ 297234 w 707644"/>
              <a:gd name="connsiteY1843" fmla="*/ 570566 h 830409"/>
              <a:gd name="connsiteX1844" fmla="*/ 311583 w 707644"/>
              <a:gd name="connsiteY1844" fmla="*/ 586501 h 830409"/>
              <a:gd name="connsiteX1845" fmla="*/ 331141 w 707644"/>
              <a:gd name="connsiteY1845" fmla="*/ 627261 h 830409"/>
              <a:gd name="connsiteX1846" fmla="*/ 309247 w 707644"/>
              <a:gd name="connsiteY1846" fmla="*/ 595199 h 830409"/>
              <a:gd name="connsiteX1847" fmla="*/ 233319 w 707644"/>
              <a:gd name="connsiteY1847" fmla="*/ 494449 h 830409"/>
              <a:gd name="connsiteX1848" fmla="*/ 355447 w 707644"/>
              <a:gd name="connsiteY1848" fmla="*/ 217617 h 830409"/>
              <a:gd name="connsiteX1849" fmla="*/ 364085 w 707644"/>
              <a:gd name="connsiteY1849" fmla="*/ 223194 h 830409"/>
              <a:gd name="connsiteX1850" fmla="*/ 377221 w 707644"/>
              <a:gd name="connsiteY1850" fmla="*/ 233611 h 830409"/>
              <a:gd name="connsiteX1851" fmla="*/ 378425 w 707644"/>
              <a:gd name="connsiteY1851" fmla="*/ 235948 h 830409"/>
              <a:gd name="connsiteX1852" fmla="*/ 435202 w 707644"/>
              <a:gd name="connsiteY1852" fmla="*/ 325994 h 830409"/>
              <a:gd name="connsiteX1853" fmla="*/ 438700 w 707644"/>
              <a:gd name="connsiteY1853" fmla="*/ 330886 h 830409"/>
              <a:gd name="connsiteX1854" fmla="*/ 430664 w 707644"/>
              <a:gd name="connsiteY1854" fmla="*/ 329316 h 830409"/>
              <a:gd name="connsiteX1855" fmla="*/ 420835 w 707644"/>
              <a:gd name="connsiteY1855" fmla="*/ 312931 h 830409"/>
              <a:gd name="connsiteX1856" fmla="*/ 318659 w 707644"/>
              <a:gd name="connsiteY1856" fmla="*/ 293963 h 830409"/>
              <a:gd name="connsiteX1857" fmla="*/ 322984 w 707644"/>
              <a:gd name="connsiteY1857" fmla="*/ 297144 h 830409"/>
              <a:gd name="connsiteX1858" fmla="*/ 324671 w 707644"/>
              <a:gd name="connsiteY1858" fmla="*/ 302131 h 830409"/>
              <a:gd name="connsiteX1859" fmla="*/ 189969 w 707644"/>
              <a:gd name="connsiteY1859" fmla="*/ 562024 h 830409"/>
              <a:gd name="connsiteX1860" fmla="*/ 190208 w 707644"/>
              <a:gd name="connsiteY1860" fmla="*/ 562191 h 830409"/>
              <a:gd name="connsiteX1861" fmla="*/ 213212 w 707644"/>
              <a:gd name="connsiteY1861" fmla="*/ 578671 h 830409"/>
              <a:gd name="connsiteX1862" fmla="*/ 213947 w 707644"/>
              <a:gd name="connsiteY1862" fmla="*/ 579698 h 830409"/>
              <a:gd name="connsiteX1863" fmla="*/ 193696 w 707644"/>
              <a:gd name="connsiteY1863" fmla="*/ 567315 h 830409"/>
              <a:gd name="connsiteX1864" fmla="*/ 191928 w 707644"/>
              <a:gd name="connsiteY1864" fmla="*/ 565134 h 830409"/>
              <a:gd name="connsiteX1865" fmla="*/ 284129 w 707644"/>
              <a:gd name="connsiteY1865" fmla="*/ 360217 h 830409"/>
              <a:gd name="connsiteX1866" fmla="*/ 284382 w 707644"/>
              <a:gd name="connsiteY1866" fmla="*/ 360474 h 830409"/>
              <a:gd name="connsiteX1867" fmla="*/ 296580 w 707644"/>
              <a:gd name="connsiteY1867" fmla="*/ 391093 h 830409"/>
              <a:gd name="connsiteX1868" fmla="*/ 286141 w 707644"/>
              <a:gd name="connsiteY1868" fmla="*/ 379942 h 830409"/>
              <a:gd name="connsiteX1869" fmla="*/ 262550 w 707644"/>
              <a:gd name="connsiteY1869" fmla="*/ 399605 h 830409"/>
              <a:gd name="connsiteX1870" fmla="*/ 294820 w 707644"/>
              <a:gd name="connsiteY1870" fmla="*/ 440044 h 830409"/>
              <a:gd name="connsiteX1871" fmla="*/ 298651 w 707644"/>
              <a:gd name="connsiteY1871" fmla="*/ 463780 h 830409"/>
              <a:gd name="connsiteX1872" fmla="*/ 301124 w 707644"/>
              <a:gd name="connsiteY1872" fmla="*/ 477719 h 830409"/>
              <a:gd name="connsiteX1873" fmla="*/ 290846 w 707644"/>
              <a:gd name="connsiteY1873" fmla="*/ 464455 h 830409"/>
              <a:gd name="connsiteX1874" fmla="*/ 282440 w 707644"/>
              <a:gd name="connsiteY1874" fmla="*/ 447259 h 830409"/>
              <a:gd name="connsiteX1875" fmla="*/ 277650 w 707644"/>
              <a:gd name="connsiteY1875" fmla="*/ 437026 h 830409"/>
              <a:gd name="connsiteX1876" fmla="*/ 237386 w 707644"/>
              <a:gd name="connsiteY1876" fmla="*/ 449379 h 830409"/>
              <a:gd name="connsiteX1877" fmla="*/ 247384 w 707644"/>
              <a:gd name="connsiteY1877" fmla="*/ 460657 h 830409"/>
              <a:gd name="connsiteX1878" fmla="*/ 276069 w 707644"/>
              <a:gd name="connsiteY1878" fmla="*/ 509005 h 830409"/>
              <a:gd name="connsiteX1879" fmla="*/ 272288 w 707644"/>
              <a:gd name="connsiteY1879" fmla="*/ 506582 h 830409"/>
              <a:gd name="connsiteX1880" fmla="*/ 261989 w 707644"/>
              <a:gd name="connsiteY1880" fmla="*/ 492382 h 830409"/>
              <a:gd name="connsiteX1881" fmla="*/ 261424 w 707644"/>
              <a:gd name="connsiteY1881" fmla="*/ 398194 h 830409"/>
              <a:gd name="connsiteX1882" fmla="*/ 262416 w 707644"/>
              <a:gd name="connsiteY1882" fmla="*/ 399273 h 830409"/>
              <a:gd name="connsiteX1883" fmla="*/ 262550 w 707644"/>
              <a:gd name="connsiteY1883" fmla="*/ 399605 h 830409"/>
              <a:gd name="connsiteX1884" fmla="*/ 182245 w 707644"/>
              <a:gd name="connsiteY1884" fmla="*/ 560862 h 830409"/>
              <a:gd name="connsiteX1885" fmla="*/ 193381 w 707644"/>
              <a:gd name="connsiteY1885" fmla="*/ 567123 h 830409"/>
              <a:gd name="connsiteX1886" fmla="*/ 193696 w 707644"/>
              <a:gd name="connsiteY1886" fmla="*/ 567315 h 830409"/>
              <a:gd name="connsiteX1887" fmla="*/ 240278 w 707644"/>
              <a:gd name="connsiteY1887" fmla="*/ 624773 h 830409"/>
              <a:gd name="connsiteX1888" fmla="*/ 261474 w 707644"/>
              <a:gd name="connsiteY1888" fmla="*/ 648690 h 830409"/>
              <a:gd name="connsiteX1889" fmla="*/ 270485 w 707644"/>
              <a:gd name="connsiteY1889" fmla="*/ 662042 h 830409"/>
              <a:gd name="connsiteX1890" fmla="*/ 264622 w 707644"/>
              <a:gd name="connsiteY1890" fmla="*/ 660564 h 830409"/>
              <a:gd name="connsiteX1891" fmla="*/ 206420 w 707644"/>
              <a:gd name="connsiteY1891" fmla="*/ 591940 h 830409"/>
              <a:gd name="connsiteX1892" fmla="*/ 223171 w 707644"/>
              <a:gd name="connsiteY1892" fmla="*/ 475103 h 830409"/>
              <a:gd name="connsiteX1893" fmla="*/ 266131 w 707644"/>
              <a:gd name="connsiteY1893" fmla="*/ 502636 h 830409"/>
              <a:gd name="connsiteX1894" fmla="*/ 269751 w 707644"/>
              <a:gd name="connsiteY1894" fmla="*/ 507373 h 830409"/>
              <a:gd name="connsiteX1895" fmla="*/ 272218 w 707644"/>
              <a:gd name="connsiteY1895" fmla="*/ 510262 h 830409"/>
              <a:gd name="connsiteX1896" fmla="*/ 275183 w 707644"/>
              <a:gd name="connsiteY1896" fmla="*/ 515445 h 830409"/>
              <a:gd name="connsiteX1897" fmla="*/ 237742 w 707644"/>
              <a:gd name="connsiteY1897" fmla="*/ 493885 h 830409"/>
              <a:gd name="connsiteX1898" fmla="*/ 338154 w 707644"/>
              <a:gd name="connsiteY1898" fmla="*/ 234156 h 830409"/>
              <a:gd name="connsiteX1899" fmla="*/ 373428 w 707644"/>
              <a:gd name="connsiteY1899" fmla="*/ 279623 h 830409"/>
              <a:gd name="connsiteX1900" fmla="*/ 395182 w 707644"/>
              <a:gd name="connsiteY1900" fmla="*/ 313947 h 830409"/>
              <a:gd name="connsiteX1901" fmla="*/ 339854 w 707644"/>
              <a:gd name="connsiteY1901" fmla="*/ 237320 h 830409"/>
              <a:gd name="connsiteX1902" fmla="*/ 338504 w 707644"/>
              <a:gd name="connsiteY1902" fmla="*/ 235571 h 830409"/>
              <a:gd name="connsiteX1903" fmla="*/ 284062 w 707644"/>
              <a:gd name="connsiteY1903" fmla="*/ 344864 h 830409"/>
              <a:gd name="connsiteX1904" fmla="*/ 293756 w 707644"/>
              <a:gd name="connsiteY1904" fmla="*/ 357609 h 830409"/>
              <a:gd name="connsiteX1905" fmla="*/ 333394 w 707644"/>
              <a:gd name="connsiteY1905" fmla="*/ 405190 h 830409"/>
              <a:gd name="connsiteX1906" fmla="*/ 355134 w 707644"/>
              <a:gd name="connsiteY1906" fmla="*/ 429515 h 830409"/>
              <a:gd name="connsiteX1907" fmla="*/ 296689 w 707644"/>
              <a:gd name="connsiteY1907" fmla="*/ 372987 h 830409"/>
              <a:gd name="connsiteX1908" fmla="*/ 284382 w 707644"/>
              <a:gd name="connsiteY1908" fmla="*/ 360474 h 830409"/>
              <a:gd name="connsiteX1909" fmla="*/ 284077 w 707644"/>
              <a:gd name="connsiteY1909" fmla="*/ 359708 h 830409"/>
              <a:gd name="connsiteX1910" fmla="*/ 284076 w 707644"/>
              <a:gd name="connsiteY1910" fmla="*/ 359698 h 830409"/>
              <a:gd name="connsiteX1911" fmla="*/ 159760 w 707644"/>
              <a:gd name="connsiteY1911" fmla="*/ 602171 h 830409"/>
              <a:gd name="connsiteX1912" fmla="*/ 213790 w 707644"/>
              <a:gd name="connsiteY1912" fmla="*/ 678435 h 830409"/>
              <a:gd name="connsiteX1913" fmla="*/ 270480 w 707644"/>
              <a:gd name="connsiteY1913" fmla="*/ 758455 h 830409"/>
              <a:gd name="connsiteX1914" fmla="*/ 262652 w 707644"/>
              <a:gd name="connsiteY1914" fmla="*/ 757517 h 830409"/>
              <a:gd name="connsiteX1915" fmla="*/ 253305 w 707644"/>
              <a:gd name="connsiteY1915" fmla="*/ 750215 h 830409"/>
              <a:gd name="connsiteX1916" fmla="*/ 207941 w 707644"/>
              <a:gd name="connsiteY1916" fmla="*/ 703871 h 830409"/>
              <a:gd name="connsiteX1917" fmla="*/ 183907 w 707644"/>
              <a:gd name="connsiteY1917" fmla="*/ 674663 h 830409"/>
              <a:gd name="connsiteX1918" fmla="*/ 182837 w 707644"/>
              <a:gd name="connsiteY1918" fmla="*/ 673536 h 830409"/>
              <a:gd name="connsiteX1919" fmla="*/ 178516 w 707644"/>
              <a:gd name="connsiteY1919" fmla="*/ 661766 h 830409"/>
              <a:gd name="connsiteX1920" fmla="*/ 166035 w 707644"/>
              <a:gd name="connsiteY1920" fmla="*/ 623832 h 830409"/>
              <a:gd name="connsiteX1921" fmla="*/ 143898 w 707644"/>
              <a:gd name="connsiteY1921" fmla="*/ 632527 h 830409"/>
              <a:gd name="connsiteX1922" fmla="*/ 182837 w 707644"/>
              <a:gd name="connsiteY1922" fmla="*/ 673536 h 830409"/>
              <a:gd name="connsiteX1923" fmla="*/ 185590 w 707644"/>
              <a:gd name="connsiteY1923" fmla="*/ 681036 h 830409"/>
              <a:gd name="connsiteX1924" fmla="*/ 175319 w 707644"/>
              <a:gd name="connsiteY1924" fmla="*/ 670543 h 830409"/>
              <a:gd name="connsiteX1925" fmla="*/ 154292 w 707644"/>
              <a:gd name="connsiteY1925" fmla="*/ 646872 h 830409"/>
              <a:gd name="connsiteX1926" fmla="*/ 284056 w 707644"/>
              <a:gd name="connsiteY1926" fmla="*/ 338736 h 830409"/>
              <a:gd name="connsiteX1927" fmla="*/ 313689 w 707644"/>
              <a:gd name="connsiteY1927" fmla="*/ 372346 h 830409"/>
              <a:gd name="connsiteX1928" fmla="*/ 339320 w 707644"/>
              <a:gd name="connsiteY1928" fmla="*/ 401081 h 830409"/>
              <a:gd name="connsiteX1929" fmla="*/ 371680 w 707644"/>
              <a:gd name="connsiteY1929" fmla="*/ 437211 h 830409"/>
              <a:gd name="connsiteX1930" fmla="*/ 403557 w 707644"/>
              <a:gd name="connsiteY1930" fmla="*/ 478325 h 830409"/>
              <a:gd name="connsiteX1931" fmla="*/ 384195 w 707644"/>
              <a:gd name="connsiteY1931" fmla="*/ 457621 h 830409"/>
              <a:gd name="connsiteX1932" fmla="*/ 356886 w 707644"/>
              <a:gd name="connsiteY1932" fmla="*/ 431209 h 830409"/>
              <a:gd name="connsiteX1933" fmla="*/ 293756 w 707644"/>
              <a:gd name="connsiteY1933" fmla="*/ 357609 h 830409"/>
              <a:gd name="connsiteX1934" fmla="*/ 284060 w 707644"/>
              <a:gd name="connsiteY1934" fmla="*/ 343045 h 830409"/>
              <a:gd name="connsiteX1935" fmla="*/ 299676 w 707644"/>
              <a:gd name="connsiteY1935" fmla="*/ 303723 h 830409"/>
              <a:gd name="connsiteX1936" fmla="*/ 325968 w 707644"/>
              <a:gd name="connsiteY1936" fmla="*/ 308860 h 830409"/>
              <a:gd name="connsiteX1937" fmla="*/ 327065 w 707644"/>
              <a:gd name="connsiteY1937" fmla="*/ 310202 h 830409"/>
              <a:gd name="connsiteX1938" fmla="*/ 327582 w 707644"/>
              <a:gd name="connsiteY1938" fmla="*/ 310735 h 830409"/>
              <a:gd name="connsiteX1939" fmla="*/ 336000 w 707644"/>
              <a:gd name="connsiteY1939" fmla="*/ 335618 h 830409"/>
              <a:gd name="connsiteX1940" fmla="*/ 371494 w 707644"/>
              <a:gd name="connsiteY1940" fmla="*/ 411455 h 830409"/>
              <a:gd name="connsiteX1941" fmla="*/ 369268 w 707644"/>
              <a:gd name="connsiteY1941" fmla="*/ 408196 h 830409"/>
              <a:gd name="connsiteX1942" fmla="*/ 307565 w 707644"/>
              <a:gd name="connsiteY1942" fmla="*/ 312475 h 830409"/>
              <a:gd name="connsiteX1943" fmla="*/ 256712 w 707644"/>
              <a:gd name="connsiteY1943" fmla="*/ 392289 h 830409"/>
              <a:gd name="connsiteX1944" fmla="*/ 261424 w 707644"/>
              <a:gd name="connsiteY1944" fmla="*/ 398194 h 830409"/>
              <a:gd name="connsiteX1945" fmla="*/ 257455 w 707644"/>
              <a:gd name="connsiteY1945" fmla="*/ 393877 h 830409"/>
              <a:gd name="connsiteX1946" fmla="*/ 380138 w 707644"/>
              <a:gd name="connsiteY1946" fmla="*/ 133557 h 830409"/>
              <a:gd name="connsiteX1947" fmla="*/ 388170 w 707644"/>
              <a:gd name="connsiteY1947" fmla="*/ 138793 h 830409"/>
              <a:gd name="connsiteX1948" fmla="*/ 444164 w 707644"/>
              <a:gd name="connsiteY1948" fmla="*/ 176221 h 830409"/>
              <a:gd name="connsiteX1949" fmla="*/ 496039 w 707644"/>
              <a:gd name="connsiteY1949" fmla="*/ 222237 h 830409"/>
              <a:gd name="connsiteX1950" fmla="*/ 510816 w 707644"/>
              <a:gd name="connsiteY1950" fmla="*/ 236902 h 830409"/>
              <a:gd name="connsiteX1951" fmla="*/ 515316 w 707644"/>
              <a:gd name="connsiteY1951" fmla="*/ 248477 h 830409"/>
              <a:gd name="connsiteX1952" fmla="*/ 531954 w 707644"/>
              <a:gd name="connsiteY1952" fmla="*/ 284808 h 830409"/>
              <a:gd name="connsiteX1953" fmla="*/ 531986 w 707644"/>
              <a:gd name="connsiteY1953" fmla="*/ 284873 h 830409"/>
              <a:gd name="connsiteX1954" fmla="*/ 560938 w 707644"/>
              <a:gd name="connsiteY1954" fmla="*/ 354769 h 830409"/>
              <a:gd name="connsiteX1955" fmla="*/ 546192 w 707644"/>
              <a:gd name="connsiteY1955" fmla="*/ 351888 h 830409"/>
              <a:gd name="connsiteX1956" fmla="*/ 531782 w 707644"/>
              <a:gd name="connsiteY1956" fmla="*/ 323900 h 830409"/>
              <a:gd name="connsiteX1957" fmla="*/ 503825 w 707644"/>
              <a:gd name="connsiteY1957" fmla="*/ 294367 h 830409"/>
              <a:gd name="connsiteX1958" fmla="*/ 490067 w 707644"/>
              <a:gd name="connsiteY1958" fmla="*/ 280219 h 830409"/>
              <a:gd name="connsiteX1959" fmla="*/ 466503 w 707644"/>
              <a:gd name="connsiteY1959" fmla="*/ 239760 h 830409"/>
              <a:gd name="connsiteX1960" fmla="*/ 424819 w 707644"/>
              <a:gd name="connsiteY1960" fmla="*/ 185930 h 830409"/>
              <a:gd name="connsiteX1961" fmla="*/ 386369 w 707644"/>
              <a:gd name="connsiteY1961" fmla="*/ 142364 h 830409"/>
              <a:gd name="connsiteX1962" fmla="*/ 334118 w 707644"/>
              <a:gd name="connsiteY1962" fmla="*/ 228929 h 830409"/>
              <a:gd name="connsiteX1963" fmla="*/ 337245 w 707644"/>
              <a:gd name="connsiteY1963" fmla="*/ 230480 h 830409"/>
              <a:gd name="connsiteX1964" fmla="*/ 338154 w 707644"/>
              <a:gd name="connsiteY1964" fmla="*/ 234156 h 830409"/>
              <a:gd name="connsiteX1965" fmla="*/ 334261 w 707644"/>
              <a:gd name="connsiteY1965" fmla="*/ 229139 h 830409"/>
              <a:gd name="connsiteX1966" fmla="*/ 286418 w 707644"/>
              <a:gd name="connsiteY1966" fmla="*/ 328099 h 830409"/>
              <a:gd name="connsiteX1967" fmla="*/ 300041 w 707644"/>
              <a:gd name="connsiteY1967" fmla="*/ 345996 h 830409"/>
              <a:gd name="connsiteX1968" fmla="*/ 326097 w 707644"/>
              <a:gd name="connsiteY1968" fmla="*/ 371836 h 830409"/>
              <a:gd name="connsiteX1969" fmla="*/ 328108 w 707644"/>
              <a:gd name="connsiteY1969" fmla="*/ 374089 h 830409"/>
              <a:gd name="connsiteX1970" fmla="*/ 384134 w 707644"/>
              <a:gd name="connsiteY1970" fmla="*/ 440513 h 830409"/>
              <a:gd name="connsiteX1971" fmla="*/ 386497 w 707644"/>
              <a:gd name="connsiteY1971" fmla="*/ 443508 h 830409"/>
              <a:gd name="connsiteX1972" fmla="*/ 393386 w 707644"/>
              <a:gd name="connsiteY1972" fmla="*/ 458228 h 830409"/>
              <a:gd name="connsiteX1973" fmla="*/ 394784 w 707644"/>
              <a:gd name="connsiteY1973" fmla="*/ 460820 h 830409"/>
              <a:gd name="connsiteX1974" fmla="*/ 371743 w 707644"/>
              <a:gd name="connsiteY1974" fmla="*/ 437281 h 830409"/>
              <a:gd name="connsiteX1975" fmla="*/ 371680 w 707644"/>
              <a:gd name="connsiteY1975" fmla="*/ 437211 h 830409"/>
              <a:gd name="connsiteX1976" fmla="*/ 358687 w 707644"/>
              <a:gd name="connsiteY1976" fmla="*/ 420453 h 830409"/>
              <a:gd name="connsiteX1977" fmla="*/ 285277 w 707644"/>
              <a:gd name="connsiteY1977" fmla="*/ 330935 h 830409"/>
              <a:gd name="connsiteX1978" fmla="*/ 306450 w 707644"/>
              <a:gd name="connsiteY1978" fmla="*/ 284983 h 830409"/>
              <a:gd name="connsiteX1979" fmla="*/ 315044 w 707644"/>
              <a:gd name="connsiteY1979" fmla="*/ 291304 h 830409"/>
              <a:gd name="connsiteX1980" fmla="*/ 325364 w 707644"/>
              <a:gd name="connsiteY1980" fmla="*/ 304180 h 830409"/>
              <a:gd name="connsiteX1981" fmla="*/ 327017 w 707644"/>
              <a:gd name="connsiteY1981" fmla="*/ 309065 h 830409"/>
              <a:gd name="connsiteX1982" fmla="*/ 325968 w 707644"/>
              <a:gd name="connsiteY1982" fmla="*/ 308860 h 830409"/>
              <a:gd name="connsiteX1983" fmla="*/ 139665 w 707644"/>
              <a:gd name="connsiteY1983" fmla="*/ 630406 h 830409"/>
              <a:gd name="connsiteX1984" fmla="*/ 154292 w 707644"/>
              <a:gd name="connsiteY1984" fmla="*/ 646872 h 830409"/>
              <a:gd name="connsiteX1985" fmla="*/ 192310 w 707644"/>
              <a:gd name="connsiteY1985" fmla="*/ 699344 h 830409"/>
              <a:gd name="connsiteX1986" fmla="*/ 195965 w 707644"/>
              <a:gd name="connsiteY1986" fmla="*/ 709303 h 830409"/>
              <a:gd name="connsiteX1987" fmla="*/ 202045 w 707644"/>
              <a:gd name="connsiteY1987" fmla="*/ 724265 h 830409"/>
              <a:gd name="connsiteX1988" fmla="*/ 183564 w 707644"/>
              <a:gd name="connsiteY1988" fmla="*/ 701725 h 830409"/>
              <a:gd name="connsiteX1989" fmla="*/ 149630 w 707644"/>
              <a:gd name="connsiteY1989" fmla="*/ 652116 h 830409"/>
              <a:gd name="connsiteX1990" fmla="*/ 268427 w 707644"/>
              <a:gd name="connsiteY1990" fmla="*/ 361022 h 830409"/>
              <a:gd name="connsiteX1991" fmla="*/ 286141 w 707644"/>
              <a:gd name="connsiteY1991" fmla="*/ 379942 h 830409"/>
              <a:gd name="connsiteX1992" fmla="*/ 286531 w 707644"/>
              <a:gd name="connsiteY1992" fmla="*/ 383766 h 830409"/>
              <a:gd name="connsiteX1993" fmla="*/ 286669 w 707644"/>
              <a:gd name="connsiteY1993" fmla="*/ 384763 h 830409"/>
              <a:gd name="connsiteX1994" fmla="*/ 273513 w 707644"/>
              <a:gd name="connsiteY1994" fmla="*/ 369047 h 830409"/>
              <a:gd name="connsiteX1995" fmla="*/ 256337 w 707644"/>
              <a:gd name="connsiteY1995" fmla="*/ 385003 h 830409"/>
              <a:gd name="connsiteX1996" fmla="*/ 271097 w 707644"/>
              <a:gd name="connsiteY1996" fmla="*/ 398645 h 830409"/>
              <a:gd name="connsiteX1997" fmla="*/ 275652 w 707644"/>
              <a:gd name="connsiteY1997" fmla="*/ 404370 h 830409"/>
              <a:gd name="connsiteX1998" fmla="*/ 289602 w 707644"/>
              <a:gd name="connsiteY1998" fmla="*/ 425520 h 830409"/>
              <a:gd name="connsiteX1999" fmla="*/ 266599 w 707644"/>
              <a:gd name="connsiteY1999" fmla="*/ 403823 h 830409"/>
              <a:gd name="connsiteX2000" fmla="*/ 262416 w 707644"/>
              <a:gd name="connsiteY2000" fmla="*/ 399273 h 830409"/>
              <a:gd name="connsiteX2001" fmla="*/ 259078 w 707644"/>
              <a:gd name="connsiteY2001" fmla="*/ 391002 h 830409"/>
              <a:gd name="connsiteX2002" fmla="*/ 334419 w 707644"/>
              <a:gd name="connsiteY2002" fmla="*/ 219050 h 830409"/>
              <a:gd name="connsiteX2003" fmla="*/ 342849 w 707644"/>
              <a:gd name="connsiteY2003" fmla="*/ 233259 h 830409"/>
              <a:gd name="connsiteX2004" fmla="*/ 337245 w 707644"/>
              <a:gd name="connsiteY2004" fmla="*/ 230480 h 830409"/>
              <a:gd name="connsiteX2005" fmla="*/ 159228 w 707644"/>
              <a:gd name="connsiteY2005" fmla="*/ 583842 h 830409"/>
              <a:gd name="connsiteX2006" fmla="*/ 159585 w 707644"/>
              <a:gd name="connsiteY2006" fmla="*/ 584798 h 830409"/>
              <a:gd name="connsiteX2007" fmla="*/ 159567 w 707644"/>
              <a:gd name="connsiteY2007" fmla="*/ 584784 h 830409"/>
              <a:gd name="connsiteX2008" fmla="*/ 282701 w 707644"/>
              <a:gd name="connsiteY2008" fmla="*/ 323216 h 830409"/>
              <a:gd name="connsiteX2009" fmla="*/ 286617 w 707644"/>
              <a:gd name="connsiteY2009" fmla="*/ 327604 h 830409"/>
              <a:gd name="connsiteX2010" fmla="*/ 286418 w 707644"/>
              <a:gd name="connsiteY2010" fmla="*/ 328099 h 830409"/>
              <a:gd name="connsiteX2011" fmla="*/ 158199 w 707644"/>
              <a:gd name="connsiteY2011" fmla="*/ 581085 h 830409"/>
              <a:gd name="connsiteX2012" fmla="*/ 158248 w 707644"/>
              <a:gd name="connsiteY2012" fmla="*/ 581118 h 830409"/>
              <a:gd name="connsiteX2013" fmla="*/ 159228 w 707644"/>
              <a:gd name="connsiteY2013" fmla="*/ 583842 h 830409"/>
              <a:gd name="connsiteX2014" fmla="*/ 289666 w 707644"/>
              <a:gd name="connsiteY2014" fmla="*/ 301768 h 830409"/>
              <a:gd name="connsiteX2015" fmla="*/ 290503 w 707644"/>
              <a:gd name="connsiteY2015" fmla="*/ 301931 h 830409"/>
              <a:gd name="connsiteX2016" fmla="*/ 331380 w 707644"/>
              <a:gd name="connsiteY2016" fmla="*/ 359264 h 830409"/>
              <a:gd name="connsiteX2017" fmla="*/ 372207 w 707644"/>
              <a:gd name="connsiteY2017" fmla="*/ 415831 h 830409"/>
              <a:gd name="connsiteX2018" fmla="*/ 354158 w 707644"/>
              <a:gd name="connsiteY2018" fmla="*/ 399665 h 830409"/>
              <a:gd name="connsiteX2019" fmla="*/ 326097 w 707644"/>
              <a:gd name="connsiteY2019" fmla="*/ 371836 h 830409"/>
              <a:gd name="connsiteX2020" fmla="*/ 286617 w 707644"/>
              <a:gd name="connsiteY2020" fmla="*/ 327604 h 830409"/>
              <a:gd name="connsiteX2021" fmla="*/ 287441 w 707644"/>
              <a:gd name="connsiteY2021" fmla="*/ 325557 h 830409"/>
              <a:gd name="connsiteX2022" fmla="*/ 290524 w 707644"/>
              <a:gd name="connsiteY2022" fmla="*/ 319291 h 830409"/>
              <a:gd name="connsiteX2023" fmla="*/ 135003 w 707644"/>
              <a:gd name="connsiteY2023" fmla="*/ 620250 h 830409"/>
              <a:gd name="connsiteX2024" fmla="*/ 143898 w 707644"/>
              <a:gd name="connsiteY2024" fmla="*/ 632527 h 830409"/>
              <a:gd name="connsiteX2025" fmla="*/ 137588 w 707644"/>
              <a:gd name="connsiteY2025" fmla="*/ 625881 h 830409"/>
              <a:gd name="connsiteX2026" fmla="*/ 153272 w 707644"/>
              <a:gd name="connsiteY2026" fmla="*/ 579775 h 830409"/>
              <a:gd name="connsiteX2027" fmla="*/ 159567 w 707644"/>
              <a:gd name="connsiteY2027" fmla="*/ 584784 h 830409"/>
              <a:gd name="connsiteX2028" fmla="*/ 161815 w 707644"/>
              <a:gd name="connsiteY2028" fmla="*/ 591030 h 830409"/>
              <a:gd name="connsiteX2029" fmla="*/ 159973 w 707644"/>
              <a:gd name="connsiteY2029" fmla="*/ 585837 h 830409"/>
              <a:gd name="connsiteX2030" fmla="*/ 159585 w 707644"/>
              <a:gd name="connsiteY2030" fmla="*/ 584798 h 830409"/>
              <a:gd name="connsiteX2031" fmla="*/ 161729 w 707644"/>
              <a:gd name="connsiteY2031" fmla="*/ 586503 h 830409"/>
              <a:gd name="connsiteX2032" fmla="*/ 198181 w 707644"/>
              <a:gd name="connsiteY2032" fmla="*/ 615155 h 830409"/>
              <a:gd name="connsiteX2033" fmla="*/ 218551 w 707644"/>
              <a:gd name="connsiteY2033" fmla="*/ 630235 h 830409"/>
              <a:gd name="connsiteX2034" fmla="*/ 236839 w 707644"/>
              <a:gd name="connsiteY2034" fmla="*/ 649679 h 830409"/>
              <a:gd name="connsiteX2035" fmla="*/ 252270 w 707644"/>
              <a:gd name="connsiteY2035" fmla="*/ 666350 h 830409"/>
              <a:gd name="connsiteX2036" fmla="*/ 264079 w 707644"/>
              <a:gd name="connsiteY2036" fmla="*/ 682655 h 830409"/>
              <a:gd name="connsiteX2037" fmla="*/ 347226 w 707644"/>
              <a:gd name="connsiteY2037" fmla="*/ 813817 h 830409"/>
              <a:gd name="connsiteX2038" fmla="*/ 354469 w 707644"/>
              <a:gd name="connsiteY2038" fmla="*/ 825180 h 830409"/>
              <a:gd name="connsiteX2039" fmla="*/ 342066 w 707644"/>
              <a:gd name="connsiteY2039" fmla="*/ 823799 h 830409"/>
              <a:gd name="connsiteX2040" fmla="*/ 322355 w 707644"/>
              <a:gd name="connsiteY2040" fmla="*/ 804471 h 830409"/>
              <a:gd name="connsiteX2041" fmla="*/ 310110 w 707644"/>
              <a:gd name="connsiteY2041" fmla="*/ 794793 h 830409"/>
              <a:gd name="connsiteX2042" fmla="*/ 252957 w 707644"/>
              <a:gd name="connsiteY2042" fmla="*/ 728919 h 830409"/>
              <a:gd name="connsiteX2043" fmla="*/ 170155 w 707644"/>
              <a:gd name="connsiteY2043" fmla="*/ 615244 h 830409"/>
              <a:gd name="connsiteX2044" fmla="*/ 155881 w 707644"/>
              <a:gd name="connsiteY2044" fmla="*/ 588780 h 830409"/>
              <a:gd name="connsiteX2045" fmla="*/ 322253 w 707644"/>
              <a:gd name="connsiteY2045" fmla="*/ 223045 h 830409"/>
              <a:gd name="connsiteX2046" fmla="*/ 332911 w 707644"/>
              <a:gd name="connsiteY2046" fmla="*/ 228331 h 830409"/>
              <a:gd name="connsiteX2047" fmla="*/ 338504 w 707644"/>
              <a:gd name="connsiteY2047" fmla="*/ 235571 h 830409"/>
              <a:gd name="connsiteX2048" fmla="*/ 343197 w 707644"/>
              <a:gd name="connsiteY2048" fmla="*/ 254555 h 830409"/>
              <a:gd name="connsiteX2049" fmla="*/ 349367 w 707644"/>
              <a:gd name="connsiteY2049" fmla="*/ 269753 h 830409"/>
              <a:gd name="connsiteX2050" fmla="*/ 347665 w 707644"/>
              <a:gd name="connsiteY2050" fmla="*/ 267263 h 830409"/>
              <a:gd name="connsiteX2051" fmla="*/ 347665 w 707644"/>
              <a:gd name="connsiteY2051" fmla="*/ 267262 h 830409"/>
              <a:gd name="connsiteX2052" fmla="*/ 288077 w 707644"/>
              <a:gd name="connsiteY2052" fmla="*/ 290857 h 830409"/>
              <a:gd name="connsiteX2053" fmla="*/ 299676 w 707644"/>
              <a:gd name="connsiteY2053" fmla="*/ 303723 h 830409"/>
              <a:gd name="connsiteX2054" fmla="*/ 290503 w 707644"/>
              <a:gd name="connsiteY2054" fmla="*/ 301931 h 830409"/>
              <a:gd name="connsiteX2055" fmla="*/ 289613 w 707644"/>
              <a:gd name="connsiteY2055" fmla="*/ 300683 h 830409"/>
              <a:gd name="connsiteX2056" fmla="*/ 289583 w 707644"/>
              <a:gd name="connsiteY2056" fmla="*/ 300057 h 830409"/>
              <a:gd name="connsiteX2057" fmla="*/ 249477 w 707644"/>
              <a:gd name="connsiteY2057" fmla="*/ 369989 h 830409"/>
              <a:gd name="connsiteX2058" fmla="*/ 260603 w 707644"/>
              <a:gd name="connsiteY2058" fmla="*/ 380199 h 830409"/>
              <a:gd name="connsiteX2059" fmla="*/ 271333 w 707644"/>
              <a:gd name="connsiteY2059" fmla="*/ 390752 h 830409"/>
              <a:gd name="connsiteX2060" fmla="*/ 291065 w 707644"/>
              <a:gd name="connsiteY2060" fmla="*/ 416603 h 830409"/>
              <a:gd name="connsiteX2061" fmla="*/ 291234 w 707644"/>
              <a:gd name="connsiteY2061" fmla="*/ 417830 h 830409"/>
              <a:gd name="connsiteX2062" fmla="*/ 291717 w 707644"/>
              <a:gd name="connsiteY2062" fmla="*/ 420821 h 830409"/>
              <a:gd name="connsiteX2063" fmla="*/ 273156 w 707644"/>
              <a:gd name="connsiteY2063" fmla="*/ 400548 h 830409"/>
              <a:gd name="connsiteX2064" fmla="*/ 271097 w 707644"/>
              <a:gd name="connsiteY2064" fmla="*/ 398645 h 830409"/>
              <a:gd name="connsiteX2065" fmla="*/ 255672 w 707644"/>
              <a:gd name="connsiteY2065" fmla="*/ 379254 h 830409"/>
              <a:gd name="connsiteX2066" fmla="*/ 252240 w 707644"/>
              <a:gd name="connsiteY2066" fmla="*/ 376036 h 830409"/>
              <a:gd name="connsiteX2067" fmla="*/ 164459 w 707644"/>
              <a:gd name="connsiteY2067" fmla="*/ 544211 h 830409"/>
              <a:gd name="connsiteX2068" fmla="*/ 175038 w 707644"/>
              <a:gd name="connsiteY2068" fmla="*/ 551598 h 830409"/>
              <a:gd name="connsiteX2069" fmla="*/ 182245 w 707644"/>
              <a:gd name="connsiteY2069" fmla="*/ 560862 h 830409"/>
              <a:gd name="connsiteX2070" fmla="*/ 172432 w 707644"/>
              <a:gd name="connsiteY2070" fmla="*/ 555346 h 830409"/>
              <a:gd name="connsiteX2071" fmla="*/ 166950 w 707644"/>
              <a:gd name="connsiteY2071" fmla="*/ 547699 h 830409"/>
              <a:gd name="connsiteX2072" fmla="*/ 126516 w 707644"/>
              <a:gd name="connsiteY2072" fmla="*/ 622741 h 830409"/>
              <a:gd name="connsiteX2073" fmla="*/ 145087 w 707644"/>
              <a:gd name="connsiteY2073" fmla="*/ 645475 h 830409"/>
              <a:gd name="connsiteX2074" fmla="*/ 149630 w 707644"/>
              <a:gd name="connsiteY2074" fmla="*/ 652116 h 830409"/>
              <a:gd name="connsiteX2075" fmla="*/ 155260 w 707644"/>
              <a:gd name="connsiteY2075" fmla="*/ 664381 h 830409"/>
              <a:gd name="connsiteX2076" fmla="*/ 148811 w 707644"/>
              <a:gd name="connsiteY2076" fmla="*/ 575674 h 830409"/>
              <a:gd name="connsiteX2077" fmla="*/ 152700 w 707644"/>
              <a:gd name="connsiteY2077" fmla="*/ 577803 h 830409"/>
              <a:gd name="connsiteX2078" fmla="*/ 153272 w 707644"/>
              <a:gd name="connsiteY2078" fmla="*/ 579775 h 830409"/>
              <a:gd name="connsiteX2079" fmla="*/ 149333 w 707644"/>
              <a:gd name="connsiteY2079" fmla="*/ 576642 h 830409"/>
              <a:gd name="connsiteX2080" fmla="*/ 246654 w 707644"/>
              <a:gd name="connsiteY2080" fmla="*/ 370799 h 830409"/>
              <a:gd name="connsiteX2081" fmla="*/ 252240 w 707644"/>
              <a:gd name="connsiteY2081" fmla="*/ 376036 h 830409"/>
              <a:gd name="connsiteX2082" fmla="*/ 256337 w 707644"/>
              <a:gd name="connsiteY2082" fmla="*/ 385003 h 830409"/>
              <a:gd name="connsiteX2083" fmla="*/ 250987 w 707644"/>
              <a:gd name="connsiteY2083" fmla="*/ 380058 h 830409"/>
              <a:gd name="connsiteX2084" fmla="*/ 364502 w 707644"/>
              <a:gd name="connsiteY2084" fmla="*/ 123365 h 830409"/>
              <a:gd name="connsiteX2085" fmla="*/ 377636 w 707644"/>
              <a:gd name="connsiteY2085" fmla="*/ 131926 h 830409"/>
              <a:gd name="connsiteX2086" fmla="*/ 379582 w 707644"/>
              <a:gd name="connsiteY2086" fmla="*/ 134673 h 830409"/>
              <a:gd name="connsiteX2087" fmla="*/ 386369 w 707644"/>
              <a:gd name="connsiteY2087" fmla="*/ 142364 h 830409"/>
              <a:gd name="connsiteX2088" fmla="*/ 387490 w 707644"/>
              <a:gd name="connsiteY2088" fmla="*/ 143947 h 830409"/>
              <a:gd name="connsiteX2089" fmla="*/ 398732 w 707644"/>
              <a:gd name="connsiteY2089" fmla="*/ 161013 h 830409"/>
              <a:gd name="connsiteX2090" fmla="*/ 389992 w 707644"/>
              <a:gd name="connsiteY2090" fmla="*/ 150706 h 830409"/>
              <a:gd name="connsiteX2091" fmla="*/ 368729 w 707644"/>
              <a:gd name="connsiteY2091" fmla="*/ 128236 h 830409"/>
              <a:gd name="connsiteX2092" fmla="*/ 305047 w 707644"/>
              <a:gd name="connsiteY2092" fmla="*/ 247078 h 830409"/>
              <a:gd name="connsiteX2093" fmla="*/ 326296 w 707644"/>
              <a:gd name="connsiteY2093" fmla="*/ 274507 h 830409"/>
              <a:gd name="connsiteX2094" fmla="*/ 344482 w 707644"/>
              <a:gd name="connsiteY2094" fmla="*/ 312478 h 830409"/>
              <a:gd name="connsiteX2095" fmla="*/ 343594 w 707644"/>
              <a:gd name="connsiteY2095" fmla="*/ 312304 h 830409"/>
              <a:gd name="connsiteX2096" fmla="*/ 322984 w 707644"/>
              <a:gd name="connsiteY2096" fmla="*/ 297144 h 830409"/>
              <a:gd name="connsiteX2097" fmla="*/ 318715 w 707644"/>
              <a:gd name="connsiteY2097" fmla="*/ 284526 h 830409"/>
              <a:gd name="connsiteX2098" fmla="*/ 201725 w 707644"/>
              <a:gd name="connsiteY2098" fmla="*/ 461358 h 830409"/>
              <a:gd name="connsiteX2099" fmla="*/ 212391 w 707644"/>
              <a:gd name="connsiteY2099" fmla="*/ 468195 h 830409"/>
              <a:gd name="connsiteX2100" fmla="*/ 228735 w 707644"/>
              <a:gd name="connsiteY2100" fmla="*/ 488698 h 830409"/>
              <a:gd name="connsiteX2101" fmla="*/ 214089 w 707644"/>
              <a:gd name="connsiteY2101" fmla="*/ 480264 h 830409"/>
              <a:gd name="connsiteX2102" fmla="*/ 308300 w 707644"/>
              <a:gd name="connsiteY2102" fmla="*/ 236523 h 830409"/>
              <a:gd name="connsiteX2103" fmla="*/ 326050 w 707644"/>
              <a:gd name="connsiteY2103" fmla="*/ 258003 h 830409"/>
              <a:gd name="connsiteX2104" fmla="*/ 338011 w 707644"/>
              <a:gd name="connsiteY2104" fmla="*/ 271578 h 830409"/>
              <a:gd name="connsiteX2105" fmla="*/ 365968 w 707644"/>
              <a:gd name="connsiteY2105" fmla="*/ 316676 h 830409"/>
              <a:gd name="connsiteX2106" fmla="*/ 357712 w 707644"/>
              <a:gd name="connsiteY2106" fmla="*/ 315063 h 830409"/>
              <a:gd name="connsiteX2107" fmla="*/ 326296 w 707644"/>
              <a:gd name="connsiteY2107" fmla="*/ 274507 h 830409"/>
              <a:gd name="connsiteX2108" fmla="*/ 308846 w 707644"/>
              <a:gd name="connsiteY2108" fmla="*/ 238075 h 830409"/>
              <a:gd name="connsiteX2109" fmla="*/ 267331 w 707644"/>
              <a:gd name="connsiteY2109" fmla="*/ 319190 h 830409"/>
              <a:gd name="connsiteX2110" fmla="*/ 271301 w 707644"/>
              <a:gd name="connsiteY2110" fmla="*/ 323881 h 830409"/>
              <a:gd name="connsiteX2111" fmla="*/ 284060 w 707644"/>
              <a:gd name="connsiteY2111" fmla="*/ 343045 h 830409"/>
              <a:gd name="connsiteX2112" fmla="*/ 284062 w 707644"/>
              <a:gd name="connsiteY2112" fmla="*/ 344864 h 830409"/>
              <a:gd name="connsiteX2113" fmla="*/ 271328 w 707644"/>
              <a:gd name="connsiteY2113" fmla="*/ 328124 h 830409"/>
              <a:gd name="connsiteX2114" fmla="*/ 147953 w 707644"/>
              <a:gd name="connsiteY2114" fmla="*/ 558237 h 830409"/>
              <a:gd name="connsiteX2115" fmla="*/ 154948 w 707644"/>
              <a:gd name="connsiteY2115" fmla="*/ 572373 h 830409"/>
              <a:gd name="connsiteX2116" fmla="*/ 158199 w 707644"/>
              <a:gd name="connsiteY2116" fmla="*/ 581085 h 830409"/>
              <a:gd name="connsiteX2117" fmla="*/ 156062 w 707644"/>
              <a:gd name="connsiteY2117" fmla="*/ 579643 h 830409"/>
              <a:gd name="connsiteX2118" fmla="*/ 152700 w 707644"/>
              <a:gd name="connsiteY2118" fmla="*/ 577803 h 830409"/>
              <a:gd name="connsiteX2119" fmla="*/ 152284 w 707644"/>
              <a:gd name="connsiteY2119" fmla="*/ 576368 h 830409"/>
              <a:gd name="connsiteX2120" fmla="*/ 147953 w 707644"/>
              <a:gd name="connsiteY2120" fmla="*/ 558237 h 830409"/>
              <a:gd name="connsiteX2121" fmla="*/ 139914 w 707644"/>
              <a:gd name="connsiteY2121" fmla="*/ 570805 h 830409"/>
              <a:gd name="connsiteX2122" fmla="*/ 146586 w 707644"/>
              <a:gd name="connsiteY2122" fmla="*/ 574457 h 830409"/>
              <a:gd name="connsiteX2123" fmla="*/ 149333 w 707644"/>
              <a:gd name="connsiteY2123" fmla="*/ 576642 h 830409"/>
              <a:gd name="connsiteX2124" fmla="*/ 155881 w 707644"/>
              <a:gd name="connsiteY2124" fmla="*/ 588780 h 830409"/>
              <a:gd name="connsiteX2125" fmla="*/ 159760 w 707644"/>
              <a:gd name="connsiteY2125" fmla="*/ 602171 h 830409"/>
              <a:gd name="connsiteX2126" fmla="*/ 157100 w 707644"/>
              <a:gd name="connsiteY2126" fmla="*/ 598416 h 830409"/>
              <a:gd name="connsiteX2127" fmla="*/ 319987 w 707644"/>
              <a:gd name="connsiteY2127" fmla="*/ 194725 h 830409"/>
              <a:gd name="connsiteX2128" fmla="*/ 330004 w 707644"/>
              <a:gd name="connsiteY2128" fmla="*/ 201192 h 830409"/>
              <a:gd name="connsiteX2129" fmla="*/ 334419 w 707644"/>
              <a:gd name="connsiteY2129" fmla="*/ 219050 h 830409"/>
              <a:gd name="connsiteX2130" fmla="*/ 325326 w 707644"/>
              <a:gd name="connsiteY2130" fmla="*/ 203723 h 830409"/>
              <a:gd name="connsiteX2131" fmla="*/ 338643 w 707644"/>
              <a:gd name="connsiteY2131" fmla="*/ 151213 h 830409"/>
              <a:gd name="connsiteX2132" fmla="*/ 377911 w 707644"/>
              <a:gd name="connsiteY2132" fmla="*/ 207597 h 830409"/>
              <a:gd name="connsiteX2133" fmla="*/ 383180 w 707644"/>
              <a:gd name="connsiteY2133" fmla="*/ 214887 h 830409"/>
              <a:gd name="connsiteX2134" fmla="*/ 377859 w 707644"/>
              <a:gd name="connsiteY2134" fmla="*/ 209795 h 830409"/>
              <a:gd name="connsiteX2135" fmla="*/ 379163 w 707644"/>
              <a:gd name="connsiteY2135" fmla="*/ 215260 h 830409"/>
              <a:gd name="connsiteX2136" fmla="*/ 381083 w 707644"/>
              <a:gd name="connsiteY2136" fmla="*/ 221027 h 830409"/>
              <a:gd name="connsiteX2137" fmla="*/ 376835 w 707644"/>
              <a:gd name="connsiteY2137" fmla="*/ 213889 h 830409"/>
              <a:gd name="connsiteX2138" fmla="*/ 344761 w 707644"/>
              <a:gd name="connsiteY2138" fmla="*/ 165086 h 830409"/>
              <a:gd name="connsiteX2139" fmla="*/ 341948 w 707644"/>
              <a:gd name="connsiteY2139" fmla="*/ 158557 h 830409"/>
              <a:gd name="connsiteX2140" fmla="*/ 186606 w 707644"/>
              <a:gd name="connsiteY2140" fmla="*/ 463923 h 830409"/>
              <a:gd name="connsiteX2141" fmla="*/ 189017 w 707644"/>
              <a:gd name="connsiteY2141" fmla="*/ 465826 h 830409"/>
              <a:gd name="connsiteX2142" fmla="*/ 214089 w 707644"/>
              <a:gd name="connsiteY2142" fmla="*/ 480264 h 830409"/>
              <a:gd name="connsiteX2143" fmla="*/ 232393 w 707644"/>
              <a:gd name="connsiteY2143" fmla="*/ 508251 h 830409"/>
              <a:gd name="connsiteX2144" fmla="*/ 320580 w 707644"/>
              <a:gd name="connsiteY2144" fmla="*/ 627871 h 830409"/>
              <a:gd name="connsiteX2145" fmla="*/ 341293 w 707644"/>
              <a:gd name="connsiteY2145" fmla="*/ 659738 h 830409"/>
              <a:gd name="connsiteX2146" fmla="*/ 341564 w 707644"/>
              <a:gd name="connsiteY2146" fmla="*/ 676349 h 830409"/>
              <a:gd name="connsiteX2147" fmla="*/ 327945 w 707644"/>
              <a:gd name="connsiteY2147" fmla="*/ 674176 h 830409"/>
              <a:gd name="connsiteX2148" fmla="*/ 294157 w 707644"/>
              <a:gd name="connsiteY2148" fmla="*/ 643041 h 830409"/>
              <a:gd name="connsiteX2149" fmla="*/ 293214 w 707644"/>
              <a:gd name="connsiteY2149" fmla="*/ 642204 h 830409"/>
              <a:gd name="connsiteX2150" fmla="*/ 254643 w 707644"/>
              <a:gd name="connsiteY2150" fmla="*/ 571261 h 830409"/>
              <a:gd name="connsiteX2151" fmla="*/ 234010 w 707644"/>
              <a:gd name="connsiteY2151" fmla="*/ 363841 h 830409"/>
              <a:gd name="connsiteX2152" fmla="*/ 239894 w 707644"/>
              <a:gd name="connsiteY2152" fmla="*/ 369806 h 830409"/>
              <a:gd name="connsiteX2153" fmla="*/ 250987 w 707644"/>
              <a:gd name="connsiteY2153" fmla="*/ 380058 h 830409"/>
              <a:gd name="connsiteX2154" fmla="*/ 256712 w 707644"/>
              <a:gd name="connsiteY2154" fmla="*/ 392289 h 830409"/>
              <a:gd name="connsiteX2155" fmla="*/ 323678 w 707644"/>
              <a:gd name="connsiteY2155" fmla="*/ 172718 h 830409"/>
              <a:gd name="connsiteX2156" fmla="*/ 343612 w 707644"/>
              <a:gd name="connsiteY2156" fmla="*/ 200366 h 830409"/>
              <a:gd name="connsiteX2157" fmla="*/ 355447 w 707644"/>
              <a:gd name="connsiteY2157" fmla="*/ 217617 h 830409"/>
              <a:gd name="connsiteX2158" fmla="*/ 330004 w 707644"/>
              <a:gd name="connsiteY2158" fmla="*/ 201192 h 830409"/>
              <a:gd name="connsiteX2159" fmla="*/ 328569 w 707644"/>
              <a:gd name="connsiteY2159" fmla="*/ 195390 h 830409"/>
              <a:gd name="connsiteX2160" fmla="*/ 405345 w 707644"/>
              <a:gd name="connsiteY2160" fmla="*/ 716 h 830409"/>
              <a:gd name="connsiteX2161" fmla="*/ 413911 w 707644"/>
              <a:gd name="connsiteY2161" fmla="*/ 0 h 830409"/>
              <a:gd name="connsiteX2162" fmla="*/ 414019 w 707644"/>
              <a:gd name="connsiteY2162" fmla="*/ 76 h 830409"/>
              <a:gd name="connsiteX2163" fmla="*/ 433993 w 707644"/>
              <a:gd name="connsiteY2163" fmla="*/ 48298 h 830409"/>
              <a:gd name="connsiteX2164" fmla="*/ 419400 w 707644"/>
              <a:gd name="connsiteY2164" fmla="*/ 23899 h 830409"/>
              <a:gd name="connsiteX2165" fmla="*/ 281544 w 707644"/>
              <a:gd name="connsiteY2165" fmla="*/ 256018 h 830409"/>
              <a:gd name="connsiteX2166" fmla="*/ 297331 w 707644"/>
              <a:gd name="connsiteY2166" fmla="*/ 273827 h 830409"/>
              <a:gd name="connsiteX2167" fmla="*/ 306450 w 707644"/>
              <a:gd name="connsiteY2167" fmla="*/ 284983 h 830409"/>
              <a:gd name="connsiteX2168" fmla="*/ 283999 w 707644"/>
              <a:gd name="connsiteY2168" fmla="*/ 268469 h 830409"/>
              <a:gd name="connsiteX2169" fmla="*/ 301562 w 707644"/>
              <a:gd name="connsiteY2169" fmla="*/ 212785 h 830409"/>
              <a:gd name="connsiteX2170" fmla="*/ 316548 w 707644"/>
              <a:gd name="connsiteY2170" fmla="*/ 220217 h 830409"/>
              <a:gd name="connsiteX2171" fmla="*/ 317086 w 707644"/>
              <a:gd name="connsiteY2171" fmla="*/ 220899 h 830409"/>
              <a:gd name="connsiteX2172" fmla="*/ 347665 w 707644"/>
              <a:gd name="connsiteY2172" fmla="*/ 267262 h 830409"/>
              <a:gd name="connsiteX2173" fmla="*/ 347665 w 707644"/>
              <a:gd name="connsiteY2173" fmla="*/ 267263 h 830409"/>
              <a:gd name="connsiteX2174" fmla="*/ 347665 w 707644"/>
              <a:gd name="connsiteY2174" fmla="*/ 267263 h 830409"/>
              <a:gd name="connsiteX2175" fmla="*/ 349464 w 707644"/>
              <a:gd name="connsiteY2175" fmla="*/ 269990 h 830409"/>
              <a:gd name="connsiteX2176" fmla="*/ 359977 w 707644"/>
              <a:gd name="connsiteY2176" fmla="*/ 295886 h 830409"/>
              <a:gd name="connsiteX2177" fmla="*/ 356600 w 707644"/>
              <a:gd name="connsiteY2177" fmla="*/ 292678 h 830409"/>
              <a:gd name="connsiteX2178" fmla="*/ 338011 w 707644"/>
              <a:gd name="connsiteY2178" fmla="*/ 271578 h 830409"/>
              <a:gd name="connsiteX2179" fmla="*/ 221877 w 707644"/>
              <a:gd name="connsiteY2179" fmla="*/ 375736 h 830409"/>
              <a:gd name="connsiteX2180" fmla="*/ 223484 w 707644"/>
              <a:gd name="connsiteY2180" fmla="*/ 377792 h 830409"/>
              <a:gd name="connsiteX2181" fmla="*/ 233604 w 707644"/>
              <a:gd name="connsiteY2181" fmla="*/ 390787 h 830409"/>
              <a:gd name="connsiteX2182" fmla="*/ 234685 w 707644"/>
              <a:gd name="connsiteY2182" fmla="*/ 392656 h 830409"/>
              <a:gd name="connsiteX2183" fmla="*/ 267038 w 707644"/>
              <a:gd name="connsiteY2183" fmla="*/ 434919 h 830409"/>
              <a:gd name="connsiteX2184" fmla="*/ 287067 w 707644"/>
              <a:gd name="connsiteY2184" fmla="*/ 460393 h 830409"/>
              <a:gd name="connsiteX2185" fmla="*/ 300762 w 707644"/>
              <a:gd name="connsiteY2185" fmla="*/ 497007 h 830409"/>
              <a:gd name="connsiteX2186" fmla="*/ 292793 w 707644"/>
              <a:gd name="connsiteY2186" fmla="*/ 486052 h 830409"/>
              <a:gd name="connsiteX2187" fmla="*/ 239153 w 707644"/>
              <a:gd name="connsiteY2187" fmla="*/ 405364 h 830409"/>
              <a:gd name="connsiteX2188" fmla="*/ 143349 w 707644"/>
              <a:gd name="connsiteY2188" fmla="*/ 538997 h 830409"/>
              <a:gd name="connsiteX2189" fmla="*/ 172432 w 707644"/>
              <a:gd name="connsiteY2189" fmla="*/ 555346 h 830409"/>
              <a:gd name="connsiteX2190" fmla="*/ 209398 w 707644"/>
              <a:gd name="connsiteY2190" fmla="*/ 606911 h 830409"/>
              <a:gd name="connsiteX2191" fmla="*/ 234931 w 707644"/>
              <a:gd name="connsiteY2191" fmla="*/ 642361 h 830409"/>
              <a:gd name="connsiteX2192" fmla="*/ 218551 w 707644"/>
              <a:gd name="connsiteY2192" fmla="*/ 630235 h 830409"/>
              <a:gd name="connsiteX2193" fmla="*/ 209383 w 707644"/>
              <a:gd name="connsiteY2193" fmla="*/ 620486 h 830409"/>
              <a:gd name="connsiteX2194" fmla="*/ 195571 w 707644"/>
              <a:gd name="connsiteY2194" fmla="*/ 606308 h 830409"/>
              <a:gd name="connsiteX2195" fmla="*/ 158248 w 707644"/>
              <a:gd name="connsiteY2195" fmla="*/ 581118 h 830409"/>
              <a:gd name="connsiteX2196" fmla="*/ 157324 w 707644"/>
              <a:gd name="connsiteY2196" fmla="*/ 578550 h 830409"/>
              <a:gd name="connsiteX2197" fmla="*/ 143349 w 707644"/>
              <a:gd name="connsiteY2197" fmla="*/ 538997 h 830409"/>
              <a:gd name="connsiteX2198" fmla="*/ 258042 w 707644"/>
              <a:gd name="connsiteY2198" fmla="*/ 295589 h 830409"/>
              <a:gd name="connsiteX2199" fmla="*/ 262305 w 707644"/>
              <a:gd name="connsiteY2199" fmla="*/ 296422 h 830409"/>
              <a:gd name="connsiteX2200" fmla="*/ 282701 w 707644"/>
              <a:gd name="connsiteY2200" fmla="*/ 323216 h 830409"/>
              <a:gd name="connsiteX2201" fmla="*/ 257268 w 707644"/>
              <a:gd name="connsiteY2201" fmla="*/ 296692 h 830409"/>
              <a:gd name="connsiteX2202" fmla="*/ 258710 w 707644"/>
              <a:gd name="connsiteY2202" fmla="*/ 298537 h 830409"/>
              <a:gd name="connsiteX2203" fmla="*/ 285277 w 707644"/>
              <a:gd name="connsiteY2203" fmla="*/ 330935 h 830409"/>
              <a:gd name="connsiteX2204" fmla="*/ 284051 w 707644"/>
              <a:gd name="connsiteY2204" fmla="*/ 333983 h 830409"/>
              <a:gd name="connsiteX2205" fmla="*/ 284056 w 707644"/>
              <a:gd name="connsiteY2205" fmla="*/ 338736 h 830409"/>
              <a:gd name="connsiteX2206" fmla="*/ 279445 w 707644"/>
              <a:gd name="connsiteY2206" fmla="*/ 333507 h 830409"/>
              <a:gd name="connsiteX2207" fmla="*/ 271301 w 707644"/>
              <a:gd name="connsiteY2207" fmla="*/ 323881 h 830409"/>
              <a:gd name="connsiteX2208" fmla="*/ 265599 w 707644"/>
              <a:gd name="connsiteY2208" fmla="*/ 315318 h 830409"/>
              <a:gd name="connsiteX2209" fmla="*/ 239998 w 707644"/>
              <a:gd name="connsiteY2209" fmla="*/ 331482 h 830409"/>
              <a:gd name="connsiteX2210" fmla="*/ 253066 w 707644"/>
              <a:gd name="connsiteY2210" fmla="*/ 344621 h 830409"/>
              <a:gd name="connsiteX2211" fmla="*/ 273513 w 707644"/>
              <a:gd name="connsiteY2211" fmla="*/ 369047 h 830409"/>
              <a:gd name="connsiteX2212" fmla="*/ 287559 w 707644"/>
              <a:gd name="connsiteY2212" fmla="*/ 391210 h 830409"/>
              <a:gd name="connsiteX2213" fmla="*/ 288465 w 707644"/>
              <a:gd name="connsiteY2213" fmla="*/ 397773 h 830409"/>
              <a:gd name="connsiteX2214" fmla="*/ 278660 w 707644"/>
              <a:gd name="connsiteY2214" fmla="*/ 386091 h 830409"/>
              <a:gd name="connsiteX2215" fmla="*/ 266620 w 707644"/>
              <a:gd name="connsiteY2215" fmla="*/ 370764 h 830409"/>
              <a:gd name="connsiteX2216" fmla="*/ 245141 w 707644"/>
              <a:gd name="connsiteY2216" fmla="*/ 339913 h 830409"/>
              <a:gd name="connsiteX2217" fmla="*/ 256111 w 707644"/>
              <a:gd name="connsiteY2217" fmla="*/ 295212 h 830409"/>
              <a:gd name="connsiteX2218" fmla="*/ 256653 w 707644"/>
              <a:gd name="connsiteY2218" fmla="*/ 295318 h 830409"/>
              <a:gd name="connsiteX2219" fmla="*/ 257268 w 707644"/>
              <a:gd name="connsiteY2219" fmla="*/ 296692 h 830409"/>
              <a:gd name="connsiteX2220" fmla="*/ 233163 w 707644"/>
              <a:gd name="connsiteY2220" fmla="*/ 341974 h 830409"/>
              <a:gd name="connsiteX2221" fmla="*/ 241517 w 707644"/>
              <a:gd name="connsiteY2221" fmla="*/ 352570 h 830409"/>
              <a:gd name="connsiteX2222" fmla="*/ 249477 w 707644"/>
              <a:gd name="connsiteY2222" fmla="*/ 369989 h 830409"/>
              <a:gd name="connsiteX2223" fmla="*/ 243864 w 707644"/>
              <a:gd name="connsiteY2223" fmla="*/ 364839 h 830409"/>
              <a:gd name="connsiteX2224" fmla="*/ 297848 w 707644"/>
              <a:gd name="connsiteY2224" fmla="*/ 206794 h 830409"/>
              <a:gd name="connsiteX2225" fmla="*/ 301562 w 707644"/>
              <a:gd name="connsiteY2225" fmla="*/ 212785 h 830409"/>
              <a:gd name="connsiteX2226" fmla="*/ 299615 w 707644"/>
              <a:gd name="connsiteY2226" fmla="*/ 211819 h 830409"/>
              <a:gd name="connsiteX2227" fmla="*/ 255500 w 707644"/>
              <a:gd name="connsiteY2227" fmla="*/ 292741 h 830409"/>
              <a:gd name="connsiteX2228" fmla="*/ 258042 w 707644"/>
              <a:gd name="connsiteY2228" fmla="*/ 295589 h 830409"/>
              <a:gd name="connsiteX2229" fmla="*/ 256653 w 707644"/>
              <a:gd name="connsiteY2229" fmla="*/ 295318 h 830409"/>
              <a:gd name="connsiteX2230" fmla="*/ 278481 w 707644"/>
              <a:gd name="connsiteY2230" fmla="*/ 241554 h 830409"/>
              <a:gd name="connsiteX2231" fmla="*/ 296485 w 707644"/>
              <a:gd name="connsiteY2231" fmla="*/ 263838 h 830409"/>
              <a:gd name="connsiteX2232" fmla="*/ 318659 w 707644"/>
              <a:gd name="connsiteY2232" fmla="*/ 293963 h 830409"/>
              <a:gd name="connsiteX2233" fmla="*/ 315044 w 707644"/>
              <a:gd name="connsiteY2233" fmla="*/ 291304 h 830409"/>
              <a:gd name="connsiteX2234" fmla="*/ 295181 w 707644"/>
              <a:gd name="connsiteY2234" fmla="*/ 266521 h 830409"/>
              <a:gd name="connsiteX2235" fmla="*/ 278878 w 707644"/>
              <a:gd name="connsiteY2235" fmla="*/ 243390 h 830409"/>
              <a:gd name="connsiteX2236" fmla="*/ 328047 w 707644"/>
              <a:gd name="connsiteY2236" fmla="*/ 135999 h 830409"/>
              <a:gd name="connsiteX2237" fmla="*/ 335324 w 707644"/>
              <a:gd name="connsiteY2237" fmla="*/ 143840 h 830409"/>
              <a:gd name="connsiteX2238" fmla="*/ 338643 w 707644"/>
              <a:gd name="connsiteY2238" fmla="*/ 151213 h 830409"/>
              <a:gd name="connsiteX2239" fmla="*/ 107454 w 707644"/>
              <a:gd name="connsiteY2239" fmla="*/ 594144 h 830409"/>
              <a:gd name="connsiteX2240" fmla="*/ 137588 w 707644"/>
              <a:gd name="connsiteY2240" fmla="*/ 625881 h 830409"/>
              <a:gd name="connsiteX2241" fmla="*/ 139665 w 707644"/>
              <a:gd name="connsiteY2241" fmla="*/ 630406 h 830409"/>
              <a:gd name="connsiteX2242" fmla="*/ 201937 w 707644"/>
              <a:gd name="connsiteY2242" fmla="*/ 394817 h 830409"/>
              <a:gd name="connsiteX2243" fmla="*/ 209269 w 707644"/>
              <a:gd name="connsiteY2243" fmla="*/ 401591 h 830409"/>
              <a:gd name="connsiteX2244" fmla="*/ 222507 w 707644"/>
              <a:gd name="connsiteY2244" fmla="*/ 416752 h 830409"/>
              <a:gd name="connsiteX2245" fmla="*/ 232726 w 707644"/>
              <a:gd name="connsiteY2245" fmla="*/ 429185 h 830409"/>
              <a:gd name="connsiteX2246" fmla="*/ 270080 w 707644"/>
              <a:gd name="connsiteY2246" fmla="*/ 473023 h 830409"/>
              <a:gd name="connsiteX2247" fmla="*/ 307915 w 707644"/>
              <a:gd name="connsiteY2247" fmla="*/ 527371 h 830409"/>
              <a:gd name="connsiteX2248" fmla="*/ 308396 w 707644"/>
              <a:gd name="connsiteY2248" fmla="*/ 528145 h 830409"/>
              <a:gd name="connsiteX2249" fmla="*/ 291610 w 707644"/>
              <a:gd name="connsiteY2249" fmla="*/ 518841 h 830409"/>
              <a:gd name="connsiteX2250" fmla="*/ 265960 w 707644"/>
              <a:gd name="connsiteY2250" fmla="*/ 481611 h 830409"/>
              <a:gd name="connsiteX2251" fmla="*/ 247384 w 707644"/>
              <a:gd name="connsiteY2251" fmla="*/ 460657 h 830409"/>
              <a:gd name="connsiteX2252" fmla="*/ 239848 w 707644"/>
              <a:gd name="connsiteY2252" fmla="*/ 447955 h 830409"/>
              <a:gd name="connsiteX2253" fmla="*/ 205466 w 707644"/>
              <a:gd name="connsiteY2253" fmla="*/ 400213 h 830409"/>
              <a:gd name="connsiteX2254" fmla="*/ 249638 w 707644"/>
              <a:gd name="connsiteY2254" fmla="*/ 293947 h 830409"/>
              <a:gd name="connsiteX2255" fmla="*/ 249865 w 707644"/>
              <a:gd name="connsiteY2255" fmla="*/ 293991 h 830409"/>
              <a:gd name="connsiteX2256" fmla="*/ 260508 w 707644"/>
              <a:gd name="connsiteY2256" fmla="*/ 307670 h 830409"/>
              <a:gd name="connsiteX2257" fmla="*/ 265599 w 707644"/>
              <a:gd name="connsiteY2257" fmla="*/ 315318 h 830409"/>
              <a:gd name="connsiteX2258" fmla="*/ 267331 w 707644"/>
              <a:gd name="connsiteY2258" fmla="*/ 319190 h 830409"/>
              <a:gd name="connsiteX2259" fmla="*/ 262295 w 707644"/>
              <a:gd name="connsiteY2259" fmla="*/ 313238 h 830409"/>
              <a:gd name="connsiteX2260" fmla="*/ 252413 w 707644"/>
              <a:gd name="connsiteY2260" fmla="*/ 298314 h 830409"/>
              <a:gd name="connsiteX2261" fmla="*/ 195981 w 707644"/>
              <a:gd name="connsiteY2261" fmla="*/ 405311 h 830409"/>
              <a:gd name="connsiteX2262" fmla="*/ 196523 w 707644"/>
              <a:gd name="connsiteY2262" fmla="*/ 405833 h 830409"/>
              <a:gd name="connsiteX2263" fmla="*/ 206475 w 707644"/>
              <a:gd name="connsiteY2263" fmla="*/ 418601 h 830409"/>
              <a:gd name="connsiteX2264" fmla="*/ 260929 w 707644"/>
              <a:gd name="connsiteY2264" fmla="*/ 490921 h 830409"/>
              <a:gd name="connsiteX2265" fmla="*/ 261989 w 707644"/>
              <a:gd name="connsiteY2265" fmla="*/ 492382 h 830409"/>
              <a:gd name="connsiteX2266" fmla="*/ 268853 w 707644"/>
              <a:gd name="connsiteY2266" fmla="*/ 504381 h 830409"/>
              <a:gd name="connsiteX2267" fmla="*/ 266131 w 707644"/>
              <a:gd name="connsiteY2267" fmla="*/ 502636 h 830409"/>
              <a:gd name="connsiteX2268" fmla="*/ 266057 w 707644"/>
              <a:gd name="connsiteY2268" fmla="*/ 502539 h 830409"/>
              <a:gd name="connsiteX2269" fmla="*/ 209617 w 707644"/>
              <a:gd name="connsiteY2269" fmla="*/ 422887 h 830409"/>
              <a:gd name="connsiteX2270" fmla="*/ 298489 w 707644"/>
              <a:gd name="connsiteY2270" fmla="*/ 181906 h 830409"/>
              <a:gd name="connsiteX2271" fmla="*/ 307373 w 707644"/>
              <a:gd name="connsiteY2271" fmla="*/ 190412 h 830409"/>
              <a:gd name="connsiteX2272" fmla="*/ 323789 w 707644"/>
              <a:gd name="connsiteY2272" fmla="*/ 213797 h 830409"/>
              <a:gd name="connsiteX2273" fmla="*/ 334118 w 707644"/>
              <a:gd name="connsiteY2273" fmla="*/ 228929 h 830409"/>
              <a:gd name="connsiteX2274" fmla="*/ 332911 w 707644"/>
              <a:gd name="connsiteY2274" fmla="*/ 228331 h 830409"/>
              <a:gd name="connsiteX2275" fmla="*/ 303130 w 707644"/>
              <a:gd name="connsiteY2275" fmla="*/ 189771 h 830409"/>
              <a:gd name="connsiteX2276" fmla="*/ 299522 w 707644"/>
              <a:gd name="connsiteY2276" fmla="*/ 183494 h 830409"/>
              <a:gd name="connsiteX2277" fmla="*/ 102120 w 707644"/>
              <a:gd name="connsiteY2277" fmla="*/ 588140 h 830409"/>
              <a:gd name="connsiteX2278" fmla="*/ 107454 w 707644"/>
              <a:gd name="connsiteY2278" fmla="*/ 594144 h 830409"/>
              <a:gd name="connsiteX2279" fmla="*/ 103221 w 707644"/>
              <a:gd name="connsiteY2279" fmla="*/ 589686 h 830409"/>
              <a:gd name="connsiteX2280" fmla="*/ 295094 w 707644"/>
              <a:gd name="connsiteY2280" fmla="*/ 178655 h 830409"/>
              <a:gd name="connsiteX2281" fmla="*/ 297301 w 707644"/>
              <a:gd name="connsiteY2281" fmla="*/ 180080 h 830409"/>
              <a:gd name="connsiteX2282" fmla="*/ 298489 w 707644"/>
              <a:gd name="connsiteY2282" fmla="*/ 181906 h 830409"/>
              <a:gd name="connsiteX2283" fmla="*/ 281850 w 707644"/>
              <a:gd name="connsiteY2283" fmla="*/ 203010 h 830409"/>
              <a:gd name="connsiteX2284" fmla="*/ 299615 w 707644"/>
              <a:gd name="connsiteY2284" fmla="*/ 211819 h 830409"/>
              <a:gd name="connsiteX2285" fmla="*/ 308300 w 707644"/>
              <a:gd name="connsiteY2285" fmla="*/ 236523 h 830409"/>
              <a:gd name="connsiteX2286" fmla="*/ 303915 w 707644"/>
              <a:gd name="connsiteY2286" fmla="*/ 231216 h 830409"/>
              <a:gd name="connsiteX2287" fmla="*/ 175887 w 707644"/>
              <a:gd name="connsiteY2287" fmla="*/ 419847 h 830409"/>
              <a:gd name="connsiteX2288" fmla="*/ 180976 w 707644"/>
              <a:gd name="connsiteY2288" fmla="*/ 426199 h 830409"/>
              <a:gd name="connsiteX2289" fmla="*/ 218900 w 707644"/>
              <a:gd name="connsiteY2289" fmla="*/ 469598 h 830409"/>
              <a:gd name="connsiteX2290" fmla="*/ 223171 w 707644"/>
              <a:gd name="connsiteY2290" fmla="*/ 475103 h 830409"/>
              <a:gd name="connsiteX2291" fmla="*/ 212391 w 707644"/>
              <a:gd name="connsiteY2291" fmla="*/ 468195 h 830409"/>
              <a:gd name="connsiteX2292" fmla="*/ 183134 w 707644"/>
              <a:gd name="connsiteY2292" fmla="*/ 431491 h 830409"/>
              <a:gd name="connsiteX2293" fmla="*/ 280137 w 707644"/>
              <a:gd name="connsiteY2293" fmla="*/ 200820 h 830409"/>
              <a:gd name="connsiteX2294" fmla="*/ 281850 w 707644"/>
              <a:gd name="connsiteY2294" fmla="*/ 203010 h 830409"/>
              <a:gd name="connsiteX2295" fmla="*/ 281302 w 707644"/>
              <a:gd name="connsiteY2295" fmla="*/ 202738 h 830409"/>
              <a:gd name="connsiteX2296" fmla="*/ 223910 w 707644"/>
              <a:gd name="connsiteY2296" fmla="*/ 316394 h 830409"/>
              <a:gd name="connsiteX2297" fmla="*/ 266620 w 707644"/>
              <a:gd name="connsiteY2297" fmla="*/ 370764 h 830409"/>
              <a:gd name="connsiteX2298" fmla="*/ 270633 w 707644"/>
              <a:gd name="connsiteY2298" fmla="*/ 376528 h 830409"/>
              <a:gd name="connsiteX2299" fmla="*/ 278660 w 707644"/>
              <a:gd name="connsiteY2299" fmla="*/ 386091 h 830409"/>
              <a:gd name="connsiteX2300" fmla="*/ 288599 w 707644"/>
              <a:gd name="connsiteY2300" fmla="*/ 398744 h 830409"/>
              <a:gd name="connsiteX2301" fmla="*/ 290035 w 707644"/>
              <a:gd name="connsiteY2301" fmla="*/ 409146 h 830409"/>
              <a:gd name="connsiteX2302" fmla="*/ 271333 w 707644"/>
              <a:gd name="connsiteY2302" fmla="*/ 390752 h 830409"/>
              <a:gd name="connsiteX2303" fmla="*/ 262513 w 707644"/>
              <a:gd name="connsiteY2303" fmla="*/ 379197 h 830409"/>
              <a:gd name="connsiteX2304" fmla="*/ 241517 w 707644"/>
              <a:gd name="connsiteY2304" fmla="*/ 352570 h 830409"/>
              <a:gd name="connsiteX2305" fmla="*/ 235303 w 707644"/>
              <a:gd name="connsiteY2305" fmla="*/ 338969 h 830409"/>
              <a:gd name="connsiteX2306" fmla="*/ 325312 w 707644"/>
              <a:gd name="connsiteY2306" fmla="*/ 98455 h 830409"/>
              <a:gd name="connsiteX2307" fmla="*/ 329709 w 707644"/>
              <a:gd name="connsiteY2307" fmla="*/ 101039 h 830409"/>
              <a:gd name="connsiteX2308" fmla="*/ 342055 w 707644"/>
              <a:gd name="connsiteY2308" fmla="*/ 108909 h 830409"/>
              <a:gd name="connsiteX2309" fmla="*/ 384397 w 707644"/>
              <a:gd name="connsiteY2309" fmla="*/ 168676 h 830409"/>
              <a:gd name="connsiteX2310" fmla="*/ 424116 w 707644"/>
              <a:gd name="connsiteY2310" fmla="*/ 230395 h 830409"/>
              <a:gd name="connsiteX2311" fmla="*/ 405495 w 707644"/>
              <a:gd name="connsiteY2311" fmla="*/ 205099 h 830409"/>
              <a:gd name="connsiteX2312" fmla="*/ 375809 w 707644"/>
              <a:gd name="connsiteY2312" fmla="*/ 164556 h 830409"/>
              <a:gd name="connsiteX2313" fmla="*/ 341738 w 707644"/>
              <a:gd name="connsiteY2313" fmla="*/ 122351 h 830409"/>
              <a:gd name="connsiteX2314" fmla="*/ 339472 w 707644"/>
              <a:gd name="connsiteY2314" fmla="*/ 118508 h 830409"/>
              <a:gd name="connsiteX2315" fmla="*/ 329167 w 707644"/>
              <a:gd name="connsiteY2315" fmla="*/ 103345 h 830409"/>
              <a:gd name="connsiteX2316" fmla="*/ 208226 w 707644"/>
              <a:gd name="connsiteY2316" fmla="*/ 337704 h 830409"/>
              <a:gd name="connsiteX2317" fmla="*/ 217670 w 707644"/>
              <a:gd name="connsiteY2317" fmla="*/ 345597 h 830409"/>
              <a:gd name="connsiteX2318" fmla="*/ 223797 w 707644"/>
              <a:gd name="connsiteY2318" fmla="*/ 352024 h 830409"/>
              <a:gd name="connsiteX2319" fmla="*/ 229869 w 707644"/>
              <a:gd name="connsiteY2319" fmla="*/ 358652 h 830409"/>
              <a:gd name="connsiteX2320" fmla="*/ 234010 w 707644"/>
              <a:gd name="connsiteY2320" fmla="*/ 363841 h 830409"/>
              <a:gd name="connsiteX2321" fmla="*/ 219847 w 707644"/>
              <a:gd name="connsiteY2321" fmla="*/ 311221 h 830409"/>
              <a:gd name="connsiteX2322" fmla="*/ 222796 w 707644"/>
              <a:gd name="connsiteY2322" fmla="*/ 314187 h 830409"/>
              <a:gd name="connsiteX2323" fmla="*/ 223910 w 707644"/>
              <a:gd name="connsiteY2323" fmla="*/ 316394 h 830409"/>
              <a:gd name="connsiteX2324" fmla="*/ 91911 w 707644"/>
              <a:gd name="connsiteY2324" fmla="*/ 577775 h 830409"/>
              <a:gd name="connsiteX2325" fmla="*/ 103221 w 707644"/>
              <a:gd name="connsiteY2325" fmla="*/ 589686 h 830409"/>
              <a:gd name="connsiteX2326" fmla="*/ 118976 w 707644"/>
              <a:gd name="connsiteY2326" fmla="*/ 611819 h 830409"/>
              <a:gd name="connsiteX2327" fmla="*/ 126516 w 707644"/>
              <a:gd name="connsiteY2327" fmla="*/ 622741 h 830409"/>
              <a:gd name="connsiteX2328" fmla="*/ 111328 w 707644"/>
              <a:gd name="connsiteY2328" fmla="*/ 604150 h 830409"/>
              <a:gd name="connsiteX2329" fmla="*/ 251133 w 707644"/>
              <a:gd name="connsiteY2329" fmla="*/ 245890 h 830409"/>
              <a:gd name="connsiteX2330" fmla="*/ 283778 w 707644"/>
              <a:gd name="connsiteY2330" fmla="*/ 268306 h 830409"/>
              <a:gd name="connsiteX2331" fmla="*/ 283999 w 707644"/>
              <a:gd name="connsiteY2331" fmla="*/ 268469 h 830409"/>
              <a:gd name="connsiteX2332" fmla="*/ 286440 w 707644"/>
              <a:gd name="connsiteY2332" fmla="*/ 280850 h 830409"/>
              <a:gd name="connsiteX2333" fmla="*/ 288077 w 707644"/>
              <a:gd name="connsiteY2333" fmla="*/ 290857 h 830409"/>
              <a:gd name="connsiteX2334" fmla="*/ 271444 w 707644"/>
              <a:gd name="connsiteY2334" fmla="*/ 272405 h 830409"/>
              <a:gd name="connsiteX2335" fmla="*/ 264347 w 707644"/>
              <a:gd name="connsiteY2335" fmla="*/ 264994 h 830409"/>
              <a:gd name="connsiteX2336" fmla="*/ 310146 w 707644"/>
              <a:gd name="connsiteY2336" fmla="*/ 116372 h 830409"/>
              <a:gd name="connsiteX2337" fmla="*/ 319815 w 707644"/>
              <a:gd name="connsiteY2337" fmla="*/ 127128 h 830409"/>
              <a:gd name="connsiteX2338" fmla="*/ 344761 w 707644"/>
              <a:gd name="connsiteY2338" fmla="*/ 165086 h 830409"/>
              <a:gd name="connsiteX2339" fmla="*/ 359329 w 707644"/>
              <a:gd name="connsiteY2339" fmla="*/ 198908 h 830409"/>
              <a:gd name="connsiteX2340" fmla="*/ 365493 w 707644"/>
              <a:gd name="connsiteY2340" fmla="*/ 210864 h 830409"/>
              <a:gd name="connsiteX2341" fmla="*/ 353161 w 707644"/>
              <a:gd name="connsiteY2341" fmla="*/ 197721 h 830409"/>
              <a:gd name="connsiteX2342" fmla="*/ 332048 w 707644"/>
              <a:gd name="connsiteY2342" fmla="*/ 173950 h 830409"/>
              <a:gd name="connsiteX2343" fmla="*/ 321232 w 707644"/>
              <a:gd name="connsiteY2343" fmla="*/ 161383 h 830409"/>
              <a:gd name="connsiteX2344" fmla="*/ 315695 w 707644"/>
              <a:gd name="connsiteY2344" fmla="*/ 135716 h 830409"/>
              <a:gd name="connsiteX2345" fmla="*/ 268528 w 707644"/>
              <a:gd name="connsiteY2345" fmla="*/ 196404 h 830409"/>
              <a:gd name="connsiteX2346" fmla="*/ 281302 w 707644"/>
              <a:gd name="connsiteY2346" fmla="*/ 202738 h 830409"/>
              <a:gd name="connsiteX2347" fmla="*/ 300258 w 707644"/>
              <a:gd name="connsiteY2347" fmla="*/ 233955 h 830409"/>
              <a:gd name="connsiteX2348" fmla="*/ 305047 w 707644"/>
              <a:gd name="connsiteY2348" fmla="*/ 247078 h 830409"/>
              <a:gd name="connsiteX2349" fmla="*/ 304726 w 707644"/>
              <a:gd name="connsiteY2349" fmla="*/ 246662 h 830409"/>
              <a:gd name="connsiteX2350" fmla="*/ 278115 w 707644"/>
              <a:gd name="connsiteY2350" fmla="*/ 218024 h 830409"/>
              <a:gd name="connsiteX2351" fmla="*/ 272142 w 707644"/>
              <a:gd name="connsiteY2351" fmla="*/ 212293 h 830409"/>
              <a:gd name="connsiteX2352" fmla="*/ 222366 w 707644"/>
              <a:gd name="connsiteY2352" fmla="*/ 288619 h 830409"/>
              <a:gd name="connsiteX2353" fmla="*/ 243774 w 707644"/>
              <a:gd name="connsiteY2353" fmla="*/ 292801 h 830409"/>
              <a:gd name="connsiteX2354" fmla="*/ 261501 w 707644"/>
              <a:gd name="connsiteY2354" fmla="*/ 315207 h 830409"/>
              <a:gd name="connsiteX2355" fmla="*/ 271328 w 707644"/>
              <a:gd name="connsiteY2355" fmla="*/ 328124 h 830409"/>
              <a:gd name="connsiteX2356" fmla="*/ 272853 w 707644"/>
              <a:gd name="connsiteY2356" fmla="*/ 331534 h 830409"/>
              <a:gd name="connsiteX2357" fmla="*/ 284077 w 707644"/>
              <a:gd name="connsiteY2357" fmla="*/ 359708 h 830409"/>
              <a:gd name="connsiteX2358" fmla="*/ 284129 w 707644"/>
              <a:gd name="connsiteY2358" fmla="*/ 360217 h 830409"/>
              <a:gd name="connsiteX2359" fmla="*/ 238402 w 707644"/>
              <a:gd name="connsiteY2359" fmla="*/ 313725 h 830409"/>
              <a:gd name="connsiteX2360" fmla="*/ 236582 w 707644"/>
              <a:gd name="connsiteY2360" fmla="*/ 310857 h 830409"/>
              <a:gd name="connsiteX2361" fmla="*/ 282449 w 707644"/>
              <a:gd name="connsiteY2361" fmla="*/ 162995 h 830409"/>
              <a:gd name="connsiteX2362" fmla="*/ 303130 w 707644"/>
              <a:gd name="connsiteY2362" fmla="*/ 189771 h 830409"/>
              <a:gd name="connsiteX2363" fmla="*/ 322253 w 707644"/>
              <a:gd name="connsiteY2363" fmla="*/ 223045 h 830409"/>
              <a:gd name="connsiteX2364" fmla="*/ 316548 w 707644"/>
              <a:gd name="connsiteY2364" fmla="*/ 220217 h 830409"/>
              <a:gd name="connsiteX2365" fmla="*/ 291293 w 707644"/>
              <a:gd name="connsiteY2365" fmla="*/ 188150 h 830409"/>
              <a:gd name="connsiteX2366" fmla="*/ 214075 w 707644"/>
              <a:gd name="connsiteY2366" fmla="*/ 304220 h 830409"/>
              <a:gd name="connsiteX2367" fmla="*/ 217017 w 707644"/>
              <a:gd name="connsiteY2367" fmla="*/ 307619 h 830409"/>
              <a:gd name="connsiteX2368" fmla="*/ 219847 w 707644"/>
              <a:gd name="connsiteY2368" fmla="*/ 311221 h 830409"/>
              <a:gd name="connsiteX2369" fmla="*/ 219031 w 707644"/>
              <a:gd name="connsiteY2369" fmla="*/ 310401 h 830409"/>
              <a:gd name="connsiteX2370" fmla="*/ 215628 w 707644"/>
              <a:gd name="connsiteY2370" fmla="*/ 307111 h 830409"/>
              <a:gd name="connsiteX2371" fmla="*/ 215519 w 707644"/>
              <a:gd name="connsiteY2371" fmla="*/ 299767 h 830409"/>
              <a:gd name="connsiteX2372" fmla="*/ 234440 w 707644"/>
              <a:gd name="connsiteY2372" fmla="*/ 322370 h 830409"/>
              <a:gd name="connsiteX2373" fmla="*/ 239998 w 707644"/>
              <a:gd name="connsiteY2373" fmla="*/ 331482 h 830409"/>
              <a:gd name="connsiteX2374" fmla="*/ 222796 w 707644"/>
              <a:gd name="connsiteY2374" fmla="*/ 314187 h 830409"/>
              <a:gd name="connsiteX2375" fmla="*/ 199881 w 707644"/>
              <a:gd name="connsiteY2375" fmla="*/ 331955 h 830409"/>
              <a:gd name="connsiteX2376" fmla="*/ 207886 w 707644"/>
              <a:gd name="connsiteY2376" fmla="*/ 337470 h 830409"/>
              <a:gd name="connsiteX2377" fmla="*/ 221282 w 707644"/>
              <a:gd name="connsiteY2377" fmla="*/ 354532 h 830409"/>
              <a:gd name="connsiteX2378" fmla="*/ 257455 w 707644"/>
              <a:gd name="connsiteY2378" fmla="*/ 393877 h 830409"/>
              <a:gd name="connsiteX2379" fmla="*/ 277650 w 707644"/>
              <a:gd name="connsiteY2379" fmla="*/ 437026 h 830409"/>
              <a:gd name="connsiteX2380" fmla="*/ 286405 w 707644"/>
              <a:gd name="connsiteY2380" fmla="*/ 458723 h 830409"/>
              <a:gd name="connsiteX2381" fmla="*/ 266171 w 707644"/>
              <a:gd name="connsiteY2381" fmla="*/ 432608 h 830409"/>
              <a:gd name="connsiteX2382" fmla="*/ 233604 w 707644"/>
              <a:gd name="connsiteY2382" fmla="*/ 390787 h 830409"/>
              <a:gd name="connsiteX2383" fmla="*/ 205580 w 707644"/>
              <a:gd name="connsiteY2383" fmla="*/ 342365 h 830409"/>
              <a:gd name="connsiteX2384" fmla="*/ 99721 w 707644"/>
              <a:gd name="connsiteY2384" fmla="*/ 539974 h 830409"/>
              <a:gd name="connsiteX2385" fmla="*/ 100210 w 707644"/>
              <a:gd name="connsiteY2385" fmla="*/ 540355 h 830409"/>
              <a:gd name="connsiteX2386" fmla="*/ 138009 w 707644"/>
              <a:gd name="connsiteY2386" fmla="*/ 567744 h 830409"/>
              <a:gd name="connsiteX2387" fmla="*/ 139914 w 707644"/>
              <a:gd name="connsiteY2387" fmla="*/ 570805 h 830409"/>
              <a:gd name="connsiteX2388" fmla="*/ 113813 w 707644"/>
              <a:gd name="connsiteY2388" fmla="*/ 556520 h 830409"/>
              <a:gd name="connsiteX2389" fmla="*/ 103128 w 707644"/>
              <a:gd name="connsiteY2389" fmla="*/ 548560 h 830409"/>
              <a:gd name="connsiteX2390" fmla="*/ 306761 w 707644"/>
              <a:gd name="connsiteY2390" fmla="*/ 104570 h 830409"/>
              <a:gd name="connsiteX2391" fmla="*/ 317982 w 707644"/>
              <a:gd name="connsiteY2391" fmla="*/ 121548 h 830409"/>
              <a:gd name="connsiteX2392" fmla="*/ 328047 w 707644"/>
              <a:gd name="connsiteY2392" fmla="*/ 135999 h 830409"/>
              <a:gd name="connsiteX2393" fmla="*/ 319815 w 707644"/>
              <a:gd name="connsiteY2393" fmla="*/ 127128 h 830409"/>
              <a:gd name="connsiteX2394" fmla="*/ 309370 w 707644"/>
              <a:gd name="connsiteY2394" fmla="*/ 113666 h 830409"/>
              <a:gd name="connsiteX2395" fmla="*/ 199835 w 707644"/>
              <a:gd name="connsiteY2395" fmla="*/ 327216 h 830409"/>
              <a:gd name="connsiteX2396" fmla="*/ 205129 w 707644"/>
              <a:gd name="connsiteY2396" fmla="*/ 332610 h 830409"/>
              <a:gd name="connsiteX2397" fmla="*/ 208226 w 707644"/>
              <a:gd name="connsiteY2397" fmla="*/ 337704 h 830409"/>
              <a:gd name="connsiteX2398" fmla="*/ 207886 w 707644"/>
              <a:gd name="connsiteY2398" fmla="*/ 337470 h 830409"/>
              <a:gd name="connsiteX2399" fmla="*/ 200568 w 707644"/>
              <a:gd name="connsiteY2399" fmla="*/ 325109 h 830409"/>
              <a:gd name="connsiteX2400" fmla="*/ 243864 w 707644"/>
              <a:gd name="connsiteY2400" fmla="*/ 364839 h 830409"/>
              <a:gd name="connsiteX2401" fmla="*/ 246654 w 707644"/>
              <a:gd name="connsiteY2401" fmla="*/ 370799 h 830409"/>
              <a:gd name="connsiteX2402" fmla="*/ 237027 w 707644"/>
              <a:gd name="connsiteY2402" fmla="*/ 361773 h 830409"/>
              <a:gd name="connsiteX2403" fmla="*/ 217670 w 707644"/>
              <a:gd name="connsiteY2403" fmla="*/ 345597 h 830409"/>
              <a:gd name="connsiteX2404" fmla="*/ 210811 w 707644"/>
              <a:gd name="connsiteY2404" fmla="*/ 338401 h 830409"/>
              <a:gd name="connsiteX2405" fmla="*/ 205129 w 707644"/>
              <a:gd name="connsiteY2405" fmla="*/ 332610 h 830409"/>
              <a:gd name="connsiteX2406" fmla="*/ 326172 w 707644"/>
              <a:gd name="connsiteY2406" fmla="*/ 59283 h 830409"/>
              <a:gd name="connsiteX2407" fmla="*/ 346171 w 707644"/>
              <a:gd name="connsiteY2407" fmla="*/ 85553 h 830409"/>
              <a:gd name="connsiteX2408" fmla="*/ 380138 w 707644"/>
              <a:gd name="connsiteY2408" fmla="*/ 133557 h 830409"/>
              <a:gd name="connsiteX2409" fmla="*/ 377636 w 707644"/>
              <a:gd name="connsiteY2409" fmla="*/ 131926 h 830409"/>
              <a:gd name="connsiteX2410" fmla="*/ 214083 w 707644"/>
              <a:gd name="connsiteY2410" fmla="*/ 288998 h 830409"/>
              <a:gd name="connsiteX2411" fmla="*/ 238402 w 707644"/>
              <a:gd name="connsiteY2411" fmla="*/ 313725 h 830409"/>
              <a:gd name="connsiteX2412" fmla="*/ 263873 w 707644"/>
              <a:gd name="connsiteY2412" fmla="*/ 353836 h 830409"/>
              <a:gd name="connsiteX2413" fmla="*/ 268427 w 707644"/>
              <a:gd name="connsiteY2413" fmla="*/ 361022 h 830409"/>
              <a:gd name="connsiteX2414" fmla="*/ 253163 w 707644"/>
              <a:gd name="connsiteY2414" fmla="*/ 344719 h 830409"/>
              <a:gd name="connsiteX2415" fmla="*/ 253066 w 707644"/>
              <a:gd name="connsiteY2415" fmla="*/ 344621 h 830409"/>
              <a:gd name="connsiteX2416" fmla="*/ 234440 w 707644"/>
              <a:gd name="connsiteY2416" fmla="*/ 322370 h 830409"/>
              <a:gd name="connsiteX2417" fmla="*/ 271853 w 707644"/>
              <a:gd name="connsiteY2417" fmla="*/ 164862 h 830409"/>
              <a:gd name="connsiteX2418" fmla="*/ 281522 w 707644"/>
              <a:gd name="connsiteY2418" fmla="*/ 175744 h 830409"/>
              <a:gd name="connsiteX2419" fmla="*/ 291293 w 707644"/>
              <a:gd name="connsiteY2419" fmla="*/ 188150 h 830409"/>
              <a:gd name="connsiteX2420" fmla="*/ 297848 w 707644"/>
              <a:gd name="connsiteY2420" fmla="*/ 206794 h 830409"/>
              <a:gd name="connsiteX2421" fmla="*/ 207374 w 707644"/>
              <a:gd name="connsiteY2421" fmla="*/ 299128 h 830409"/>
              <a:gd name="connsiteX2422" fmla="*/ 215628 w 707644"/>
              <a:gd name="connsiteY2422" fmla="*/ 307111 h 830409"/>
              <a:gd name="connsiteX2423" fmla="*/ 225054 w 707644"/>
              <a:gd name="connsiteY2423" fmla="*/ 324648 h 830409"/>
              <a:gd name="connsiteX2424" fmla="*/ 233163 w 707644"/>
              <a:gd name="connsiteY2424" fmla="*/ 341974 h 830409"/>
              <a:gd name="connsiteX2425" fmla="*/ 229522 w 707644"/>
              <a:gd name="connsiteY2425" fmla="*/ 337356 h 830409"/>
              <a:gd name="connsiteX2426" fmla="*/ 211650 w 707644"/>
              <a:gd name="connsiteY2426" fmla="*/ 286525 h 830409"/>
              <a:gd name="connsiteX2427" fmla="*/ 212756 w 707644"/>
              <a:gd name="connsiteY2427" fmla="*/ 286741 h 830409"/>
              <a:gd name="connsiteX2428" fmla="*/ 213373 w 707644"/>
              <a:gd name="connsiteY2428" fmla="*/ 287835 h 830409"/>
              <a:gd name="connsiteX2429" fmla="*/ 214083 w 707644"/>
              <a:gd name="connsiteY2429" fmla="*/ 288998 h 830409"/>
              <a:gd name="connsiteX2430" fmla="*/ 263821 w 707644"/>
              <a:gd name="connsiteY2430" fmla="*/ 175708 h 830409"/>
              <a:gd name="connsiteX2431" fmla="*/ 276971 w 707644"/>
              <a:gd name="connsiteY2431" fmla="*/ 195607 h 830409"/>
              <a:gd name="connsiteX2432" fmla="*/ 280137 w 707644"/>
              <a:gd name="connsiteY2432" fmla="*/ 200820 h 830409"/>
              <a:gd name="connsiteX2433" fmla="*/ 273125 w 707644"/>
              <a:gd name="connsiteY2433" fmla="*/ 191856 h 830409"/>
              <a:gd name="connsiteX2434" fmla="*/ 265580 w 707644"/>
              <a:gd name="connsiteY2434" fmla="*/ 183440 h 830409"/>
              <a:gd name="connsiteX2435" fmla="*/ 303761 w 707644"/>
              <a:gd name="connsiteY2435" fmla="*/ 85793 h 830409"/>
              <a:gd name="connsiteX2436" fmla="*/ 319863 w 707644"/>
              <a:gd name="connsiteY2436" fmla="*/ 95254 h 830409"/>
              <a:gd name="connsiteX2437" fmla="*/ 341738 w 707644"/>
              <a:gd name="connsiteY2437" fmla="*/ 122351 h 830409"/>
              <a:gd name="connsiteX2438" fmla="*/ 349187 w 707644"/>
              <a:gd name="connsiteY2438" fmla="*/ 134984 h 830409"/>
              <a:gd name="connsiteX2439" fmla="*/ 384848 w 707644"/>
              <a:gd name="connsiteY2439" fmla="*/ 194576 h 830409"/>
              <a:gd name="connsiteX2440" fmla="*/ 390311 w 707644"/>
              <a:gd name="connsiteY2440" fmla="*/ 203092 h 830409"/>
              <a:gd name="connsiteX2441" fmla="*/ 335324 w 707644"/>
              <a:gd name="connsiteY2441" fmla="*/ 143840 h 830409"/>
              <a:gd name="connsiteX2442" fmla="*/ 323935 w 707644"/>
              <a:gd name="connsiteY2442" fmla="*/ 118540 h 830409"/>
              <a:gd name="connsiteX2443" fmla="*/ 191657 w 707644"/>
              <a:gd name="connsiteY2443" fmla="*/ 316932 h 830409"/>
              <a:gd name="connsiteX2444" fmla="*/ 192032 w 707644"/>
              <a:gd name="connsiteY2444" fmla="*/ 317277 h 830409"/>
              <a:gd name="connsiteX2445" fmla="*/ 199835 w 707644"/>
              <a:gd name="connsiteY2445" fmla="*/ 327216 h 830409"/>
              <a:gd name="connsiteX2446" fmla="*/ 194070 w 707644"/>
              <a:gd name="connsiteY2446" fmla="*/ 321340 h 830409"/>
              <a:gd name="connsiteX2447" fmla="*/ 339812 w 707644"/>
              <a:gd name="connsiteY2447" fmla="*/ 7037 h 830409"/>
              <a:gd name="connsiteX2448" fmla="*/ 344777 w 707644"/>
              <a:gd name="connsiteY2448" fmla="*/ 5773 h 830409"/>
              <a:gd name="connsiteX2449" fmla="*/ 369534 w 707644"/>
              <a:gd name="connsiteY2449" fmla="*/ 3706 h 830409"/>
              <a:gd name="connsiteX2450" fmla="*/ 383457 w 707644"/>
              <a:gd name="connsiteY2450" fmla="*/ 22972 h 830409"/>
              <a:gd name="connsiteX2451" fmla="*/ 408074 w 707644"/>
              <a:gd name="connsiteY2451" fmla="*/ 53262 h 830409"/>
              <a:gd name="connsiteX2452" fmla="*/ 456105 w 707644"/>
              <a:gd name="connsiteY2452" fmla="*/ 101680 h 830409"/>
              <a:gd name="connsiteX2453" fmla="*/ 504287 w 707644"/>
              <a:gd name="connsiteY2453" fmla="*/ 218001 h 830409"/>
              <a:gd name="connsiteX2454" fmla="*/ 462966 w 707644"/>
              <a:gd name="connsiteY2454" fmla="*/ 168591 h 830409"/>
              <a:gd name="connsiteX2455" fmla="*/ 413238 w 707644"/>
              <a:gd name="connsiteY2455" fmla="*/ 108562 h 830409"/>
              <a:gd name="connsiteX2456" fmla="*/ 368559 w 707644"/>
              <a:gd name="connsiteY2456" fmla="*/ 47282 h 830409"/>
              <a:gd name="connsiteX2457" fmla="*/ 185776 w 707644"/>
              <a:gd name="connsiteY2457" fmla="*/ 322830 h 830409"/>
              <a:gd name="connsiteX2458" fmla="*/ 194207 w 707644"/>
              <a:gd name="connsiteY2458" fmla="*/ 328284 h 830409"/>
              <a:gd name="connsiteX2459" fmla="*/ 221877 w 707644"/>
              <a:gd name="connsiteY2459" fmla="*/ 375736 h 830409"/>
              <a:gd name="connsiteX2460" fmla="*/ 195289 w 707644"/>
              <a:gd name="connsiteY2460" fmla="*/ 341717 h 830409"/>
              <a:gd name="connsiteX2461" fmla="*/ 299298 w 707644"/>
              <a:gd name="connsiteY2461" fmla="*/ 78549 h 830409"/>
              <a:gd name="connsiteX2462" fmla="*/ 303761 w 707644"/>
              <a:gd name="connsiteY2462" fmla="*/ 85793 h 830409"/>
              <a:gd name="connsiteX2463" fmla="*/ 300892 w 707644"/>
              <a:gd name="connsiteY2463" fmla="*/ 84108 h 830409"/>
              <a:gd name="connsiteX2464" fmla="*/ 184429 w 707644"/>
              <a:gd name="connsiteY2464" fmla="*/ 311514 h 830409"/>
              <a:gd name="connsiteX2465" fmla="*/ 194070 w 707644"/>
              <a:gd name="connsiteY2465" fmla="*/ 321340 h 830409"/>
              <a:gd name="connsiteX2466" fmla="*/ 199881 w 707644"/>
              <a:gd name="connsiteY2466" fmla="*/ 331955 h 830409"/>
              <a:gd name="connsiteX2467" fmla="*/ 199851 w 707644"/>
              <a:gd name="connsiteY2467" fmla="*/ 331935 h 830409"/>
              <a:gd name="connsiteX2468" fmla="*/ 194207 w 707644"/>
              <a:gd name="connsiteY2468" fmla="*/ 328284 h 830409"/>
              <a:gd name="connsiteX2469" fmla="*/ 70479 w 707644"/>
              <a:gd name="connsiteY2469" fmla="*/ 544113 h 830409"/>
              <a:gd name="connsiteX2470" fmla="*/ 72302 w 707644"/>
              <a:gd name="connsiteY2470" fmla="*/ 546584 h 830409"/>
              <a:gd name="connsiteX2471" fmla="*/ 92572 w 707644"/>
              <a:gd name="connsiteY2471" fmla="*/ 574726 h 830409"/>
              <a:gd name="connsiteX2472" fmla="*/ 102120 w 707644"/>
              <a:gd name="connsiteY2472" fmla="*/ 588140 h 830409"/>
              <a:gd name="connsiteX2473" fmla="*/ 87732 w 707644"/>
              <a:gd name="connsiteY2473" fmla="*/ 571942 h 830409"/>
              <a:gd name="connsiteX2474" fmla="*/ 85317 w 707644"/>
              <a:gd name="connsiteY2474" fmla="*/ 568818 h 830409"/>
              <a:gd name="connsiteX2475" fmla="*/ 79809 w 707644"/>
              <a:gd name="connsiteY2475" fmla="*/ 561336 h 830409"/>
              <a:gd name="connsiteX2476" fmla="*/ 195101 w 707644"/>
              <a:gd name="connsiteY2476" fmla="*/ 275180 h 830409"/>
              <a:gd name="connsiteX2477" fmla="*/ 204409 w 707644"/>
              <a:gd name="connsiteY2477" fmla="*/ 286496 h 830409"/>
              <a:gd name="connsiteX2478" fmla="*/ 204799 w 707644"/>
              <a:gd name="connsiteY2478" fmla="*/ 286961 h 830409"/>
              <a:gd name="connsiteX2479" fmla="*/ 214075 w 707644"/>
              <a:gd name="connsiteY2479" fmla="*/ 304220 h 830409"/>
              <a:gd name="connsiteX2480" fmla="*/ 202732 w 707644"/>
              <a:gd name="connsiteY2480" fmla="*/ 291116 h 830409"/>
              <a:gd name="connsiteX2481" fmla="*/ 202624 w 707644"/>
              <a:gd name="connsiteY2481" fmla="*/ 290930 h 830409"/>
              <a:gd name="connsiteX2482" fmla="*/ 134555 w 707644"/>
              <a:gd name="connsiteY2482" fmla="*/ 400746 h 830409"/>
              <a:gd name="connsiteX2483" fmla="*/ 156641 w 707644"/>
              <a:gd name="connsiteY2483" fmla="*/ 420676 h 830409"/>
              <a:gd name="connsiteX2484" fmla="*/ 169141 w 707644"/>
              <a:gd name="connsiteY2484" fmla="*/ 436370 h 830409"/>
              <a:gd name="connsiteX2485" fmla="*/ 186606 w 707644"/>
              <a:gd name="connsiteY2485" fmla="*/ 463923 h 830409"/>
              <a:gd name="connsiteX2486" fmla="*/ 160514 w 707644"/>
              <a:gd name="connsiteY2486" fmla="*/ 443331 h 830409"/>
              <a:gd name="connsiteX2487" fmla="*/ 158785 w 707644"/>
              <a:gd name="connsiteY2487" fmla="*/ 440758 h 830409"/>
              <a:gd name="connsiteX2488" fmla="*/ 288581 w 707644"/>
              <a:gd name="connsiteY2488" fmla="*/ 77063 h 830409"/>
              <a:gd name="connsiteX2489" fmla="*/ 292270 w 707644"/>
              <a:gd name="connsiteY2489" fmla="*/ 79042 h 830409"/>
              <a:gd name="connsiteX2490" fmla="*/ 300892 w 707644"/>
              <a:gd name="connsiteY2490" fmla="*/ 84108 h 830409"/>
              <a:gd name="connsiteX2491" fmla="*/ 306761 w 707644"/>
              <a:gd name="connsiteY2491" fmla="*/ 104570 h 830409"/>
              <a:gd name="connsiteX2492" fmla="*/ 236911 w 707644"/>
              <a:gd name="connsiteY2492" fmla="*/ 180725 h 830409"/>
              <a:gd name="connsiteX2493" fmla="*/ 241731 w 707644"/>
              <a:gd name="connsiteY2493" fmla="*/ 183115 h 830409"/>
              <a:gd name="connsiteX2494" fmla="*/ 272142 w 707644"/>
              <a:gd name="connsiteY2494" fmla="*/ 212293 h 830409"/>
              <a:gd name="connsiteX2495" fmla="*/ 272485 w 707644"/>
              <a:gd name="connsiteY2495" fmla="*/ 213800 h 830409"/>
              <a:gd name="connsiteX2496" fmla="*/ 278481 w 707644"/>
              <a:gd name="connsiteY2496" fmla="*/ 241554 h 830409"/>
              <a:gd name="connsiteX2497" fmla="*/ 271450 w 707644"/>
              <a:gd name="connsiteY2497" fmla="*/ 232851 h 830409"/>
              <a:gd name="connsiteX2498" fmla="*/ 246614 w 707644"/>
              <a:gd name="connsiteY2498" fmla="*/ 197614 h 830409"/>
              <a:gd name="connsiteX2499" fmla="*/ 294150 w 707644"/>
              <a:gd name="connsiteY2499" fmla="*/ 60600 h 830409"/>
              <a:gd name="connsiteX2500" fmla="*/ 313773 w 707644"/>
              <a:gd name="connsiteY2500" fmla="*/ 83821 h 830409"/>
              <a:gd name="connsiteX2501" fmla="*/ 325312 w 707644"/>
              <a:gd name="connsiteY2501" fmla="*/ 98455 h 830409"/>
              <a:gd name="connsiteX2502" fmla="*/ 319863 w 707644"/>
              <a:gd name="connsiteY2502" fmla="*/ 95254 h 830409"/>
              <a:gd name="connsiteX2503" fmla="*/ 304563 w 707644"/>
              <a:gd name="connsiteY2503" fmla="*/ 76301 h 830409"/>
              <a:gd name="connsiteX2504" fmla="*/ 296315 w 707644"/>
              <a:gd name="connsiteY2504" fmla="*/ 68148 h 830409"/>
              <a:gd name="connsiteX2505" fmla="*/ 233312 w 707644"/>
              <a:gd name="connsiteY2505" fmla="*/ 185648 h 830409"/>
              <a:gd name="connsiteX2506" fmla="*/ 271450 w 707644"/>
              <a:gd name="connsiteY2506" fmla="*/ 232851 h 830409"/>
              <a:gd name="connsiteX2507" fmla="*/ 278878 w 707644"/>
              <a:gd name="connsiteY2507" fmla="*/ 243390 h 830409"/>
              <a:gd name="connsiteX2508" fmla="*/ 280895 w 707644"/>
              <a:gd name="connsiteY2508" fmla="*/ 252728 h 830409"/>
              <a:gd name="connsiteX2509" fmla="*/ 281544 w 707644"/>
              <a:gd name="connsiteY2509" fmla="*/ 256018 h 830409"/>
              <a:gd name="connsiteX2510" fmla="*/ 266254 w 707644"/>
              <a:gd name="connsiteY2510" fmla="*/ 238770 h 830409"/>
              <a:gd name="connsiteX2511" fmla="*/ 239802 w 707644"/>
              <a:gd name="connsiteY2511" fmla="*/ 216740 h 830409"/>
              <a:gd name="connsiteX2512" fmla="*/ 244611 w 707644"/>
              <a:gd name="connsiteY2512" fmla="*/ 217822 h 830409"/>
              <a:gd name="connsiteX2513" fmla="*/ 236381 w 707644"/>
              <a:gd name="connsiteY2513" fmla="*/ 194188 h 830409"/>
              <a:gd name="connsiteX2514" fmla="*/ 176491 w 707644"/>
              <a:gd name="connsiteY2514" fmla="*/ 303425 h 830409"/>
              <a:gd name="connsiteX2515" fmla="*/ 182169 w 707644"/>
              <a:gd name="connsiteY2515" fmla="*/ 308225 h 830409"/>
              <a:gd name="connsiteX2516" fmla="*/ 182905 w 707644"/>
              <a:gd name="connsiteY2516" fmla="*/ 308901 h 830409"/>
              <a:gd name="connsiteX2517" fmla="*/ 184429 w 707644"/>
              <a:gd name="connsiteY2517" fmla="*/ 311514 h 830409"/>
              <a:gd name="connsiteX2518" fmla="*/ 153758 w 707644"/>
              <a:gd name="connsiteY2518" fmla="*/ 350309 h 830409"/>
              <a:gd name="connsiteX2519" fmla="*/ 200873 w 707644"/>
              <a:gd name="connsiteY2519" fmla="*/ 393834 h 830409"/>
              <a:gd name="connsiteX2520" fmla="*/ 205466 w 707644"/>
              <a:gd name="connsiteY2520" fmla="*/ 400213 h 830409"/>
              <a:gd name="connsiteX2521" fmla="*/ 235698 w 707644"/>
              <a:gd name="connsiteY2521" fmla="*/ 446428 h 830409"/>
              <a:gd name="connsiteX2522" fmla="*/ 237386 w 707644"/>
              <a:gd name="connsiteY2522" fmla="*/ 449379 h 830409"/>
              <a:gd name="connsiteX2523" fmla="*/ 212022 w 707644"/>
              <a:gd name="connsiteY2523" fmla="*/ 420766 h 830409"/>
              <a:gd name="connsiteX2524" fmla="*/ 196523 w 707644"/>
              <a:gd name="connsiteY2524" fmla="*/ 405833 h 830409"/>
              <a:gd name="connsiteX2525" fmla="*/ 181716 w 707644"/>
              <a:gd name="connsiteY2525" fmla="*/ 386838 h 830409"/>
              <a:gd name="connsiteX2526" fmla="*/ 157207 w 707644"/>
              <a:gd name="connsiteY2526" fmla="*/ 355303 h 830409"/>
              <a:gd name="connsiteX2527" fmla="*/ 215724 w 707644"/>
              <a:gd name="connsiteY2527" fmla="*/ 220366 h 830409"/>
              <a:gd name="connsiteX2528" fmla="*/ 232323 w 707644"/>
              <a:gd name="connsiteY2528" fmla="*/ 232974 h 830409"/>
              <a:gd name="connsiteX2529" fmla="*/ 235474 w 707644"/>
              <a:gd name="connsiteY2529" fmla="*/ 235138 h 830409"/>
              <a:gd name="connsiteX2530" fmla="*/ 246045 w 707644"/>
              <a:gd name="connsiteY2530" fmla="*/ 245883 h 830409"/>
              <a:gd name="connsiteX2531" fmla="*/ 264347 w 707644"/>
              <a:gd name="connsiteY2531" fmla="*/ 264994 h 830409"/>
              <a:gd name="connsiteX2532" fmla="*/ 270152 w 707644"/>
              <a:gd name="connsiteY2532" fmla="*/ 273387 h 830409"/>
              <a:gd name="connsiteX2533" fmla="*/ 289613 w 707644"/>
              <a:gd name="connsiteY2533" fmla="*/ 300683 h 830409"/>
              <a:gd name="connsiteX2534" fmla="*/ 289666 w 707644"/>
              <a:gd name="connsiteY2534" fmla="*/ 301768 h 830409"/>
              <a:gd name="connsiteX2535" fmla="*/ 262305 w 707644"/>
              <a:gd name="connsiteY2535" fmla="*/ 296422 h 830409"/>
              <a:gd name="connsiteX2536" fmla="*/ 254242 w 707644"/>
              <a:gd name="connsiteY2536" fmla="*/ 285829 h 830409"/>
              <a:gd name="connsiteX2537" fmla="*/ 206910 w 707644"/>
              <a:gd name="connsiteY2537" fmla="*/ 238302 h 830409"/>
              <a:gd name="connsiteX2538" fmla="*/ 244890 w 707644"/>
              <a:gd name="connsiteY2538" fmla="*/ 280853 h 830409"/>
              <a:gd name="connsiteX2539" fmla="*/ 256111 w 707644"/>
              <a:gd name="connsiteY2539" fmla="*/ 295212 h 830409"/>
              <a:gd name="connsiteX2540" fmla="*/ 249865 w 707644"/>
              <a:gd name="connsiteY2540" fmla="*/ 293991 h 830409"/>
              <a:gd name="connsiteX2541" fmla="*/ 248784 w 707644"/>
              <a:gd name="connsiteY2541" fmla="*/ 292602 h 830409"/>
              <a:gd name="connsiteX2542" fmla="*/ 246249 w 707644"/>
              <a:gd name="connsiteY2542" fmla="*/ 288612 h 830409"/>
              <a:gd name="connsiteX2543" fmla="*/ 230317 w 707644"/>
              <a:gd name="connsiteY2543" fmla="*/ 267384 h 830409"/>
              <a:gd name="connsiteX2544" fmla="*/ 175486 w 707644"/>
              <a:gd name="connsiteY2544" fmla="*/ 302400 h 830409"/>
              <a:gd name="connsiteX2545" fmla="*/ 176491 w 707644"/>
              <a:gd name="connsiteY2545" fmla="*/ 303425 h 830409"/>
              <a:gd name="connsiteX2546" fmla="*/ 175639 w 707644"/>
              <a:gd name="connsiteY2546" fmla="*/ 302704 h 830409"/>
              <a:gd name="connsiteX2547" fmla="*/ 252936 w 707644"/>
              <a:gd name="connsiteY2547" fmla="*/ 136062 h 830409"/>
              <a:gd name="connsiteX2548" fmla="*/ 264863 w 707644"/>
              <a:gd name="connsiteY2548" fmla="*/ 153587 h 830409"/>
              <a:gd name="connsiteX2549" fmla="*/ 271853 w 707644"/>
              <a:gd name="connsiteY2549" fmla="*/ 164862 h 830409"/>
              <a:gd name="connsiteX2550" fmla="*/ 256321 w 707644"/>
              <a:gd name="connsiteY2550" fmla="*/ 147383 h 830409"/>
              <a:gd name="connsiteX2551" fmla="*/ 175540 w 707644"/>
              <a:gd name="connsiteY2551" fmla="*/ 296270 h 830409"/>
              <a:gd name="connsiteX2552" fmla="*/ 191415 w 707644"/>
              <a:gd name="connsiteY2552" fmla="*/ 316491 h 830409"/>
              <a:gd name="connsiteX2553" fmla="*/ 191657 w 707644"/>
              <a:gd name="connsiteY2553" fmla="*/ 316932 h 830409"/>
              <a:gd name="connsiteX2554" fmla="*/ 182905 w 707644"/>
              <a:gd name="connsiteY2554" fmla="*/ 308901 h 830409"/>
              <a:gd name="connsiteX2555" fmla="*/ 287558 w 707644"/>
              <a:gd name="connsiteY2555" fmla="*/ 59492 h 830409"/>
              <a:gd name="connsiteX2556" fmla="*/ 296315 w 707644"/>
              <a:gd name="connsiteY2556" fmla="*/ 68148 h 830409"/>
              <a:gd name="connsiteX2557" fmla="*/ 299298 w 707644"/>
              <a:gd name="connsiteY2557" fmla="*/ 78549 h 830409"/>
              <a:gd name="connsiteX2558" fmla="*/ 156759 w 707644"/>
              <a:gd name="connsiteY2558" fmla="*/ 329254 h 830409"/>
              <a:gd name="connsiteX2559" fmla="*/ 175493 w 707644"/>
              <a:gd name="connsiteY2559" fmla="*/ 354394 h 830409"/>
              <a:gd name="connsiteX2560" fmla="*/ 201937 w 707644"/>
              <a:gd name="connsiteY2560" fmla="*/ 394817 h 830409"/>
              <a:gd name="connsiteX2561" fmla="*/ 200873 w 707644"/>
              <a:gd name="connsiteY2561" fmla="*/ 393834 h 830409"/>
              <a:gd name="connsiteX2562" fmla="*/ 170102 w 707644"/>
              <a:gd name="connsiteY2562" fmla="*/ 351108 h 830409"/>
              <a:gd name="connsiteX2563" fmla="*/ 218971 w 707644"/>
              <a:gd name="connsiteY2563" fmla="*/ 199393 h 830409"/>
              <a:gd name="connsiteX2564" fmla="*/ 239802 w 707644"/>
              <a:gd name="connsiteY2564" fmla="*/ 216740 h 830409"/>
              <a:gd name="connsiteX2565" fmla="*/ 229343 w 707644"/>
              <a:gd name="connsiteY2565" fmla="*/ 214388 h 830409"/>
              <a:gd name="connsiteX2566" fmla="*/ 195880 w 707644"/>
              <a:gd name="connsiteY2566" fmla="*/ 240624 h 830409"/>
              <a:gd name="connsiteX2567" fmla="*/ 224010 w 707644"/>
              <a:gd name="connsiteY2567" fmla="*/ 260761 h 830409"/>
              <a:gd name="connsiteX2568" fmla="*/ 248784 w 707644"/>
              <a:gd name="connsiteY2568" fmla="*/ 292602 h 830409"/>
              <a:gd name="connsiteX2569" fmla="*/ 249638 w 707644"/>
              <a:gd name="connsiteY2569" fmla="*/ 293947 h 830409"/>
              <a:gd name="connsiteX2570" fmla="*/ 243774 w 707644"/>
              <a:gd name="connsiteY2570" fmla="*/ 292801 h 830409"/>
              <a:gd name="connsiteX2571" fmla="*/ 228478 w 707644"/>
              <a:gd name="connsiteY2571" fmla="*/ 273469 h 830409"/>
              <a:gd name="connsiteX2572" fmla="*/ 115675 w 707644"/>
              <a:gd name="connsiteY2572" fmla="*/ 404047 h 830409"/>
              <a:gd name="connsiteX2573" fmla="*/ 134615 w 707644"/>
              <a:gd name="connsiteY2573" fmla="*/ 422891 h 830409"/>
              <a:gd name="connsiteX2574" fmla="*/ 160514 w 707644"/>
              <a:gd name="connsiteY2574" fmla="*/ 443331 h 830409"/>
              <a:gd name="connsiteX2575" fmla="*/ 199386 w 707644"/>
              <a:gd name="connsiteY2575" fmla="*/ 501189 h 830409"/>
              <a:gd name="connsiteX2576" fmla="*/ 237467 w 707644"/>
              <a:gd name="connsiteY2576" fmla="*/ 563021 h 830409"/>
              <a:gd name="connsiteX2577" fmla="*/ 262329 w 707644"/>
              <a:gd name="connsiteY2577" fmla="*/ 612235 h 830409"/>
              <a:gd name="connsiteX2578" fmla="*/ 133022 w 707644"/>
              <a:gd name="connsiteY2578" fmla="*/ 428398 h 830409"/>
              <a:gd name="connsiteX2579" fmla="*/ 208321 w 707644"/>
              <a:gd name="connsiteY2579" fmla="*/ 208625 h 830409"/>
              <a:gd name="connsiteX2580" fmla="*/ 216078 w 707644"/>
              <a:gd name="connsiteY2580" fmla="*/ 211404 h 830409"/>
              <a:gd name="connsiteX2581" fmla="*/ 229343 w 707644"/>
              <a:gd name="connsiteY2581" fmla="*/ 214388 h 830409"/>
              <a:gd name="connsiteX2582" fmla="*/ 251133 w 707644"/>
              <a:gd name="connsiteY2582" fmla="*/ 245890 h 830409"/>
              <a:gd name="connsiteX2583" fmla="*/ 235474 w 707644"/>
              <a:gd name="connsiteY2583" fmla="*/ 235138 h 830409"/>
              <a:gd name="connsiteX2584" fmla="*/ 214727 w 707644"/>
              <a:gd name="connsiteY2584" fmla="*/ 214050 h 830409"/>
              <a:gd name="connsiteX2585" fmla="*/ 208634 w 707644"/>
              <a:gd name="connsiteY2585" fmla="*/ 209110 h 830409"/>
              <a:gd name="connsiteX2586" fmla="*/ 224270 w 707644"/>
              <a:gd name="connsiteY2586" fmla="*/ 174457 h 830409"/>
              <a:gd name="connsiteX2587" fmla="*/ 230305 w 707644"/>
              <a:gd name="connsiteY2587" fmla="*/ 177449 h 830409"/>
              <a:gd name="connsiteX2588" fmla="*/ 230535 w 707644"/>
              <a:gd name="connsiteY2588" fmla="*/ 177919 h 830409"/>
              <a:gd name="connsiteX2589" fmla="*/ 233312 w 707644"/>
              <a:gd name="connsiteY2589" fmla="*/ 185648 h 830409"/>
              <a:gd name="connsiteX2590" fmla="*/ 226084 w 707644"/>
              <a:gd name="connsiteY2590" fmla="*/ 168816 h 830409"/>
              <a:gd name="connsiteX2591" fmla="*/ 234417 w 707644"/>
              <a:gd name="connsiteY2591" fmla="*/ 176385 h 830409"/>
              <a:gd name="connsiteX2592" fmla="*/ 236911 w 707644"/>
              <a:gd name="connsiteY2592" fmla="*/ 180725 h 830409"/>
              <a:gd name="connsiteX2593" fmla="*/ 230305 w 707644"/>
              <a:gd name="connsiteY2593" fmla="*/ 177449 h 830409"/>
              <a:gd name="connsiteX2594" fmla="*/ 56885 w 707644"/>
              <a:gd name="connsiteY2594" fmla="*/ 519021 h 830409"/>
              <a:gd name="connsiteX2595" fmla="*/ 57818 w 707644"/>
              <a:gd name="connsiteY2595" fmla="*/ 519092 h 830409"/>
              <a:gd name="connsiteX2596" fmla="*/ 86591 w 707644"/>
              <a:gd name="connsiteY2596" fmla="*/ 536242 h 830409"/>
              <a:gd name="connsiteX2597" fmla="*/ 103128 w 707644"/>
              <a:gd name="connsiteY2597" fmla="*/ 548560 h 830409"/>
              <a:gd name="connsiteX2598" fmla="*/ 109693 w 707644"/>
              <a:gd name="connsiteY2598" fmla="*/ 565108 h 830409"/>
              <a:gd name="connsiteX2599" fmla="*/ 135003 w 707644"/>
              <a:gd name="connsiteY2599" fmla="*/ 620250 h 830409"/>
              <a:gd name="connsiteX2600" fmla="*/ 116952 w 707644"/>
              <a:gd name="connsiteY2600" fmla="*/ 595336 h 830409"/>
              <a:gd name="connsiteX2601" fmla="*/ 59171 w 707644"/>
              <a:gd name="connsiteY2601" fmla="*/ 523240 h 830409"/>
              <a:gd name="connsiteX2602" fmla="*/ 292994 w 707644"/>
              <a:gd name="connsiteY2602" fmla="*/ 18956 h 830409"/>
              <a:gd name="connsiteX2603" fmla="*/ 294833 w 707644"/>
              <a:gd name="connsiteY2603" fmla="*/ 18488 h 830409"/>
              <a:gd name="connsiteX2604" fmla="*/ 322891 w 707644"/>
              <a:gd name="connsiteY2604" fmla="*/ 54653 h 830409"/>
              <a:gd name="connsiteX2605" fmla="*/ 326172 w 707644"/>
              <a:gd name="connsiteY2605" fmla="*/ 59283 h 830409"/>
              <a:gd name="connsiteX2606" fmla="*/ 309836 w 707644"/>
              <a:gd name="connsiteY2606" fmla="*/ 37825 h 830409"/>
              <a:gd name="connsiteX2607" fmla="*/ 51676 w 707644"/>
              <a:gd name="connsiteY2607" fmla="*/ 518624 h 830409"/>
              <a:gd name="connsiteX2608" fmla="*/ 55718 w 707644"/>
              <a:gd name="connsiteY2608" fmla="*/ 518932 h 830409"/>
              <a:gd name="connsiteX2609" fmla="*/ 59171 w 707644"/>
              <a:gd name="connsiteY2609" fmla="*/ 523240 h 830409"/>
              <a:gd name="connsiteX2610" fmla="*/ 70479 w 707644"/>
              <a:gd name="connsiteY2610" fmla="*/ 544113 h 830409"/>
              <a:gd name="connsiteX2611" fmla="*/ 235262 w 707644"/>
              <a:gd name="connsiteY2611" fmla="*/ 122970 h 830409"/>
              <a:gd name="connsiteX2612" fmla="*/ 243220 w 707644"/>
              <a:gd name="connsiteY2612" fmla="*/ 132639 h 830409"/>
              <a:gd name="connsiteX2613" fmla="*/ 256321 w 707644"/>
              <a:gd name="connsiteY2613" fmla="*/ 147383 h 830409"/>
              <a:gd name="connsiteX2614" fmla="*/ 260743 w 707644"/>
              <a:gd name="connsiteY2614" fmla="*/ 162175 h 830409"/>
              <a:gd name="connsiteX2615" fmla="*/ 263821 w 707644"/>
              <a:gd name="connsiteY2615" fmla="*/ 175708 h 830409"/>
              <a:gd name="connsiteX2616" fmla="*/ 252155 w 707644"/>
              <a:gd name="connsiteY2616" fmla="*/ 158055 h 830409"/>
              <a:gd name="connsiteX2617" fmla="*/ 283566 w 707644"/>
              <a:gd name="connsiteY2617" fmla="*/ 21357 h 830409"/>
              <a:gd name="connsiteX2618" fmla="*/ 289894 w 707644"/>
              <a:gd name="connsiteY2618" fmla="*/ 19746 h 830409"/>
              <a:gd name="connsiteX2619" fmla="*/ 305716 w 707644"/>
              <a:gd name="connsiteY2619" fmla="*/ 46413 h 830409"/>
              <a:gd name="connsiteX2620" fmla="*/ 347481 w 707644"/>
              <a:gd name="connsiteY2620" fmla="*/ 103748 h 830409"/>
              <a:gd name="connsiteX2621" fmla="*/ 364502 w 707644"/>
              <a:gd name="connsiteY2621" fmla="*/ 123365 h 830409"/>
              <a:gd name="connsiteX2622" fmla="*/ 354366 w 707644"/>
              <a:gd name="connsiteY2622" fmla="*/ 116758 h 830409"/>
              <a:gd name="connsiteX2623" fmla="*/ 342055 w 707644"/>
              <a:gd name="connsiteY2623" fmla="*/ 108909 h 830409"/>
              <a:gd name="connsiteX2624" fmla="*/ 284843 w 707644"/>
              <a:gd name="connsiteY2624" fmla="*/ 28154 h 830409"/>
              <a:gd name="connsiteX2625" fmla="*/ 284072 w 707644"/>
              <a:gd name="connsiteY2625" fmla="*/ 25465 h 830409"/>
              <a:gd name="connsiteX2626" fmla="*/ 195808 w 707644"/>
              <a:gd name="connsiteY2626" fmla="*/ 204142 h 830409"/>
              <a:gd name="connsiteX2627" fmla="*/ 207809 w 707644"/>
              <a:gd name="connsiteY2627" fmla="*/ 208441 h 830409"/>
              <a:gd name="connsiteX2628" fmla="*/ 208634 w 707644"/>
              <a:gd name="connsiteY2628" fmla="*/ 209110 h 830409"/>
              <a:gd name="connsiteX2629" fmla="*/ 214004 w 707644"/>
              <a:gd name="connsiteY2629" fmla="*/ 217443 h 830409"/>
              <a:gd name="connsiteX2630" fmla="*/ 215724 w 707644"/>
              <a:gd name="connsiteY2630" fmla="*/ 220366 h 830409"/>
              <a:gd name="connsiteX2631" fmla="*/ 197975 w 707644"/>
              <a:gd name="connsiteY2631" fmla="*/ 206884 h 830409"/>
              <a:gd name="connsiteX2632" fmla="*/ 263194 w 707644"/>
              <a:gd name="connsiteY2632" fmla="*/ 63522 h 830409"/>
              <a:gd name="connsiteX2633" fmla="*/ 271707 w 707644"/>
              <a:gd name="connsiteY2633" fmla="*/ 68010 h 830409"/>
              <a:gd name="connsiteX2634" fmla="*/ 275547 w 707644"/>
              <a:gd name="connsiteY2634" fmla="*/ 70070 h 830409"/>
              <a:gd name="connsiteX2635" fmla="*/ 309370 w 707644"/>
              <a:gd name="connsiteY2635" fmla="*/ 113666 h 830409"/>
              <a:gd name="connsiteX2636" fmla="*/ 310146 w 707644"/>
              <a:gd name="connsiteY2636" fmla="*/ 116372 h 830409"/>
              <a:gd name="connsiteX2637" fmla="*/ 293781 w 707644"/>
              <a:gd name="connsiteY2637" fmla="*/ 98164 h 830409"/>
              <a:gd name="connsiteX2638" fmla="*/ 267341 w 707644"/>
              <a:gd name="connsiteY2638" fmla="*/ 67482 h 830409"/>
              <a:gd name="connsiteX2639" fmla="*/ 126634 w 707644"/>
              <a:gd name="connsiteY2639" fmla="*/ 342563 h 830409"/>
              <a:gd name="connsiteX2640" fmla="*/ 136099 w 707644"/>
              <a:gd name="connsiteY2640" fmla="*/ 355923 h 830409"/>
              <a:gd name="connsiteX2641" fmla="*/ 175887 w 707644"/>
              <a:gd name="connsiteY2641" fmla="*/ 419847 h 830409"/>
              <a:gd name="connsiteX2642" fmla="*/ 145034 w 707644"/>
              <a:gd name="connsiteY2642" fmla="*/ 381339 h 830409"/>
              <a:gd name="connsiteX2643" fmla="*/ 128946 w 707644"/>
              <a:gd name="connsiteY2643" fmla="*/ 347894 h 830409"/>
              <a:gd name="connsiteX2644" fmla="*/ 180542 w 707644"/>
              <a:gd name="connsiteY2644" fmla="*/ 229644 h 830409"/>
              <a:gd name="connsiteX2645" fmla="*/ 186966 w 707644"/>
              <a:gd name="connsiteY2645" fmla="*/ 234243 h 830409"/>
              <a:gd name="connsiteX2646" fmla="*/ 214889 w 707644"/>
              <a:gd name="connsiteY2646" fmla="*/ 276920 h 830409"/>
              <a:gd name="connsiteX2647" fmla="*/ 222366 w 707644"/>
              <a:gd name="connsiteY2647" fmla="*/ 288619 h 830409"/>
              <a:gd name="connsiteX2648" fmla="*/ 212756 w 707644"/>
              <a:gd name="connsiteY2648" fmla="*/ 286741 h 830409"/>
              <a:gd name="connsiteX2649" fmla="*/ 252951 w 707644"/>
              <a:gd name="connsiteY2649" fmla="*/ 75690 h 830409"/>
              <a:gd name="connsiteX2650" fmla="*/ 259352 w 707644"/>
              <a:gd name="connsiteY2650" fmla="*/ 76992 h 830409"/>
              <a:gd name="connsiteX2651" fmla="*/ 302987 w 707644"/>
              <a:gd name="connsiteY2651" fmla="*/ 140184 h 830409"/>
              <a:gd name="connsiteX2652" fmla="*/ 321232 w 707644"/>
              <a:gd name="connsiteY2652" fmla="*/ 161383 h 830409"/>
              <a:gd name="connsiteX2653" fmla="*/ 323678 w 707644"/>
              <a:gd name="connsiteY2653" fmla="*/ 172718 h 830409"/>
              <a:gd name="connsiteX2654" fmla="*/ 263820 w 707644"/>
              <a:gd name="connsiteY2654" fmla="*/ 89700 h 830409"/>
              <a:gd name="connsiteX2655" fmla="*/ 180793 w 707644"/>
              <a:gd name="connsiteY2655" fmla="*/ 225422 h 830409"/>
              <a:gd name="connsiteX2656" fmla="*/ 195880 w 707644"/>
              <a:gd name="connsiteY2656" fmla="*/ 240624 h 830409"/>
              <a:gd name="connsiteX2657" fmla="*/ 186966 w 707644"/>
              <a:gd name="connsiteY2657" fmla="*/ 234243 h 830409"/>
              <a:gd name="connsiteX2658" fmla="*/ 185251 w 707644"/>
              <a:gd name="connsiteY2658" fmla="*/ 231622 h 830409"/>
              <a:gd name="connsiteX2659" fmla="*/ 240883 w 707644"/>
              <a:gd name="connsiteY2659" fmla="*/ 95744 h 830409"/>
              <a:gd name="connsiteX2660" fmla="*/ 246992 w 707644"/>
              <a:gd name="connsiteY2660" fmla="*/ 102756 h 830409"/>
              <a:gd name="connsiteX2661" fmla="*/ 278057 w 707644"/>
              <a:gd name="connsiteY2661" fmla="*/ 150503 h 830409"/>
              <a:gd name="connsiteX2662" fmla="*/ 282449 w 707644"/>
              <a:gd name="connsiteY2662" fmla="*/ 162995 h 830409"/>
              <a:gd name="connsiteX2663" fmla="*/ 263042 w 707644"/>
              <a:gd name="connsiteY2663" fmla="*/ 137867 h 830409"/>
              <a:gd name="connsiteX2664" fmla="*/ 248407 w 707644"/>
              <a:gd name="connsiteY2664" fmla="*/ 120910 h 830409"/>
              <a:gd name="connsiteX2665" fmla="*/ 78117 w 707644"/>
              <a:gd name="connsiteY2665" fmla="*/ 433544 h 830409"/>
              <a:gd name="connsiteX2666" fmla="*/ 112422 w 707644"/>
              <a:gd name="connsiteY2666" fmla="*/ 471337 h 830409"/>
              <a:gd name="connsiteX2667" fmla="*/ 164459 w 707644"/>
              <a:gd name="connsiteY2667" fmla="*/ 544211 h 830409"/>
              <a:gd name="connsiteX2668" fmla="*/ 144868 w 707644"/>
              <a:gd name="connsiteY2668" fmla="*/ 530531 h 830409"/>
              <a:gd name="connsiteX2669" fmla="*/ 102628 w 707644"/>
              <a:gd name="connsiteY2669" fmla="*/ 478545 h 830409"/>
              <a:gd name="connsiteX2670" fmla="*/ 34828 w 707644"/>
              <a:gd name="connsiteY2670" fmla="*/ 517709 h 830409"/>
              <a:gd name="connsiteX2671" fmla="*/ 36856 w 707644"/>
              <a:gd name="connsiteY2671" fmla="*/ 517494 h 830409"/>
              <a:gd name="connsiteX2672" fmla="*/ 46498 w 707644"/>
              <a:gd name="connsiteY2672" fmla="*/ 518229 h 830409"/>
              <a:gd name="connsiteX2673" fmla="*/ 48483 w 707644"/>
              <a:gd name="connsiteY2673" fmla="*/ 521157 h 830409"/>
              <a:gd name="connsiteX2674" fmla="*/ 85317 w 707644"/>
              <a:gd name="connsiteY2674" fmla="*/ 568818 h 830409"/>
              <a:gd name="connsiteX2675" fmla="*/ 91911 w 707644"/>
              <a:gd name="connsiteY2675" fmla="*/ 577775 h 830409"/>
              <a:gd name="connsiteX2676" fmla="*/ 36522 w 707644"/>
              <a:gd name="connsiteY2676" fmla="*/ 519440 h 830409"/>
              <a:gd name="connsiteX2677" fmla="*/ 21054 w 707644"/>
              <a:gd name="connsiteY2677" fmla="*/ 545578 h 830409"/>
              <a:gd name="connsiteX2678" fmla="*/ 36893 w 707644"/>
              <a:gd name="connsiteY2678" fmla="*/ 568043 h 830409"/>
              <a:gd name="connsiteX2679" fmla="*/ 55089 w 707644"/>
              <a:gd name="connsiteY2679" fmla="*/ 612863 h 830409"/>
              <a:gd name="connsiteX2680" fmla="*/ 75941 w 707644"/>
              <a:gd name="connsiteY2680" fmla="*/ 654349 h 830409"/>
              <a:gd name="connsiteX2681" fmla="*/ 74898 w 707644"/>
              <a:gd name="connsiteY2681" fmla="*/ 652932 h 830409"/>
              <a:gd name="connsiteX2682" fmla="*/ 53728 w 707644"/>
              <a:gd name="connsiteY2682" fmla="*/ 619988 h 830409"/>
              <a:gd name="connsiteX2683" fmla="*/ 30302 w 707644"/>
              <a:gd name="connsiteY2683" fmla="*/ 574216 h 830409"/>
              <a:gd name="connsiteX2684" fmla="*/ 267788 w 707644"/>
              <a:gd name="connsiteY2684" fmla="*/ 27401 h 830409"/>
              <a:gd name="connsiteX2685" fmla="*/ 278850 w 707644"/>
              <a:gd name="connsiteY2685" fmla="*/ 22557 h 830409"/>
              <a:gd name="connsiteX2686" fmla="*/ 280568 w 707644"/>
              <a:gd name="connsiteY2686" fmla="*/ 22120 h 830409"/>
              <a:gd name="connsiteX2687" fmla="*/ 284843 w 707644"/>
              <a:gd name="connsiteY2687" fmla="*/ 28154 h 830409"/>
              <a:gd name="connsiteX2688" fmla="*/ 294150 w 707644"/>
              <a:gd name="connsiteY2688" fmla="*/ 60600 h 830409"/>
              <a:gd name="connsiteX2689" fmla="*/ 288791 w 707644"/>
              <a:gd name="connsiteY2689" fmla="*/ 54259 h 830409"/>
              <a:gd name="connsiteX2690" fmla="*/ 273213 w 707644"/>
              <a:gd name="connsiteY2690" fmla="*/ 36208 h 830409"/>
              <a:gd name="connsiteX2691" fmla="*/ 120077 w 707644"/>
              <a:gd name="connsiteY2691" fmla="*/ 333308 h 830409"/>
              <a:gd name="connsiteX2692" fmla="*/ 124337 w 707644"/>
              <a:gd name="connsiteY2692" fmla="*/ 337268 h 830409"/>
              <a:gd name="connsiteX2693" fmla="*/ 126634 w 707644"/>
              <a:gd name="connsiteY2693" fmla="*/ 342563 h 830409"/>
              <a:gd name="connsiteX2694" fmla="*/ 247034 w 707644"/>
              <a:gd name="connsiteY2694" fmla="*/ 68064 h 830409"/>
              <a:gd name="connsiteX2695" fmla="*/ 252951 w 707644"/>
              <a:gd name="connsiteY2695" fmla="*/ 75690 h 830409"/>
              <a:gd name="connsiteX2696" fmla="*/ 248230 w 707644"/>
              <a:gd name="connsiteY2696" fmla="*/ 74730 h 830409"/>
              <a:gd name="connsiteX2697" fmla="*/ 247475 w 707644"/>
              <a:gd name="connsiteY2697" fmla="*/ 72644 h 830409"/>
              <a:gd name="connsiteX2698" fmla="*/ 174197 w 707644"/>
              <a:gd name="connsiteY2698" fmla="*/ 218777 h 830409"/>
              <a:gd name="connsiteX2699" fmla="*/ 174691 w 707644"/>
              <a:gd name="connsiteY2699" fmla="*/ 219275 h 830409"/>
              <a:gd name="connsiteX2700" fmla="*/ 180542 w 707644"/>
              <a:gd name="connsiteY2700" fmla="*/ 229644 h 830409"/>
              <a:gd name="connsiteX2701" fmla="*/ 179299 w 707644"/>
              <a:gd name="connsiteY2701" fmla="*/ 228755 h 830409"/>
              <a:gd name="connsiteX2702" fmla="*/ 170800 w 707644"/>
              <a:gd name="connsiteY2702" fmla="*/ 222670 h 830409"/>
              <a:gd name="connsiteX2703" fmla="*/ 179299 w 707644"/>
              <a:gd name="connsiteY2703" fmla="*/ 228755 h 830409"/>
              <a:gd name="connsiteX2704" fmla="*/ 208637 w 707644"/>
              <a:gd name="connsiteY2704" fmla="*/ 286130 h 830409"/>
              <a:gd name="connsiteX2705" fmla="*/ 215519 w 707644"/>
              <a:gd name="connsiteY2705" fmla="*/ 299767 h 830409"/>
              <a:gd name="connsiteX2706" fmla="*/ 204799 w 707644"/>
              <a:gd name="connsiteY2706" fmla="*/ 286961 h 830409"/>
              <a:gd name="connsiteX2707" fmla="*/ 197318 w 707644"/>
              <a:gd name="connsiteY2707" fmla="*/ 273042 h 830409"/>
              <a:gd name="connsiteX2708" fmla="*/ 177566 w 707644"/>
              <a:gd name="connsiteY2708" fmla="*/ 235959 h 830409"/>
              <a:gd name="connsiteX2709" fmla="*/ 171665 w 707644"/>
              <a:gd name="connsiteY2709" fmla="*/ 224751 h 830409"/>
              <a:gd name="connsiteX2710" fmla="*/ 152516 w 707644"/>
              <a:gd name="connsiteY2710" fmla="*/ 259508 h 830409"/>
              <a:gd name="connsiteX2711" fmla="*/ 173227 w 707644"/>
              <a:gd name="connsiteY2711" fmla="*/ 292304 h 830409"/>
              <a:gd name="connsiteX2712" fmla="*/ 175540 w 707644"/>
              <a:gd name="connsiteY2712" fmla="*/ 296270 h 830409"/>
              <a:gd name="connsiteX2713" fmla="*/ 165208 w 707644"/>
              <a:gd name="connsiteY2713" fmla="*/ 283111 h 830409"/>
              <a:gd name="connsiteX2714" fmla="*/ 228899 w 707644"/>
              <a:gd name="connsiteY2714" fmla="*/ 98307 h 830409"/>
              <a:gd name="connsiteX2715" fmla="*/ 248407 w 707644"/>
              <a:gd name="connsiteY2715" fmla="*/ 120910 h 830409"/>
              <a:gd name="connsiteX2716" fmla="*/ 252936 w 707644"/>
              <a:gd name="connsiteY2716" fmla="*/ 136062 h 830409"/>
              <a:gd name="connsiteX2717" fmla="*/ 239513 w 707644"/>
              <a:gd name="connsiteY2717" fmla="*/ 116337 h 830409"/>
              <a:gd name="connsiteX2718" fmla="*/ 258990 w 707644"/>
              <a:gd name="connsiteY2718" fmla="*/ 31253 h 830409"/>
              <a:gd name="connsiteX2719" fmla="*/ 266210 w 707644"/>
              <a:gd name="connsiteY2719" fmla="*/ 28092 h 830409"/>
              <a:gd name="connsiteX2720" fmla="*/ 273213 w 707644"/>
              <a:gd name="connsiteY2720" fmla="*/ 36208 h 830409"/>
              <a:gd name="connsiteX2721" fmla="*/ 287558 w 707644"/>
              <a:gd name="connsiteY2721" fmla="*/ 59492 h 830409"/>
              <a:gd name="connsiteX2722" fmla="*/ 238662 w 707644"/>
              <a:gd name="connsiteY2722" fmla="*/ 72784 h 830409"/>
              <a:gd name="connsiteX2723" fmla="*/ 248230 w 707644"/>
              <a:gd name="connsiteY2723" fmla="*/ 74730 h 830409"/>
              <a:gd name="connsiteX2724" fmla="*/ 252698 w 707644"/>
              <a:gd name="connsiteY2724" fmla="*/ 87086 h 830409"/>
              <a:gd name="connsiteX2725" fmla="*/ 264168 w 707644"/>
              <a:gd name="connsiteY2725" fmla="*/ 110996 h 830409"/>
              <a:gd name="connsiteX2726" fmla="*/ 290279 w 707644"/>
              <a:gd name="connsiteY2726" fmla="*/ 144652 h 830409"/>
              <a:gd name="connsiteX2727" fmla="*/ 319987 w 707644"/>
              <a:gd name="connsiteY2727" fmla="*/ 194725 h 830409"/>
              <a:gd name="connsiteX2728" fmla="*/ 297301 w 707644"/>
              <a:gd name="connsiteY2728" fmla="*/ 180080 h 830409"/>
              <a:gd name="connsiteX2729" fmla="*/ 278057 w 707644"/>
              <a:gd name="connsiteY2729" fmla="*/ 150503 h 830409"/>
              <a:gd name="connsiteX2730" fmla="*/ 268635 w 707644"/>
              <a:gd name="connsiteY2730" fmla="*/ 123704 h 830409"/>
              <a:gd name="connsiteX2731" fmla="*/ 251770 w 707644"/>
              <a:gd name="connsiteY2731" fmla="*/ 93848 h 830409"/>
              <a:gd name="connsiteX2732" fmla="*/ 134048 w 707644"/>
              <a:gd name="connsiteY2732" fmla="*/ 290146 h 830409"/>
              <a:gd name="connsiteX2733" fmla="*/ 137978 w 707644"/>
              <a:gd name="connsiteY2733" fmla="*/ 292601 h 830409"/>
              <a:gd name="connsiteX2734" fmla="*/ 172671 w 707644"/>
              <a:gd name="connsiteY2734" fmla="*/ 314518 h 830409"/>
              <a:gd name="connsiteX2735" fmla="*/ 182462 w 707644"/>
              <a:gd name="connsiteY2735" fmla="*/ 325344 h 830409"/>
              <a:gd name="connsiteX2736" fmla="*/ 193687 w 707644"/>
              <a:gd name="connsiteY2736" fmla="*/ 339668 h 830409"/>
              <a:gd name="connsiteX2737" fmla="*/ 195289 w 707644"/>
              <a:gd name="connsiteY2737" fmla="*/ 341717 h 830409"/>
              <a:gd name="connsiteX2738" fmla="*/ 195518 w 707644"/>
              <a:gd name="connsiteY2738" fmla="*/ 342172 h 830409"/>
              <a:gd name="connsiteX2739" fmla="*/ 300311 w 707644"/>
              <a:gd name="connsiteY2739" fmla="*/ 498091 h 830409"/>
              <a:gd name="connsiteX2740" fmla="*/ 301654 w 707644"/>
              <a:gd name="connsiteY2740" fmla="*/ 499463 h 830409"/>
              <a:gd name="connsiteX2741" fmla="*/ 305979 w 707644"/>
              <a:gd name="connsiteY2741" fmla="*/ 511990 h 830409"/>
              <a:gd name="connsiteX2742" fmla="*/ 304779 w 707644"/>
              <a:gd name="connsiteY2742" fmla="*/ 510799 h 830409"/>
              <a:gd name="connsiteX2743" fmla="*/ 256982 w 707644"/>
              <a:gd name="connsiteY2743" fmla="*/ 456236 h 830409"/>
              <a:gd name="connsiteX2744" fmla="*/ 222507 w 707644"/>
              <a:gd name="connsiteY2744" fmla="*/ 416752 h 830409"/>
              <a:gd name="connsiteX2745" fmla="*/ 196214 w 707644"/>
              <a:gd name="connsiteY2745" fmla="*/ 384763 h 830409"/>
              <a:gd name="connsiteX2746" fmla="*/ 160543 w 707644"/>
              <a:gd name="connsiteY2746" fmla="*/ 330919 h 830409"/>
              <a:gd name="connsiteX2747" fmla="*/ 150045 w 707644"/>
              <a:gd name="connsiteY2747" fmla="*/ 255595 h 830409"/>
              <a:gd name="connsiteX2748" fmla="*/ 151536 w 707644"/>
              <a:gd name="connsiteY2748" fmla="*/ 257685 h 830409"/>
              <a:gd name="connsiteX2749" fmla="*/ 152516 w 707644"/>
              <a:gd name="connsiteY2749" fmla="*/ 259508 h 830409"/>
              <a:gd name="connsiteX2750" fmla="*/ 151988 w 707644"/>
              <a:gd name="connsiteY2750" fmla="*/ 248715 h 830409"/>
              <a:gd name="connsiteX2751" fmla="*/ 153285 w 707644"/>
              <a:gd name="connsiteY2751" fmla="*/ 249665 h 830409"/>
              <a:gd name="connsiteX2752" fmla="*/ 158591 w 707644"/>
              <a:gd name="connsiteY2752" fmla="*/ 254168 h 830409"/>
              <a:gd name="connsiteX2753" fmla="*/ 181491 w 707644"/>
              <a:gd name="connsiteY2753" fmla="*/ 293734 h 830409"/>
              <a:gd name="connsiteX2754" fmla="*/ 200568 w 707644"/>
              <a:gd name="connsiteY2754" fmla="*/ 325109 h 830409"/>
              <a:gd name="connsiteX2755" fmla="*/ 192032 w 707644"/>
              <a:gd name="connsiteY2755" fmla="*/ 317277 h 830409"/>
              <a:gd name="connsiteX2756" fmla="*/ 191415 w 707644"/>
              <a:gd name="connsiteY2756" fmla="*/ 316491 h 830409"/>
              <a:gd name="connsiteX2757" fmla="*/ 177647 w 707644"/>
              <a:gd name="connsiteY2757" fmla="*/ 291340 h 830409"/>
              <a:gd name="connsiteX2758" fmla="*/ 154175 w 707644"/>
              <a:gd name="connsiteY2758" fmla="*/ 252126 h 830409"/>
              <a:gd name="connsiteX2759" fmla="*/ 19032 w 707644"/>
              <a:gd name="connsiteY2759" fmla="*/ 524051 h 830409"/>
              <a:gd name="connsiteX2760" fmla="*/ 97680 w 707644"/>
              <a:gd name="connsiteY2760" fmla="*/ 612167 h 830409"/>
              <a:gd name="connsiteX2761" fmla="*/ 160278 w 707644"/>
              <a:gd name="connsiteY2761" fmla="*/ 706522 h 830409"/>
              <a:gd name="connsiteX2762" fmla="*/ 193449 w 707644"/>
              <a:gd name="connsiteY2762" fmla="*/ 765998 h 830409"/>
              <a:gd name="connsiteX2763" fmla="*/ 159637 w 707644"/>
              <a:gd name="connsiteY2763" fmla="*/ 742521 h 830409"/>
              <a:gd name="connsiteX2764" fmla="*/ 156111 w 707644"/>
              <a:gd name="connsiteY2764" fmla="*/ 736704 h 830409"/>
              <a:gd name="connsiteX2765" fmla="*/ 124487 w 707644"/>
              <a:gd name="connsiteY2765" fmla="*/ 688414 h 830409"/>
              <a:gd name="connsiteX2766" fmla="*/ 40737 w 707644"/>
              <a:gd name="connsiteY2766" fmla="*/ 573496 h 830409"/>
              <a:gd name="connsiteX2767" fmla="*/ 36893 w 707644"/>
              <a:gd name="connsiteY2767" fmla="*/ 568043 h 830409"/>
              <a:gd name="connsiteX2768" fmla="*/ 168562 w 707644"/>
              <a:gd name="connsiteY2768" fmla="*/ 208530 h 830409"/>
              <a:gd name="connsiteX2769" fmla="*/ 168867 w 707644"/>
              <a:gd name="connsiteY2769" fmla="*/ 208840 h 830409"/>
              <a:gd name="connsiteX2770" fmla="*/ 180793 w 707644"/>
              <a:gd name="connsiteY2770" fmla="*/ 225422 h 830409"/>
              <a:gd name="connsiteX2771" fmla="*/ 174691 w 707644"/>
              <a:gd name="connsiteY2771" fmla="*/ 219275 h 830409"/>
              <a:gd name="connsiteX2772" fmla="*/ 172136 w 707644"/>
              <a:gd name="connsiteY2772" fmla="*/ 214745 h 830409"/>
              <a:gd name="connsiteX2773" fmla="*/ 248870 w 707644"/>
              <a:gd name="connsiteY2773" fmla="*/ 35685 h 830409"/>
              <a:gd name="connsiteX2774" fmla="*/ 258742 w 707644"/>
              <a:gd name="connsiteY2774" fmla="*/ 31362 h 830409"/>
              <a:gd name="connsiteX2775" fmla="*/ 262762 w 707644"/>
              <a:gd name="connsiteY2775" fmla="*/ 37997 h 830409"/>
              <a:gd name="connsiteX2776" fmla="*/ 288581 w 707644"/>
              <a:gd name="connsiteY2776" fmla="*/ 77063 h 830409"/>
              <a:gd name="connsiteX2777" fmla="*/ 275547 w 707644"/>
              <a:gd name="connsiteY2777" fmla="*/ 70070 h 830409"/>
              <a:gd name="connsiteX2778" fmla="*/ 114107 w 707644"/>
              <a:gd name="connsiteY2778" fmla="*/ 313679 h 830409"/>
              <a:gd name="connsiteX2779" fmla="*/ 152222 w 707644"/>
              <a:gd name="connsiteY2779" fmla="*/ 348890 h 830409"/>
              <a:gd name="connsiteX2780" fmla="*/ 157207 w 707644"/>
              <a:gd name="connsiteY2780" fmla="*/ 355303 h 830409"/>
              <a:gd name="connsiteX2781" fmla="*/ 157394 w 707644"/>
              <a:gd name="connsiteY2781" fmla="*/ 355575 h 830409"/>
              <a:gd name="connsiteX2782" fmla="*/ 195981 w 707644"/>
              <a:gd name="connsiteY2782" fmla="*/ 405311 h 830409"/>
              <a:gd name="connsiteX2783" fmla="*/ 153274 w 707644"/>
              <a:gd name="connsiteY2783" fmla="*/ 364163 h 830409"/>
              <a:gd name="connsiteX2784" fmla="*/ 124337 w 707644"/>
              <a:gd name="connsiteY2784" fmla="*/ 337268 h 830409"/>
              <a:gd name="connsiteX2785" fmla="*/ 85267 w 707644"/>
              <a:gd name="connsiteY2785" fmla="*/ 373794 h 830409"/>
              <a:gd name="connsiteX2786" fmla="*/ 86660 w 707644"/>
              <a:gd name="connsiteY2786" fmla="*/ 375180 h 830409"/>
              <a:gd name="connsiteX2787" fmla="*/ 89152 w 707644"/>
              <a:gd name="connsiteY2787" fmla="*/ 377889 h 830409"/>
              <a:gd name="connsiteX2788" fmla="*/ 229671 w 707644"/>
              <a:gd name="connsiteY2788" fmla="*/ 587580 h 830409"/>
              <a:gd name="connsiteX2789" fmla="*/ 231343 w 707644"/>
              <a:gd name="connsiteY2789" fmla="*/ 590336 h 830409"/>
              <a:gd name="connsiteX2790" fmla="*/ 218721 w 707644"/>
              <a:gd name="connsiteY2790" fmla="*/ 582618 h 830409"/>
              <a:gd name="connsiteX2791" fmla="*/ 213212 w 707644"/>
              <a:gd name="connsiteY2791" fmla="*/ 578671 h 830409"/>
              <a:gd name="connsiteX2792" fmla="*/ 186938 w 707644"/>
              <a:gd name="connsiteY2792" fmla="*/ 541946 h 830409"/>
              <a:gd name="connsiteX2793" fmla="*/ 146773 w 707644"/>
              <a:gd name="connsiteY2793" fmla="*/ 487817 h 830409"/>
              <a:gd name="connsiteX2794" fmla="*/ 140245 w 707644"/>
              <a:gd name="connsiteY2794" fmla="*/ 479403 h 830409"/>
              <a:gd name="connsiteX2795" fmla="*/ 15227 w 707644"/>
              <a:gd name="connsiteY2795" fmla="*/ 519787 h 830409"/>
              <a:gd name="connsiteX2796" fmla="*/ 17215 w 707644"/>
              <a:gd name="connsiteY2796" fmla="*/ 519577 h 830409"/>
              <a:gd name="connsiteX2797" fmla="*/ 19032 w 707644"/>
              <a:gd name="connsiteY2797" fmla="*/ 524051 h 830409"/>
              <a:gd name="connsiteX2798" fmla="*/ 202931 w 707644"/>
              <a:gd name="connsiteY2798" fmla="*/ 121060 h 830409"/>
              <a:gd name="connsiteX2799" fmla="*/ 216519 w 707644"/>
              <a:gd name="connsiteY2799" fmla="*/ 132890 h 830409"/>
              <a:gd name="connsiteX2800" fmla="*/ 240699 w 707644"/>
              <a:gd name="connsiteY2800" fmla="*/ 155687 h 830409"/>
              <a:gd name="connsiteX2801" fmla="*/ 265580 w 707644"/>
              <a:gd name="connsiteY2801" fmla="*/ 183440 h 830409"/>
              <a:gd name="connsiteX2802" fmla="*/ 268528 w 707644"/>
              <a:gd name="connsiteY2802" fmla="*/ 196404 h 830409"/>
              <a:gd name="connsiteX2803" fmla="*/ 241731 w 707644"/>
              <a:gd name="connsiteY2803" fmla="*/ 183115 h 830409"/>
              <a:gd name="connsiteX2804" fmla="*/ 240024 w 707644"/>
              <a:gd name="connsiteY2804" fmla="*/ 181477 h 830409"/>
              <a:gd name="connsiteX2805" fmla="*/ 234417 w 707644"/>
              <a:gd name="connsiteY2805" fmla="*/ 176385 h 830409"/>
              <a:gd name="connsiteX2806" fmla="*/ 204748 w 707644"/>
              <a:gd name="connsiteY2806" fmla="*/ 124747 h 830409"/>
              <a:gd name="connsiteX2807" fmla="*/ 82754 w 707644"/>
              <a:gd name="connsiteY2807" fmla="*/ 370933 h 830409"/>
              <a:gd name="connsiteX2808" fmla="*/ 84968 w 707644"/>
              <a:gd name="connsiteY2808" fmla="*/ 373341 h 830409"/>
              <a:gd name="connsiteX2809" fmla="*/ 85267 w 707644"/>
              <a:gd name="connsiteY2809" fmla="*/ 373794 h 830409"/>
              <a:gd name="connsiteX2810" fmla="*/ 161813 w 707644"/>
              <a:gd name="connsiteY2810" fmla="*/ 205947 h 830409"/>
              <a:gd name="connsiteX2811" fmla="*/ 165507 w 707644"/>
              <a:gd name="connsiteY2811" fmla="*/ 209950 h 830409"/>
              <a:gd name="connsiteX2812" fmla="*/ 170800 w 707644"/>
              <a:gd name="connsiteY2812" fmla="*/ 222670 h 830409"/>
              <a:gd name="connsiteX2813" fmla="*/ 170431 w 707644"/>
              <a:gd name="connsiteY2813" fmla="*/ 222406 h 830409"/>
              <a:gd name="connsiteX2814" fmla="*/ 164636 w 707644"/>
              <a:gd name="connsiteY2814" fmla="*/ 211399 h 830409"/>
              <a:gd name="connsiteX2815" fmla="*/ 162246 w 707644"/>
              <a:gd name="connsiteY2815" fmla="*/ 202116 h 830409"/>
              <a:gd name="connsiteX2816" fmla="*/ 168060 w 707644"/>
              <a:gd name="connsiteY2816" fmla="*/ 208020 h 830409"/>
              <a:gd name="connsiteX2817" fmla="*/ 172136 w 707644"/>
              <a:gd name="connsiteY2817" fmla="*/ 214745 h 830409"/>
              <a:gd name="connsiteX2818" fmla="*/ 174197 w 707644"/>
              <a:gd name="connsiteY2818" fmla="*/ 218777 h 830409"/>
              <a:gd name="connsiteX2819" fmla="*/ 166427 w 707644"/>
              <a:gd name="connsiteY2819" fmla="*/ 210948 h 830409"/>
              <a:gd name="connsiteX2820" fmla="*/ 165507 w 707644"/>
              <a:gd name="connsiteY2820" fmla="*/ 209950 h 830409"/>
              <a:gd name="connsiteX2821" fmla="*/ 223349 w 707644"/>
              <a:gd name="connsiteY2821" fmla="*/ 72691 h 830409"/>
              <a:gd name="connsiteX2822" fmla="*/ 233811 w 707644"/>
              <a:gd name="connsiteY2822" fmla="*/ 72086 h 830409"/>
              <a:gd name="connsiteX2823" fmla="*/ 240883 w 707644"/>
              <a:gd name="connsiteY2823" fmla="*/ 95744 h 830409"/>
              <a:gd name="connsiteX2824" fmla="*/ 232886 w 707644"/>
              <a:gd name="connsiteY2824" fmla="*/ 86564 h 830409"/>
              <a:gd name="connsiteX2825" fmla="*/ 122010 w 707644"/>
              <a:gd name="connsiteY2825" fmla="*/ 282626 h 830409"/>
              <a:gd name="connsiteX2826" fmla="*/ 131799 w 707644"/>
              <a:gd name="connsiteY2826" fmla="*/ 288741 h 830409"/>
              <a:gd name="connsiteX2827" fmla="*/ 137727 w 707644"/>
              <a:gd name="connsiteY2827" fmla="*/ 298086 h 830409"/>
              <a:gd name="connsiteX2828" fmla="*/ 156759 w 707644"/>
              <a:gd name="connsiteY2828" fmla="*/ 329254 h 830409"/>
              <a:gd name="connsiteX2829" fmla="*/ 167941 w 707644"/>
              <a:gd name="connsiteY2829" fmla="*/ 182412 h 830409"/>
              <a:gd name="connsiteX2830" fmla="*/ 168226 w 707644"/>
              <a:gd name="connsiteY2830" fmla="*/ 182638 h 830409"/>
              <a:gd name="connsiteX2831" fmla="*/ 188964 w 707644"/>
              <a:gd name="connsiteY2831" fmla="*/ 201690 h 830409"/>
              <a:gd name="connsiteX2832" fmla="*/ 193666 w 707644"/>
              <a:gd name="connsiteY2832" fmla="*/ 203374 h 830409"/>
              <a:gd name="connsiteX2833" fmla="*/ 197444 w 707644"/>
              <a:gd name="connsiteY2833" fmla="*/ 206481 h 830409"/>
              <a:gd name="connsiteX2834" fmla="*/ 197975 w 707644"/>
              <a:gd name="connsiteY2834" fmla="*/ 206884 h 830409"/>
              <a:gd name="connsiteX2835" fmla="*/ 199314 w 707644"/>
              <a:gd name="connsiteY2835" fmla="*/ 208578 h 830409"/>
              <a:gd name="connsiteX2836" fmla="*/ 223663 w 707644"/>
              <a:gd name="connsiteY2836" fmla="*/ 239466 h 830409"/>
              <a:gd name="connsiteX2837" fmla="*/ 251404 w 707644"/>
              <a:gd name="connsiteY2837" fmla="*/ 283583 h 830409"/>
              <a:gd name="connsiteX2838" fmla="*/ 255500 w 707644"/>
              <a:gd name="connsiteY2838" fmla="*/ 292741 h 830409"/>
              <a:gd name="connsiteX2839" fmla="*/ 244890 w 707644"/>
              <a:gd name="connsiteY2839" fmla="*/ 280853 h 830409"/>
              <a:gd name="connsiteX2840" fmla="*/ 210336 w 707644"/>
              <a:gd name="connsiteY2840" fmla="*/ 236638 h 830409"/>
              <a:gd name="connsiteX2841" fmla="*/ 228297 w 707644"/>
              <a:gd name="connsiteY2841" fmla="*/ 53642 h 830409"/>
              <a:gd name="connsiteX2842" fmla="*/ 233589 w 707644"/>
              <a:gd name="connsiteY2842" fmla="*/ 64632 h 830409"/>
              <a:gd name="connsiteX2843" fmla="*/ 238662 w 707644"/>
              <a:gd name="connsiteY2843" fmla="*/ 72784 h 830409"/>
              <a:gd name="connsiteX2844" fmla="*/ 234914 w 707644"/>
              <a:gd name="connsiteY2844" fmla="*/ 72022 h 830409"/>
              <a:gd name="connsiteX2845" fmla="*/ 233811 w 707644"/>
              <a:gd name="connsiteY2845" fmla="*/ 72086 h 830409"/>
              <a:gd name="connsiteX2846" fmla="*/ 230642 w 707644"/>
              <a:gd name="connsiteY2846" fmla="*/ 46936 h 830409"/>
              <a:gd name="connsiteX2847" fmla="*/ 233031 w 707644"/>
              <a:gd name="connsiteY2847" fmla="*/ 48876 h 830409"/>
              <a:gd name="connsiteX2848" fmla="*/ 246398 w 707644"/>
              <a:gd name="connsiteY2848" fmla="*/ 61469 h 830409"/>
              <a:gd name="connsiteX2849" fmla="*/ 247034 w 707644"/>
              <a:gd name="connsiteY2849" fmla="*/ 68064 h 830409"/>
              <a:gd name="connsiteX2850" fmla="*/ 157811 w 707644"/>
              <a:gd name="connsiteY2850" fmla="*/ 198337 h 830409"/>
              <a:gd name="connsiteX2851" fmla="*/ 157903 w 707644"/>
              <a:gd name="connsiteY2851" fmla="*/ 198394 h 830409"/>
              <a:gd name="connsiteX2852" fmla="*/ 161813 w 707644"/>
              <a:gd name="connsiteY2852" fmla="*/ 205947 h 830409"/>
              <a:gd name="connsiteX2853" fmla="*/ 161094 w 707644"/>
              <a:gd name="connsiteY2853" fmla="*/ 205167 h 830409"/>
              <a:gd name="connsiteX2854" fmla="*/ 137639 w 707644"/>
              <a:gd name="connsiteY2854" fmla="*/ 238204 h 830409"/>
              <a:gd name="connsiteX2855" fmla="*/ 140287 w 707644"/>
              <a:gd name="connsiteY2855" fmla="*/ 240143 h 830409"/>
              <a:gd name="connsiteX2856" fmla="*/ 150045 w 707644"/>
              <a:gd name="connsiteY2856" fmla="*/ 255595 h 830409"/>
              <a:gd name="connsiteX2857" fmla="*/ 228748 w 707644"/>
              <a:gd name="connsiteY2857" fmla="*/ 44495 h 830409"/>
              <a:gd name="connsiteX2858" fmla="*/ 238717 w 707644"/>
              <a:gd name="connsiteY2858" fmla="*/ 40130 h 830409"/>
              <a:gd name="connsiteX2859" fmla="*/ 239758 w 707644"/>
              <a:gd name="connsiteY2859" fmla="*/ 41134 h 830409"/>
              <a:gd name="connsiteX2860" fmla="*/ 258376 w 707644"/>
              <a:gd name="connsiteY2860" fmla="*/ 58922 h 830409"/>
              <a:gd name="connsiteX2861" fmla="*/ 263194 w 707644"/>
              <a:gd name="connsiteY2861" fmla="*/ 63522 h 830409"/>
              <a:gd name="connsiteX2862" fmla="*/ 244726 w 707644"/>
              <a:gd name="connsiteY2862" fmla="*/ 53786 h 830409"/>
              <a:gd name="connsiteX2863" fmla="*/ 229817 w 707644"/>
              <a:gd name="connsiteY2863" fmla="*/ 45873 h 830409"/>
              <a:gd name="connsiteX2864" fmla="*/ 228420 w 707644"/>
              <a:gd name="connsiteY2864" fmla="*/ 45131 h 830409"/>
              <a:gd name="connsiteX2865" fmla="*/ 229817 w 707644"/>
              <a:gd name="connsiteY2865" fmla="*/ 45873 h 830409"/>
              <a:gd name="connsiteX2866" fmla="*/ 230642 w 707644"/>
              <a:gd name="connsiteY2866" fmla="*/ 46936 h 830409"/>
              <a:gd name="connsiteX2867" fmla="*/ 139911 w 707644"/>
              <a:gd name="connsiteY2867" fmla="*/ 228763 h 830409"/>
              <a:gd name="connsiteX2868" fmla="*/ 151188 w 707644"/>
              <a:gd name="connsiteY2868" fmla="*/ 236389 h 830409"/>
              <a:gd name="connsiteX2869" fmla="*/ 180727 w 707644"/>
              <a:gd name="connsiteY2869" fmla="*/ 265695 h 830409"/>
              <a:gd name="connsiteX2870" fmla="*/ 202732 w 707644"/>
              <a:gd name="connsiteY2870" fmla="*/ 291116 h 830409"/>
              <a:gd name="connsiteX2871" fmla="*/ 207374 w 707644"/>
              <a:gd name="connsiteY2871" fmla="*/ 299128 h 830409"/>
              <a:gd name="connsiteX2872" fmla="*/ 177299 w 707644"/>
              <a:gd name="connsiteY2872" fmla="*/ 270045 h 830409"/>
              <a:gd name="connsiteX2873" fmla="*/ 158591 w 707644"/>
              <a:gd name="connsiteY2873" fmla="*/ 254168 h 830409"/>
              <a:gd name="connsiteX2874" fmla="*/ 155656 w 707644"/>
              <a:gd name="connsiteY2874" fmla="*/ 249097 h 830409"/>
              <a:gd name="connsiteX2875" fmla="*/ 227912 w 707644"/>
              <a:gd name="connsiteY2875" fmla="*/ 44861 h 830409"/>
              <a:gd name="connsiteX2876" fmla="*/ 228026 w 707644"/>
              <a:gd name="connsiteY2876" fmla="*/ 44811 h 830409"/>
              <a:gd name="connsiteX2877" fmla="*/ 228420 w 707644"/>
              <a:gd name="connsiteY2877" fmla="*/ 45131 h 830409"/>
              <a:gd name="connsiteX2878" fmla="*/ 224738 w 707644"/>
              <a:gd name="connsiteY2878" fmla="*/ 46251 h 830409"/>
              <a:gd name="connsiteX2879" fmla="*/ 225931 w 707644"/>
              <a:gd name="connsiteY2879" fmla="*/ 45729 h 830409"/>
              <a:gd name="connsiteX2880" fmla="*/ 228297 w 707644"/>
              <a:gd name="connsiteY2880" fmla="*/ 53642 h 830409"/>
              <a:gd name="connsiteX2881" fmla="*/ 155364 w 707644"/>
              <a:gd name="connsiteY2881" fmla="*/ 185576 h 830409"/>
              <a:gd name="connsiteX2882" fmla="*/ 168562 w 707644"/>
              <a:gd name="connsiteY2882" fmla="*/ 208530 h 830409"/>
              <a:gd name="connsiteX2883" fmla="*/ 168060 w 707644"/>
              <a:gd name="connsiteY2883" fmla="*/ 208020 h 830409"/>
              <a:gd name="connsiteX2884" fmla="*/ 157348 w 707644"/>
              <a:gd name="connsiteY2884" fmla="*/ 190344 h 830409"/>
              <a:gd name="connsiteX2885" fmla="*/ 208173 w 707644"/>
              <a:gd name="connsiteY2885" fmla="*/ 73568 h 830409"/>
              <a:gd name="connsiteX2886" fmla="*/ 214746 w 707644"/>
              <a:gd name="connsiteY2886" fmla="*/ 73188 h 830409"/>
              <a:gd name="connsiteX2887" fmla="*/ 216761 w 707644"/>
              <a:gd name="connsiteY2887" fmla="*/ 77688 h 830409"/>
              <a:gd name="connsiteX2888" fmla="*/ 228899 w 707644"/>
              <a:gd name="connsiteY2888" fmla="*/ 98307 h 830409"/>
              <a:gd name="connsiteX2889" fmla="*/ 228506 w 707644"/>
              <a:gd name="connsiteY2889" fmla="*/ 97851 h 830409"/>
              <a:gd name="connsiteX2890" fmla="*/ 214306 w 707644"/>
              <a:gd name="connsiteY2890" fmla="*/ 83906 h 830409"/>
              <a:gd name="connsiteX2891" fmla="*/ 166972 w 707644"/>
              <a:gd name="connsiteY2891" fmla="*/ 159446 h 830409"/>
              <a:gd name="connsiteX2892" fmla="*/ 186047 w 707644"/>
              <a:gd name="connsiteY2892" fmla="*/ 174063 h 830409"/>
              <a:gd name="connsiteX2893" fmla="*/ 208321 w 707644"/>
              <a:gd name="connsiteY2893" fmla="*/ 208625 h 830409"/>
              <a:gd name="connsiteX2894" fmla="*/ 207809 w 707644"/>
              <a:gd name="connsiteY2894" fmla="*/ 208441 h 830409"/>
              <a:gd name="connsiteX2895" fmla="*/ 185677 w 707644"/>
              <a:gd name="connsiteY2895" fmla="*/ 190498 h 830409"/>
              <a:gd name="connsiteX2896" fmla="*/ 181313 w 707644"/>
              <a:gd name="connsiteY2896" fmla="*/ 183766 h 830409"/>
              <a:gd name="connsiteX2897" fmla="*/ 166972 w 707644"/>
              <a:gd name="connsiteY2897" fmla="*/ 159446 h 830409"/>
              <a:gd name="connsiteX2898" fmla="*/ 159433 w 707644"/>
              <a:gd name="connsiteY2898" fmla="*/ 171529 h 830409"/>
              <a:gd name="connsiteX2899" fmla="*/ 173424 w 707644"/>
              <a:gd name="connsiteY2899" fmla="*/ 180564 h 830409"/>
              <a:gd name="connsiteX2900" fmla="*/ 185677 w 707644"/>
              <a:gd name="connsiteY2900" fmla="*/ 190498 h 830409"/>
              <a:gd name="connsiteX2901" fmla="*/ 188645 w 707644"/>
              <a:gd name="connsiteY2901" fmla="*/ 195077 h 830409"/>
              <a:gd name="connsiteX2902" fmla="*/ 195808 w 707644"/>
              <a:gd name="connsiteY2902" fmla="*/ 204142 h 830409"/>
              <a:gd name="connsiteX2903" fmla="*/ 193666 w 707644"/>
              <a:gd name="connsiteY2903" fmla="*/ 203374 h 830409"/>
              <a:gd name="connsiteX2904" fmla="*/ 174678 w 707644"/>
              <a:gd name="connsiteY2904" fmla="*/ 187762 h 830409"/>
              <a:gd name="connsiteX2905" fmla="*/ 168226 w 707644"/>
              <a:gd name="connsiteY2905" fmla="*/ 182638 h 830409"/>
              <a:gd name="connsiteX2906" fmla="*/ 167843 w 707644"/>
              <a:gd name="connsiteY2906" fmla="*/ 182286 h 830409"/>
              <a:gd name="connsiteX2907" fmla="*/ 6430 w 707644"/>
              <a:gd name="connsiteY2907" fmla="*/ 488697 h 830409"/>
              <a:gd name="connsiteX2908" fmla="*/ 34828 w 707644"/>
              <a:gd name="connsiteY2908" fmla="*/ 517709 h 830409"/>
              <a:gd name="connsiteX2909" fmla="*/ 17215 w 707644"/>
              <a:gd name="connsiteY2909" fmla="*/ 519577 h 830409"/>
              <a:gd name="connsiteX2910" fmla="*/ 7479 w 707644"/>
              <a:gd name="connsiteY2910" fmla="*/ 495595 h 830409"/>
              <a:gd name="connsiteX2911" fmla="*/ 152541 w 707644"/>
              <a:gd name="connsiteY2911" fmla="*/ 175242 h 830409"/>
              <a:gd name="connsiteX2912" fmla="*/ 197899 w 707644"/>
              <a:gd name="connsiteY2912" fmla="*/ 227106 h 830409"/>
              <a:gd name="connsiteX2913" fmla="*/ 206910 w 707644"/>
              <a:gd name="connsiteY2913" fmla="*/ 238302 h 830409"/>
              <a:gd name="connsiteX2914" fmla="*/ 163200 w 707644"/>
              <a:gd name="connsiteY2914" fmla="*/ 189330 h 830409"/>
              <a:gd name="connsiteX2915" fmla="*/ 138431 w 707644"/>
              <a:gd name="connsiteY2915" fmla="*/ 202704 h 830409"/>
              <a:gd name="connsiteX2916" fmla="*/ 152522 w 707644"/>
              <a:gd name="connsiteY2916" fmla="*/ 211126 h 830409"/>
              <a:gd name="connsiteX2917" fmla="*/ 155421 w 707644"/>
              <a:gd name="connsiteY2917" fmla="*/ 214885 h 830409"/>
              <a:gd name="connsiteX2918" fmla="*/ 167737 w 707644"/>
              <a:gd name="connsiteY2918" fmla="*/ 222249 h 830409"/>
              <a:gd name="connsiteX2919" fmla="*/ 166809 w 707644"/>
              <a:gd name="connsiteY2919" fmla="*/ 219813 h 830409"/>
              <a:gd name="connsiteX2920" fmla="*/ 170431 w 707644"/>
              <a:gd name="connsiteY2920" fmla="*/ 222406 h 830409"/>
              <a:gd name="connsiteX2921" fmla="*/ 171665 w 707644"/>
              <a:gd name="connsiteY2921" fmla="*/ 224751 h 830409"/>
              <a:gd name="connsiteX2922" fmla="*/ 176068 w 707644"/>
              <a:gd name="connsiteY2922" fmla="*/ 235330 h 830409"/>
              <a:gd name="connsiteX2923" fmla="*/ 195101 w 707644"/>
              <a:gd name="connsiteY2923" fmla="*/ 275180 h 830409"/>
              <a:gd name="connsiteX2924" fmla="*/ 155664 w 707644"/>
              <a:gd name="connsiteY2924" fmla="*/ 227239 h 830409"/>
              <a:gd name="connsiteX2925" fmla="*/ 207096 w 707644"/>
              <a:gd name="connsiteY2925" fmla="*/ 56105 h 830409"/>
              <a:gd name="connsiteX2926" fmla="*/ 217286 w 707644"/>
              <a:gd name="connsiteY2926" fmla="*/ 49514 h 830409"/>
              <a:gd name="connsiteX2927" fmla="*/ 218059 w 707644"/>
              <a:gd name="connsiteY2927" fmla="*/ 49176 h 830409"/>
              <a:gd name="connsiteX2928" fmla="*/ 220881 w 707644"/>
              <a:gd name="connsiteY2928" fmla="*/ 69100 h 830409"/>
              <a:gd name="connsiteX2929" fmla="*/ 223349 w 707644"/>
              <a:gd name="connsiteY2929" fmla="*/ 72691 h 830409"/>
              <a:gd name="connsiteX2930" fmla="*/ 214746 w 707644"/>
              <a:gd name="connsiteY2930" fmla="*/ 73188 h 830409"/>
              <a:gd name="connsiteX2931" fmla="*/ 128024 w 707644"/>
              <a:gd name="connsiteY2931" fmla="*/ 220725 h 830409"/>
              <a:gd name="connsiteX2932" fmla="*/ 138452 w 707644"/>
              <a:gd name="connsiteY2932" fmla="*/ 227777 h 830409"/>
              <a:gd name="connsiteX2933" fmla="*/ 139310 w 707644"/>
              <a:gd name="connsiteY2933" fmla="*/ 228942 h 830409"/>
              <a:gd name="connsiteX2934" fmla="*/ 151988 w 707644"/>
              <a:gd name="connsiteY2934" fmla="*/ 248715 h 830409"/>
              <a:gd name="connsiteX2935" fmla="*/ 140287 w 707644"/>
              <a:gd name="connsiteY2935" fmla="*/ 240143 h 830409"/>
              <a:gd name="connsiteX2936" fmla="*/ 164954 w 707644"/>
              <a:gd name="connsiteY2936" fmla="*/ 143687 h 830409"/>
              <a:gd name="connsiteX2937" fmla="*/ 194535 w 707644"/>
              <a:gd name="connsiteY2937" fmla="*/ 159583 h 830409"/>
              <a:gd name="connsiteX2938" fmla="*/ 214379 w 707644"/>
              <a:gd name="connsiteY2938" fmla="*/ 192754 h 830409"/>
              <a:gd name="connsiteX2939" fmla="*/ 218971 w 707644"/>
              <a:gd name="connsiteY2939" fmla="*/ 199393 h 830409"/>
              <a:gd name="connsiteX2940" fmla="*/ 217459 w 707644"/>
              <a:gd name="connsiteY2940" fmla="*/ 198133 h 830409"/>
              <a:gd name="connsiteX2941" fmla="*/ 186047 w 707644"/>
              <a:gd name="connsiteY2941" fmla="*/ 174063 h 830409"/>
              <a:gd name="connsiteX2942" fmla="*/ 171092 w 707644"/>
              <a:gd name="connsiteY2942" fmla="*/ 150858 h 830409"/>
              <a:gd name="connsiteX2943" fmla="*/ 150476 w 707644"/>
              <a:gd name="connsiteY2943" fmla="*/ 172814 h 830409"/>
              <a:gd name="connsiteX2944" fmla="*/ 150778 w 707644"/>
              <a:gd name="connsiteY2944" fmla="*/ 172912 h 830409"/>
              <a:gd name="connsiteX2945" fmla="*/ 152541 w 707644"/>
              <a:gd name="connsiteY2945" fmla="*/ 175242 h 830409"/>
              <a:gd name="connsiteX2946" fmla="*/ 150516 w 707644"/>
              <a:gd name="connsiteY2946" fmla="*/ 172927 h 830409"/>
              <a:gd name="connsiteX2947" fmla="*/ 50054 w 707644"/>
              <a:gd name="connsiteY2947" fmla="*/ 381508 h 830409"/>
              <a:gd name="connsiteX2948" fmla="*/ 50999 w 707644"/>
              <a:gd name="connsiteY2948" fmla="*/ 383081 h 830409"/>
              <a:gd name="connsiteX2949" fmla="*/ 62541 w 707644"/>
              <a:gd name="connsiteY2949" fmla="*/ 400016 h 830409"/>
              <a:gd name="connsiteX2950" fmla="*/ 77454 w 707644"/>
              <a:gd name="connsiteY2950" fmla="*/ 432326 h 830409"/>
              <a:gd name="connsiteX2951" fmla="*/ 78117 w 707644"/>
              <a:gd name="connsiteY2951" fmla="*/ 433544 h 830409"/>
              <a:gd name="connsiteX2952" fmla="*/ 72489 w 707644"/>
              <a:gd name="connsiteY2952" fmla="*/ 427343 h 830409"/>
              <a:gd name="connsiteX2953" fmla="*/ 8788 w 707644"/>
              <a:gd name="connsiteY2953" fmla="*/ 462279 h 830409"/>
              <a:gd name="connsiteX2954" fmla="*/ 15792 w 707644"/>
              <a:gd name="connsiteY2954" fmla="*/ 470353 h 830409"/>
              <a:gd name="connsiteX2955" fmla="*/ 24555 w 707644"/>
              <a:gd name="connsiteY2955" fmla="*/ 483086 h 830409"/>
              <a:gd name="connsiteX2956" fmla="*/ 46237 w 707644"/>
              <a:gd name="connsiteY2956" fmla="*/ 511251 h 830409"/>
              <a:gd name="connsiteX2957" fmla="*/ 51676 w 707644"/>
              <a:gd name="connsiteY2957" fmla="*/ 518624 h 830409"/>
              <a:gd name="connsiteX2958" fmla="*/ 46498 w 707644"/>
              <a:gd name="connsiteY2958" fmla="*/ 518229 h 830409"/>
              <a:gd name="connsiteX2959" fmla="*/ 10063 w 707644"/>
              <a:gd name="connsiteY2959" fmla="*/ 464488 h 830409"/>
              <a:gd name="connsiteX2960" fmla="*/ 108787 w 707644"/>
              <a:gd name="connsiteY2960" fmla="*/ 252467 h 830409"/>
              <a:gd name="connsiteX2961" fmla="*/ 112018 w 707644"/>
              <a:gd name="connsiteY2961" fmla="*/ 255201 h 830409"/>
              <a:gd name="connsiteX2962" fmla="*/ 113431 w 707644"/>
              <a:gd name="connsiteY2962" fmla="*/ 257542 h 830409"/>
              <a:gd name="connsiteX2963" fmla="*/ 133280 w 707644"/>
              <a:gd name="connsiteY2963" fmla="*/ 288964 h 830409"/>
              <a:gd name="connsiteX2964" fmla="*/ 134048 w 707644"/>
              <a:gd name="connsiteY2964" fmla="*/ 290146 h 830409"/>
              <a:gd name="connsiteX2965" fmla="*/ 131799 w 707644"/>
              <a:gd name="connsiteY2965" fmla="*/ 288741 h 830409"/>
              <a:gd name="connsiteX2966" fmla="*/ 147466 w 707644"/>
              <a:gd name="connsiteY2966" fmla="*/ 171840 h 830409"/>
              <a:gd name="connsiteX2967" fmla="*/ 150395 w 707644"/>
              <a:gd name="connsiteY2967" fmla="*/ 172788 h 830409"/>
              <a:gd name="connsiteX2968" fmla="*/ 150516 w 707644"/>
              <a:gd name="connsiteY2968" fmla="*/ 172927 h 830409"/>
              <a:gd name="connsiteX2969" fmla="*/ 153043 w 707644"/>
              <a:gd name="connsiteY2969" fmla="*/ 179999 h 830409"/>
              <a:gd name="connsiteX2970" fmla="*/ 155364 w 707644"/>
              <a:gd name="connsiteY2970" fmla="*/ 185576 h 830409"/>
              <a:gd name="connsiteX2971" fmla="*/ 169510 w 707644"/>
              <a:gd name="connsiteY2971" fmla="*/ 118144 h 830409"/>
              <a:gd name="connsiteX2972" fmla="*/ 194589 w 707644"/>
              <a:gd name="connsiteY2972" fmla="*/ 140211 h 830409"/>
              <a:gd name="connsiteX2973" fmla="*/ 202149 w 707644"/>
              <a:gd name="connsiteY2973" fmla="*/ 147076 h 830409"/>
              <a:gd name="connsiteX2974" fmla="*/ 224270 w 707644"/>
              <a:gd name="connsiteY2974" fmla="*/ 174457 h 830409"/>
              <a:gd name="connsiteX2975" fmla="*/ 197621 w 707644"/>
              <a:gd name="connsiteY2975" fmla="*/ 161241 h 830409"/>
              <a:gd name="connsiteX2976" fmla="*/ 194535 w 707644"/>
              <a:gd name="connsiteY2976" fmla="*/ 159583 h 830409"/>
              <a:gd name="connsiteX2977" fmla="*/ 173647 w 707644"/>
              <a:gd name="connsiteY2977" fmla="*/ 124667 h 830409"/>
              <a:gd name="connsiteX2978" fmla="*/ 125267 w 707644"/>
              <a:gd name="connsiteY2978" fmla="*/ 209851 h 830409"/>
              <a:gd name="connsiteX2979" fmla="*/ 139911 w 707644"/>
              <a:gd name="connsiteY2979" fmla="*/ 228763 h 830409"/>
              <a:gd name="connsiteX2980" fmla="*/ 138452 w 707644"/>
              <a:gd name="connsiteY2980" fmla="*/ 227777 h 830409"/>
              <a:gd name="connsiteX2981" fmla="*/ 147192 w 707644"/>
              <a:gd name="connsiteY2981" fmla="*/ 163624 h 830409"/>
              <a:gd name="connsiteX2982" fmla="*/ 149705 w 707644"/>
              <a:gd name="connsiteY2982" fmla="*/ 165247 h 830409"/>
              <a:gd name="connsiteX2983" fmla="*/ 150695 w 707644"/>
              <a:gd name="connsiteY2983" fmla="*/ 166532 h 830409"/>
              <a:gd name="connsiteX2984" fmla="*/ 167843 w 707644"/>
              <a:gd name="connsiteY2984" fmla="*/ 182286 h 830409"/>
              <a:gd name="connsiteX2985" fmla="*/ 167941 w 707644"/>
              <a:gd name="connsiteY2985" fmla="*/ 182412 h 830409"/>
              <a:gd name="connsiteX2986" fmla="*/ 159559 w 707644"/>
              <a:gd name="connsiteY2986" fmla="*/ 175754 h 830409"/>
              <a:gd name="connsiteX2987" fmla="*/ 150778 w 707644"/>
              <a:gd name="connsiteY2987" fmla="*/ 172912 h 830409"/>
              <a:gd name="connsiteX2988" fmla="*/ 150272 w 707644"/>
              <a:gd name="connsiteY2988" fmla="*/ 172243 h 830409"/>
              <a:gd name="connsiteX2989" fmla="*/ 106017 w 707644"/>
              <a:gd name="connsiteY2989" fmla="*/ 245261 h 830409"/>
              <a:gd name="connsiteX2990" fmla="*/ 113064 w 707644"/>
              <a:gd name="connsiteY2990" fmla="*/ 249792 h 830409"/>
              <a:gd name="connsiteX2991" fmla="*/ 175639 w 707644"/>
              <a:gd name="connsiteY2991" fmla="*/ 302704 h 830409"/>
              <a:gd name="connsiteX2992" fmla="*/ 185776 w 707644"/>
              <a:gd name="connsiteY2992" fmla="*/ 322830 h 830409"/>
              <a:gd name="connsiteX2993" fmla="*/ 183553 w 707644"/>
              <a:gd name="connsiteY2993" fmla="*/ 321392 h 830409"/>
              <a:gd name="connsiteX2994" fmla="*/ 172671 w 707644"/>
              <a:gd name="connsiteY2994" fmla="*/ 314518 h 830409"/>
              <a:gd name="connsiteX2995" fmla="*/ 141876 w 707644"/>
              <a:gd name="connsiteY2995" fmla="*/ 280468 h 830409"/>
              <a:gd name="connsiteX2996" fmla="*/ 112018 w 707644"/>
              <a:gd name="connsiteY2996" fmla="*/ 255201 h 830409"/>
              <a:gd name="connsiteX2997" fmla="*/ 189566 w 707644"/>
              <a:gd name="connsiteY2997" fmla="*/ 67445 h 830409"/>
              <a:gd name="connsiteX2998" fmla="*/ 193544 w 707644"/>
              <a:gd name="connsiteY2998" fmla="*/ 64871 h 830409"/>
              <a:gd name="connsiteX2999" fmla="*/ 199585 w 707644"/>
              <a:gd name="connsiteY2999" fmla="*/ 69448 h 830409"/>
              <a:gd name="connsiteX3000" fmla="*/ 214306 w 707644"/>
              <a:gd name="connsiteY3000" fmla="*/ 83906 h 830409"/>
              <a:gd name="connsiteX3001" fmla="*/ 225696 w 707644"/>
              <a:gd name="connsiteY3001" fmla="*/ 103104 h 830409"/>
              <a:gd name="connsiteX3002" fmla="*/ 235262 w 707644"/>
              <a:gd name="connsiteY3002" fmla="*/ 122970 h 830409"/>
              <a:gd name="connsiteX3003" fmla="*/ 141940 w 707644"/>
              <a:gd name="connsiteY3003" fmla="*/ 164918 h 830409"/>
              <a:gd name="connsiteX3004" fmla="*/ 145240 w 707644"/>
              <a:gd name="connsiteY3004" fmla="*/ 167968 h 830409"/>
              <a:gd name="connsiteX3005" fmla="*/ 147466 w 707644"/>
              <a:gd name="connsiteY3005" fmla="*/ 171840 h 830409"/>
              <a:gd name="connsiteX3006" fmla="*/ 145810 w 707644"/>
              <a:gd name="connsiteY3006" fmla="*/ 171304 h 830409"/>
              <a:gd name="connsiteX3007" fmla="*/ 140114 w 707644"/>
              <a:gd name="connsiteY3007" fmla="*/ 159053 h 830409"/>
              <a:gd name="connsiteX3008" fmla="*/ 140462 w 707644"/>
              <a:gd name="connsiteY3008" fmla="*/ 159278 h 830409"/>
              <a:gd name="connsiteX3009" fmla="*/ 150272 w 707644"/>
              <a:gd name="connsiteY3009" fmla="*/ 172243 h 830409"/>
              <a:gd name="connsiteX3010" fmla="*/ 150476 w 707644"/>
              <a:gd name="connsiteY3010" fmla="*/ 172814 h 830409"/>
              <a:gd name="connsiteX3011" fmla="*/ 150395 w 707644"/>
              <a:gd name="connsiteY3011" fmla="*/ 172788 h 830409"/>
              <a:gd name="connsiteX3012" fmla="*/ 150144 w 707644"/>
              <a:gd name="connsiteY3012" fmla="*/ 172502 h 830409"/>
              <a:gd name="connsiteX3013" fmla="*/ 145240 w 707644"/>
              <a:gd name="connsiteY3013" fmla="*/ 167968 h 830409"/>
              <a:gd name="connsiteX3014" fmla="*/ 143194 w 707644"/>
              <a:gd name="connsiteY3014" fmla="*/ 152437 h 830409"/>
              <a:gd name="connsiteX3015" fmla="*/ 157903 w 707644"/>
              <a:gd name="connsiteY3015" fmla="*/ 169572 h 830409"/>
              <a:gd name="connsiteX3016" fmla="*/ 159433 w 707644"/>
              <a:gd name="connsiteY3016" fmla="*/ 171529 h 830409"/>
              <a:gd name="connsiteX3017" fmla="*/ 149705 w 707644"/>
              <a:gd name="connsiteY3017" fmla="*/ 165247 h 830409"/>
              <a:gd name="connsiteX3018" fmla="*/ 146101 w 707644"/>
              <a:gd name="connsiteY3018" fmla="*/ 160570 h 830409"/>
              <a:gd name="connsiteX3019" fmla="*/ 933 w 707644"/>
              <a:gd name="connsiteY3019" fmla="*/ 447844 h 830409"/>
              <a:gd name="connsiteX3020" fmla="*/ 40143 w 707644"/>
              <a:gd name="connsiteY3020" fmla="*/ 488118 h 830409"/>
              <a:gd name="connsiteX3021" fmla="*/ 56885 w 707644"/>
              <a:gd name="connsiteY3021" fmla="*/ 519021 h 830409"/>
              <a:gd name="connsiteX3022" fmla="*/ 55718 w 707644"/>
              <a:gd name="connsiteY3022" fmla="*/ 518932 h 830409"/>
              <a:gd name="connsiteX3023" fmla="*/ 28822 w 707644"/>
              <a:gd name="connsiteY3023" fmla="*/ 485373 h 830409"/>
              <a:gd name="connsiteX3024" fmla="*/ 15792 w 707644"/>
              <a:gd name="connsiteY3024" fmla="*/ 470353 h 830409"/>
              <a:gd name="connsiteX3025" fmla="*/ 13245 w 707644"/>
              <a:gd name="connsiteY3025" fmla="*/ 466651 h 830409"/>
              <a:gd name="connsiteX3026" fmla="*/ 131 w 707644"/>
              <a:gd name="connsiteY3026" fmla="*/ 447278 h 830409"/>
              <a:gd name="connsiteX3027" fmla="*/ 8788 w 707644"/>
              <a:gd name="connsiteY3027" fmla="*/ 462279 h 830409"/>
              <a:gd name="connsiteX3028" fmla="*/ 1057 w 707644"/>
              <a:gd name="connsiteY3028" fmla="*/ 453367 h 830409"/>
              <a:gd name="connsiteX3029" fmla="*/ 0 w 707644"/>
              <a:gd name="connsiteY3029" fmla="*/ 446419 h 830409"/>
              <a:gd name="connsiteX3030" fmla="*/ 933 w 707644"/>
              <a:gd name="connsiteY3030" fmla="*/ 447844 h 830409"/>
              <a:gd name="connsiteX3031" fmla="*/ 85 w 707644"/>
              <a:gd name="connsiteY3031" fmla="*/ 446972 h 830409"/>
              <a:gd name="connsiteX3032" fmla="*/ 71444 w 707644"/>
              <a:gd name="connsiteY3032" fmla="*/ 295676 h 830409"/>
              <a:gd name="connsiteX3033" fmla="*/ 84224 w 707644"/>
              <a:gd name="connsiteY3033" fmla="*/ 309907 h 830409"/>
              <a:gd name="connsiteX3034" fmla="*/ 155767 w 707644"/>
              <a:gd name="connsiteY3034" fmla="*/ 397158 h 830409"/>
              <a:gd name="connsiteX3035" fmla="*/ 183134 w 707644"/>
              <a:gd name="connsiteY3035" fmla="*/ 431491 h 830409"/>
              <a:gd name="connsiteX3036" fmla="*/ 201725 w 707644"/>
              <a:gd name="connsiteY3036" fmla="*/ 461358 h 830409"/>
              <a:gd name="connsiteX3037" fmla="*/ 156641 w 707644"/>
              <a:gd name="connsiteY3037" fmla="*/ 420676 h 830409"/>
              <a:gd name="connsiteX3038" fmla="*/ 114849 w 707644"/>
              <a:gd name="connsiteY3038" fmla="*/ 368205 h 830409"/>
              <a:gd name="connsiteX3039" fmla="*/ 107354 w 707644"/>
              <a:gd name="connsiteY3039" fmla="*/ 355829 h 830409"/>
              <a:gd name="connsiteX3040" fmla="*/ 52080 w 707644"/>
              <a:gd name="connsiteY3040" fmla="*/ 336022 h 830409"/>
              <a:gd name="connsiteX3041" fmla="*/ 82754 w 707644"/>
              <a:gd name="connsiteY3041" fmla="*/ 370933 h 830409"/>
              <a:gd name="connsiteX3042" fmla="*/ 66567 w 707644"/>
              <a:gd name="connsiteY3042" fmla="*/ 353337 h 830409"/>
              <a:gd name="connsiteX3043" fmla="*/ 111525 w 707644"/>
              <a:gd name="connsiteY3043" fmla="*/ 209975 h 830409"/>
              <a:gd name="connsiteX3044" fmla="*/ 115535 w 707644"/>
              <a:gd name="connsiteY3044" fmla="*/ 212279 h 830409"/>
              <a:gd name="connsiteX3045" fmla="*/ 120319 w 707644"/>
              <a:gd name="connsiteY3045" fmla="*/ 215515 h 830409"/>
              <a:gd name="connsiteX3046" fmla="*/ 133193 w 707644"/>
              <a:gd name="connsiteY3046" fmla="*/ 231970 h 830409"/>
              <a:gd name="connsiteX3047" fmla="*/ 137639 w 707644"/>
              <a:gd name="connsiteY3047" fmla="*/ 238204 h 830409"/>
              <a:gd name="connsiteX3048" fmla="*/ 123657 w 707644"/>
              <a:gd name="connsiteY3048" fmla="*/ 227961 h 830409"/>
              <a:gd name="connsiteX3049" fmla="*/ 129088 w 707644"/>
              <a:gd name="connsiteY3049" fmla="*/ 168100 h 830409"/>
              <a:gd name="connsiteX3050" fmla="*/ 134403 w 707644"/>
              <a:gd name="connsiteY3050" fmla="*/ 167613 h 830409"/>
              <a:gd name="connsiteX3051" fmla="*/ 145810 w 707644"/>
              <a:gd name="connsiteY3051" fmla="*/ 171304 h 830409"/>
              <a:gd name="connsiteX3052" fmla="*/ 157348 w 707644"/>
              <a:gd name="connsiteY3052" fmla="*/ 190344 h 830409"/>
              <a:gd name="connsiteX3053" fmla="*/ 162246 w 707644"/>
              <a:gd name="connsiteY3053" fmla="*/ 202116 h 830409"/>
              <a:gd name="connsiteX3054" fmla="*/ 159645 w 707644"/>
              <a:gd name="connsiteY3054" fmla="*/ 199473 h 830409"/>
              <a:gd name="connsiteX3055" fmla="*/ 157903 w 707644"/>
              <a:gd name="connsiteY3055" fmla="*/ 198394 h 830409"/>
              <a:gd name="connsiteX3056" fmla="*/ 157369 w 707644"/>
              <a:gd name="connsiteY3056" fmla="*/ 197363 h 830409"/>
              <a:gd name="connsiteX3057" fmla="*/ 155185 w 707644"/>
              <a:gd name="connsiteY3057" fmla="*/ 192873 h 830409"/>
              <a:gd name="connsiteX3058" fmla="*/ 157811 w 707644"/>
              <a:gd name="connsiteY3058" fmla="*/ 198337 h 830409"/>
              <a:gd name="connsiteX3059" fmla="*/ 151490 w 707644"/>
              <a:gd name="connsiteY3059" fmla="*/ 194420 h 830409"/>
              <a:gd name="connsiteX3060" fmla="*/ 150492 w 707644"/>
              <a:gd name="connsiteY3060" fmla="*/ 193675 h 830409"/>
              <a:gd name="connsiteX3061" fmla="*/ 136704 w 707644"/>
              <a:gd name="connsiteY3061" fmla="*/ 178728 h 830409"/>
              <a:gd name="connsiteX3062" fmla="*/ 166103 w 707644"/>
              <a:gd name="connsiteY3062" fmla="*/ 82621 h 830409"/>
              <a:gd name="connsiteX3063" fmla="*/ 179660 w 707644"/>
              <a:gd name="connsiteY3063" fmla="*/ 73852 h 830409"/>
              <a:gd name="connsiteX3064" fmla="*/ 179719 w 707644"/>
              <a:gd name="connsiteY3064" fmla="*/ 73975 h 830409"/>
              <a:gd name="connsiteX3065" fmla="*/ 202931 w 707644"/>
              <a:gd name="connsiteY3065" fmla="*/ 121060 h 830409"/>
              <a:gd name="connsiteX3066" fmla="*/ 183105 w 707644"/>
              <a:gd name="connsiteY3066" fmla="*/ 103799 h 830409"/>
              <a:gd name="connsiteX3067" fmla="*/ 179667 w 707644"/>
              <a:gd name="connsiteY3067" fmla="*/ 101200 h 830409"/>
              <a:gd name="connsiteX3068" fmla="*/ 93427 w 707644"/>
              <a:gd name="connsiteY3068" fmla="*/ 231425 h 830409"/>
              <a:gd name="connsiteX3069" fmla="*/ 98629 w 707644"/>
              <a:gd name="connsiteY3069" fmla="*/ 232642 h 830409"/>
              <a:gd name="connsiteX3070" fmla="*/ 100002 w 707644"/>
              <a:gd name="connsiteY3070" fmla="*/ 235297 h 830409"/>
              <a:gd name="connsiteX3071" fmla="*/ 106017 w 707644"/>
              <a:gd name="connsiteY3071" fmla="*/ 245261 h 830409"/>
              <a:gd name="connsiteX3072" fmla="*/ 102307 w 707644"/>
              <a:gd name="connsiteY3072" fmla="*/ 242875 h 830409"/>
              <a:gd name="connsiteX3073" fmla="*/ 80892 w 707644"/>
              <a:gd name="connsiteY3073" fmla="*/ 256968 h 830409"/>
              <a:gd name="connsiteX3074" fmla="*/ 92869 w 707644"/>
              <a:gd name="connsiteY3074" fmla="*/ 264421 h 830409"/>
              <a:gd name="connsiteX3075" fmla="*/ 93019 w 707644"/>
              <a:gd name="connsiteY3075" fmla="*/ 264586 h 830409"/>
              <a:gd name="connsiteX3076" fmla="*/ 113760 w 707644"/>
              <a:gd name="connsiteY3076" fmla="*/ 292384 h 830409"/>
              <a:gd name="connsiteX3077" fmla="*/ 153758 w 707644"/>
              <a:gd name="connsiteY3077" fmla="*/ 350309 h 830409"/>
              <a:gd name="connsiteX3078" fmla="*/ 152222 w 707644"/>
              <a:gd name="connsiteY3078" fmla="*/ 348890 h 830409"/>
              <a:gd name="connsiteX3079" fmla="*/ 144339 w 707644"/>
              <a:gd name="connsiteY3079" fmla="*/ 338747 h 830409"/>
              <a:gd name="connsiteX3080" fmla="*/ 37402 w 707644"/>
              <a:gd name="connsiteY3080" fmla="*/ 344354 h 830409"/>
              <a:gd name="connsiteX3081" fmla="*/ 55384 w 707644"/>
              <a:gd name="connsiteY3081" fmla="*/ 370022 h 830409"/>
              <a:gd name="connsiteX3082" fmla="*/ 140245 w 707644"/>
              <a:gd name="connsiteY3082" fmla="*/ 479403 h 830409"/>
              <a:gd name="connsiteX3083" fmla="*/ 151241 w 707644"/>
              <a:gd name="connsiteY3083" fmla="*/ 500525 h 830409"/>
              <a:gd name="connsiteX3084" fmla="*/ 189969 w 707644"/>
              <a:gd name="connsiteY3084" fmla="*/ 562024 h 830409"/>
              <a:gd name="connsiteX3085" fmla="*/ 175038 w 707644"/>
              <a:gd name="connsiteY3085" fmla="*/ 551598 h 830409"/>
              <a:gd name="connsiteX3086" fmla="*/ 135955 w 707644"/>
              <a:gd name="connsiteY3086" fmla="*/ 501357 h 830409"/>
              <a:gd name="connsiteX3087" fmla="*/ 73219 w 707644"/>
              <a:gd name="connsiteY3087" fmla="*/ 415683 h 830409"/>
              <a:gd name="connsiteX3088" fmla="*/ 62541 w 707644"/>
              <a:gd name="connsiteY3088" fmla="*/ 400016 h 830409"/>
              <a:gd name="connsiteX3089" fmla="*/ 46796 w 707644"/>
              <a:gd name="connsiteY3089" fmla="*/ 365902 h 830409"/>
              <a:gd name="connsiteX3090" fmla="*/ 121462 w 707644"/>
              <a:gd name="connsiteY3090" fmla="*/ 168799 h 830409"/>
              <a:gd name="connsiteX3091" fmla="*/ 122095 w 707644"/>
              <a:gd name="connsiteY3091" fmla="*/ 168741 h 830409"/>
              <a:gd name="connsiteX3092" fmla="*/ 138311 w 707644"/>
              <a:gd name="connsiteY3092" fmla="*/ 184579 h 830409"/>
              <a:gd name="connsiteX3093" fmla="*/ 150492 w 707644"/>
              <a:gd name="connsiteY3093" fmla="*/ 193675 h 830409"/>
              <a:gd name="connsiteX3094" fmla="*/ 161094 w 707644"/>
              <a:gd name="connsiteY3094" fmla="*/ 205167 h 830409"/>
              <a:gd name="connsiteX3095" fmla="*/ 161734 w 707644"/>
              <a:gd name="connsiteY3095" fmla="*/ 206498 h 830409"/>
              <a:gd name="connsiteX3096" fmla="*/ 166809 w 707644"/>
              <a:gd name="connsiteY3096" fmla="*/ 219813 h 830409"/>
              <a:gd name="connsiteX3097" fmla="*/ 165560 w 707644"/>
              <a:gd name="connsiteY3097" fmla="*/ 218919 h 830409"/>
              <a:gd name="connsiteX3098" fmla="*/ 152522 w 707644"/>
              <a:gd name="connsiteY3098" fmla="*/ 211126 h 830409"/>
              <a:gd name="connsiteX3099" fmla="*/ 140990 w 707644"/>
              <a:gd name="connsiteY3099" fmla="*/ 196172 h 830409"/>
              <a:gd name="connsiteX3100" fmla="*/ 44676 w 707644"/>
              <a:gd name="connsiteY3100" fmla="*/ 327173 h 830409"/>
              <a:gd name="connsiteX3101" fmla="*/ 52080 w 707644"/>
              <a:gd name="connsiteY3101" fmla="*/ 336022 h 830409"/>
              <a:gd name="connsiteX3102" fmla="*/ 48267 w 707644"/>
              <a:gd name="connsiteY3102" fmla="*/ 331681 h 830409"/>
              <a:gd name="connsiteX3103" fmla="*/ 157601 w 707644"/>
              <a:gd name="connsiteY3103" fmla="*/ 89038 h 830409"/>
              <a:gd name="connsiteX3104" fmla="*/ 160325 w 707644"/>
              <a:gd name="connsiteY3104" fmla="*/ 86576 h 830409"/>
              <a:gd name="connsiteX3105" fmla="*/ 179667 w 707644"/>
              <a:gd name="connsiteY3105" fmla="*/ 101200 h 830409"/>
              <a:gd name="connsiteX3106" fmla="*/ 181733 w 707644"/>
              <a:gd name="connsiteY3106" fmla="*/ 104030 h 830409"/>
              <a:gd name="connsiteX3107" fmla="*/ 219671 w 707644"/>
              <a:gd name="connsiteY3107" fmla="*/ 155701 h 830409"/>
              <a:gd name="connsiteX3108" fmla="*/ 226084 w 707644"/>
              <a:gd name="connsiteY3108" fmla="*/ 168816 h 830409"/>
              <a:gd name="connsiteX3109" fmla="*/ 202149 w 707644"/>
              <a:gd name="connsiteY3109" fmla="*/ 147076 h 830409"/>
              <a:gd name="connsiteX3110" fmla="*/ 169568 w 707644"/>
              <a:gd name="connsiteY3110" fmla="*/ 106751 h 830409"/>
              <a:gd name="connsiteX3111" fmla="*/ 127365 w 707644"/>
              <a:gd name="connsiteY3111" fmla="*/ 151495 h 830409"/>
              <a:gd name="connsiteX3112" fmla="*/ 128501 w 707644"/>
              <a:gd name="connsiteY3112" fmla="*/ 151554 h 830409"/>
              <a:gd name="connsiteX3113" fmla="*/ 137158 w 707644"/>
              <a:gd name="connsiteY3113" fmla="*/ 157144 h 830409"/>
              <a:gd name="connsiteX3114" fmla="*/ 137493 w 707644"/>
              <a:gd name="connsiteY3114" fmla="*/ 157581 h 830409"/>
              <a:gd name="connsiteX3115" fmla="*/ 141940 w 707644"/>
              <a:gd name="connsiteY3115" fmla="*/ 164918 h 830409"/>
              <a:gd name="connsiteX3116" fmla="*/ 133609 w 707644"/>
              <a:gd name="connsiteY3116" fmla="*/ 157218 h 830409"/>
              <a:gd name="connsiteX3117" fmla="*/ 127365 w 707644"/>
              <a:gd name="connsiteY3117" fmla="*/ 151495 h 830409"/>
              <a:gd name="connsiteX3118" fmla="*/ 17179 w 707644"/>
              <a:gd name="connsiteY3118" fmla="*/ 374781 h 830409"/>
              <a:gd name="connsiteX3119" fmla="*/ 64945 w 707644"/>
              <a:gd name="connsiteY3119" fmla="*/ 419033 h 830409"/>
              <a:gd name="connsiteX3120" fmla="*/ 72489 w 707644"/>
              <a:gd name="connsiteY3120" fmla="*/ 427343 h 830409"/>
              <a:gd name="connsiteX3121" fmla="*/ 108649 w 707644"/>
              <a:gd name="connsiteY3121" fmla="*/ 501221 h 830409"/>
              <a:gd name="connsiteX3122" fmla="*/ 148811 w 707644"/>
              <a:gd name="connsiteY3122" fmla="*/ 575674 h 830409"/>
              <a:gd name="connsiteX3123" fmla="*/ 146586 w 707644"/>
              <a:gd name="connsiteY3123" fmla="*/ 574457 h 830409"/>
              <a:gd name="connsiteX3124" fmla="*/ 139576 w 707644"/>
              <a:gd name="connsiteY3124" fmla="*/ 568880 h 830409"/>
              <a:gd name="connsiteX3125" fmla="*/ 138009 w 707644"/>
              <a:gd name="connsiteY3125" fmla="*/ 567744 h 830409"/>
              <a:gd name="connsiteX3126" fmla="*/ 91474 w 707644"/>
              <a:gd name="connsiteY3126" fmla="*/ 492981 h 830409"/>
              <a:gd name="connsiteX3127" fmla="*/ 56101 w 707644"/>
              <a:gd name="connsiteY3127" fmla="*/ 443862 h 830409"/>
              <a:gd name="connsiteX3128" fmla="*/ 35436 w 707644"/>
              <a:gd name="connsiteY3128" fmla="*/ 409363 h 830409"/>
              <a:gd name="connsiteX3129" fmla="*/ 147157 w 707644"/>
              <a:gd name="connsiteY3129" fmla="*/ 98476 h 830409"/>
              <a:gd name="connsiteX3130" fmla="*/ 153437 w 707644"/>
              <a:gd name="connsiteY3130" fmla="*/ 92800 h 830409"/>
              <a:gd name="connsiteX3131" fmla="*/ 169510 w 707644"/>
              <a:gd name="connsiteY3131" fmla="*/ 118144 h 830409"/>
              <a:gd name="connsiteX3132" fmla="*/ 103433 w 707644"/>
              <a:gd name="connsiteY3132" fmla="*/ 181785 h 830409"/>
              <a:gd name="connsiteX3133" fmla="*/ 125060 w 707644"/>
              <a:gd name="connsiteY3133" fmla="*/ 209569 h 830409"/>
              <a:gd name="connsiteX3134" fmla="*/ 125267 w 707644"/>
              <a:gd name="connsiteY3134" fmla="*/ 209851 h 830409"/>
              <a:gd name="connsiteX3135" fmla="*/ 124700 w 707644"/>
              <a:gd name="connsiteY3135" fmla="*/ 209118 h 830409"/>
              <a:gd name="connsiteX3136" fmla="*/ 112510 w 707644"/>
              <a:gd name="connsiteY3136" fmla="*/ 196159 h 830409"/>
              <a:gd name="connsiteX3137" fmla="*/ 125957 w 707644"/>
              <a:gd name="connsiteY3137" fmla="*/ 134432 h 830409"/>
              <a:gd name="connsiteX3138" fmla="*/ 146101 w 707644"/>
              <a:gd name="connsiteY3138" fmla="*/ 160570 h 830409"/>
              <a:gd name="connsiteX3139" fmla="*/ 147192 w 707644"/>
              <a:gd name="connsiteY3139" fmla="*/ 163624 h 830409"/>
              <a:gd name="connsiteX3140" fmla="*/ 140462 w 707644"/>
              <a:gd name="connsiteY3140" fmla="*/ 159278 h 830409"/>
              <a:gd name="connsiteX3141" fmla="*/ 139550 w 707644"/>
              <a:gd name="connsiteY3141" fmla="*/ 158072 h 830409"/>
              <a:gd name="connsiteX3142" fmla="*/ 57947 w 707644"/>
              <a:gd name="connsiteY3142" fmla="*/ 272746 h 830409"/>
              <a:gd name="connsiteX3143" fmla="*/ 74714 w 707644"/>
              <a:gd name="connsiteY3143" fmla="*/ 282842 h 830409"/>
              <a:gd name="connsiteX3144" fmla="*/ 96289 w 707644"/>
              <a:gd name="connsiteY3144" fmla="*/ 299731 h 830409"/>
              <a:gd name="connsiteX3145" fmla="*/ 120077 w 707644"/>
              <a:gd name="connsiteY3145" fmla="*/ 333308 h 830409"/>
              <a:gd name="connsiteX3146" fmla="*/ 115061 w 707644"/>
              <a:gd name="connsiteY3146" fmla="*/ 328646 h 830409"/>
              <a:gd name="connsiteX3147" fmla="*/ 67290 w 707644"/>
              <a:gd name="connsiteY3147" fmla="*/ 286953 h 830409"/>
              <a:gd name="connsiteX3148" fmla="*/ 65345 w 707644"/>
              <a:gd name="connsiteY3148" fmla="*/ 285374 h 830409"/>
              <a:gd name="connsiteX3149" fmla="*/ 89774 w 707644"/>
              <a:gd name="connsiteY3149" fmla="*/ 205853 h 830409"/>
              <a:gd name="connsiteX3150" fmla="*/ 123064 w 707644"/>
              <a:gd name="connsiteY3150" fmla="*/ 227526 h 830409"/>
              <a:gd name="connsiteX3151" fmla="*/ 123657 w 707644"/>
              <a:gd name="connsiteY3151" fmla="*/ 227961 h 830409"/>
              <a:gd name="connsiteX3152" fmla="*/ 134311 w 707644"/>
              <a:gd name="connsiteY3152" fmla="*/ 243756 h 830409"/>
              <a:gd name="connsiteX3153" fmla="*/ 165208 w 707644"/>
              <a:gd name="connsiteY3153" fmla="*/ 283111 h 830409"/>
              <a:gd name="connsiteX3154" fmla="*/ 174073 w 707644"/>
              <a:gd name="connsiteY3154" fmla="*/ 299595 h 830409"/>
              <a:gd name="connsiteX3155" fmla="*/ 175486 w 707644"/>
              <a:gd name="connsiteY3155" fmla="*/ 302400 h 830409"/>
              <a:gd name="connsiteX3156" fmla="*/ 172120 w 707644"/>
              <a:gd name="connsiteY3156" fmla="*/ 298970 h 830409"/>
              <a:gd name="connsiteX3157" fmla="*/ 100009 w 707644"/>
              <a:gd name="connsiteY3157" fmla="*/ 232964 h 830409"/>
              <a:gd name="connsiteX3158" fmla="*/ 98629 w 707644"/>
              <a:gd name="connsiteY3158" fmla="*/ 232642 h 830409"/>
              <a:gd name="connsiteX3159" fmla="*/ 88433 w 707644"/>
              <a:gd name="connsiteY3159" fmla="*/ 212918 h 830409"/>
              <a:gd name="connsiteX3160" fmla="*/ 91895 w 707644"/>
              <a:gd name="connsiteY3160" fmla="*/ 208583 h 830409"/>
              <a:gd name="connsiteX3161" fmla="*/ 76157 w 707644"/>
              <a:gd name="connsiteY3161" fmla="*/ 229348 h 830409"/>
              <a:gd name="connsiteX3162" fmla="*/ 81484 w 707644"/>
              <a:gd name="connsiteY3162" fmla="*/ 229486 h 830409"/>
              <a:gd name="connsiteX3163" fmla="*/ 102307 w 707644"/>
              <a:gd name="connsiteY3163" fmla="*/ 242875 h 830409"/>
              <a:gd name="connsiteX3164" fmla="*/ 104476 w 707644"/>
              <a:gd name="connsiteY3164" fmla="*/ 245672 h 830409"/>
              <a:gd name="connsiteX3165" fmla="*/ 108787 w 707644"/>
              <a:gd name="connsiteY3165" fmla="*/ 252467 h 830409"/>
              <a:gd name="connsiteX3166" fmla="*/ 95888 w 707644"/>
              <a:gd name="connsiteY3166" fmla="*/ 241552 h 830409"/>
              <a:gd name="connsiteX3167" fmla="*/ 77075 w 707644"/>
              <a:gd name="connsiteY3167" fmla="*/ 230377 h 830409"/>
              <a:gd name="connsiteX3168" fmla="*/ 132563 w 707644"/>
              <a:gd name="connsiteY3168" fmla="*/ 111663 h 830409"/>
              <a:gd name="connsiteX3169" fmla="*/ 135372 w 707644"/>
              <a:gd name="connsiteY3169" fmla="*/ 109125 h 830409"/>
              <a:gd name="connsiteX3170" fmla="*/ 164954 w 707644"/>
              <a:gd name="connsiteY3170" fmla="*/ 143687 h 830409"/>
              <a:gd name="connsiteX3171" fmla="*/ 135547 w 707644"/>
              <a:gd name="connsiteY3171" fmla="*/ 127884 h 830409"/>
              <a:gd name="connsiteX3172" fmla="*/ 53717 w 707644"/>
              <a:gd name="connsiteY3172" fmla="*/ 275935 h 830409"/>
              <a:gd name="connsiteX3173" fmla="*/ 65345 w 707644"/>
              <a:gd name="connsiteY3173" fmla="*/ 285374 h 830409"/>
              <a:gd name="connsiteX3174" fmla="*/ 68008 w 707644"/>
              <a:gd name="connsiteY3174" fmla="*/ 289921 h 830409"/>
              <a:gd name="connsiteX3175" fmla="*/ 71444 w 707644"/>
              <a:gd name="connsiteY3175" fmla="*/ 295676 h 830409"/>
              <a:gd name="connsiteX3176" fmla="*/ 70125 w 707644"/>
              <a:gd name="connsiteY3176" fmla="*/ 229192 h 830409"/>
              <a:gd name="connsiteX3177" fmla="*/ 75306 w 707644"/>
              <a:gd name="connsiteY3177" fmla="*/ 229326 h 830409"/>
              <a:gd name="connsiteX3178" fmla="*/ 77075 w 707644"/>
              <a:gd name="connsiteY3178" fmla="*/ 230377 h 830409"/>
              <a:gd name="connsiteX3179" fmla="*/ 113412 w 707644"/>
              <a:gd name="connsiteY3179" fmla="*/ 271088 h 830409"/>
              <a:gd name="connsiteX3180" fmla="*/ 122010 w 707644"/>
              <a:gd name="connsiteY3180" fmla="*/ 282626 h 830409"/>
              <a:gd name="connsiteX3181" fmla="*/ 93089 w 707644"/>
              <a:gd name="connsiteY3181" fmla="*/ 264558 h 830409"/>
              <a:gd name="connsiteX3182" fmla="*/ 92869 w 707644"/>
              <a:gd name="connsiteY3182" fmla="*/ 264421 h 830409"/>
              <a:gd name="connsiteX3183" fmla="*/ 88000 w 707644"/>
              <a:gd name="connsiteY3183" fmla="*/ 259069 h 830409"/>
              <a:gd name="connsiteX3184" fmla="*/ 70125 w 707644"/>
              <a:gd name="connsiteY3184" fmla="*/ 229192 h 830409"/>
              <a:gd name="connsiteX3185" fmla="*/ 96548 w 707644"/>
              <a:gd name="connsiteY3185" fmla="*/ 172066 h 830409"/>
              <a:gd name="connsiteX3186" fmla="*/ 115044 w 707644"/>
              <a:gd name="connsiteY3186" fmla="*/ 169408 h 830409"/>
              <a:gd name="connsiteX3187" fmla="*/ 138431 w 707644"/>
              <a:gd name="connsiteY3187" fmla="*/ 202704 h 830409"/>
              <a:gd name="connsiteX3188" fmla="*/ 103433 w 707644"/>
              <a:gd name="connsiteY3188" fmla="*/ 181785 h 830409"/>
              <a:gd name="connsiteX3189" fmla="*/ 119601 w 707644"/>
              <a:gd name="connsiteY3189" fmla="*/ 123377 h 830409"/>
              <a:gd name="connsiteX3190" fmla="*/ 122420 w 707644"/>
              <a:gd name="connsiteY3190" fmla="*/ 120829 h 830409"/>
              <a:gd name="connsiteX3191" fmla="*/ 135547 w 707644"/>
              <a:gd name="connsiteY3191" fmla="*/ 127884 h 830409"/>
              <a:gd name="connsiteX3192" fmla="*/ 136741 w 707644"/>
              <a:gd name="connsiteY3192" fmla="*/ 134378 h 830409"/>
              <a:gd name="connsiteX3193" fmla="*/ 143194 w 707644"/>
              <a:gd name="connsiteY3193" fmla="*/ 152437 h 830409"/>
              <a:gd name="connsiteX3194" fmla="*/ 122343 w 707644"/>
              <a:gd name="connsiteY3194" fmla="*/ 128147 h 830409"/>
              <a:gd name="connsiteX3195" fmla="*/ 118076 w 707644"/>
              <a:gd name="connsiteY3195" fmla="*/ 124755 h 830409"/>
              <a:gd name="connsiteX3196" fmla="*/ 118840 w 707644"/>
              <a:gd name="connsiteY3196" fmla="*/ 124065 h 830409"/>
              <a:gd name="connsiteX3197" fmla="*/ 122343 w 707644"/>
              <a:gd name="connsiteY3197" fmla="*/ 128147 h 830409"/>
              <a:gd name="connsiteX3198" fmla="*/ 125957 w 707644"/>
              <a:gd name="connsiteY3198" fmla="*/ 134432 h 830409"/>
              <a:gd name="connsiteX3199" fmla="*/ 119565 w 707644"/>
              <a:gd name="connsiteY3199" fmla="*/ 126138 h 830409"/>
              <a:gd name="connsiteX3200" fmla="*/ 2698 w 707644"/>
              <a:gd name="connsiteY3200" fmla="*/ 364021 h 830409"/>
              <a:gd name="connsiteX3201" fmla="*/ 21728 w 707644"/>
              <a:gd name="connsiteY3201" fmla="*/ 396133 h 830409"/>
              <a:gd name="connsiteX3202" fmla="*/ 56101 w 707644"/>
              <a:gd name="connsiteY3202" fmla="*/ 443862 h 830409"/>
              <a:gd name="connsiteX3203" fmla="*/ 65363 w 707644"/>
              <a:gd name="connsiteY3203" fmla="*/ 459325 h 830409"/>
              <a:gd name="connsiteX3204" fmla="*/ 88509 w 707644"/>
              <a:gd name="connsiteY3204" fmla="*/ 511713 h 830409"/>
              <a:gd name="connsiteX3205" fmla="*/ 99721 w 707644"/>
              <a:gd name="connsiteY3205" fmla="*/ 539974 h 830409"/>
              <a:gd name="connsiteX3206" fmla="*/ 61938 w 707644"/>
              <a:gd name="connsiteY3206" fmla="*/ 510504 h 830409"/>
              <a:gd name="connsiteX3207" fmla="*/ 40143 w 707644"/>
              <a:gd name="connsiteY3207" fmla="*/ 488118 h 830409"/>
              <a:gd name="connsiteX3208" fmla="*/ 23108 w 707644"/>
              <a:gd name="connsiteY3208" fmla="*/ 456674 h 830409"/>
              <a:gd name="connsiteX3209" fmla="*/ 79 w 707644"/>
              <a:gd name="connsiteY3209" fmla="*/ 410596 h 830409"/>
              <a:gd name="connsiteX3210" fmla="*/ 510 w 707644"/>
              <a:gd name="connsiteY3210" fmla="*/ 376148 h 830409"/>
              <a:gd name="connsiteX3211" fmla="*/ 114657 w 707644"/>
              <a:gd name="connsiteY3211" fmla="*/ 127845 h 830409"/>
              <a:gd name="connsiteX3212" fmla="*/ 115050 w 707644"/>
              <a:gd name="connsiteY3212" fmla="*/ 127489 h 830409"/>
              <a:gd name="connsiteX3213" fmla="*/ 122511 w 707644"/>
              <a:gd name="connsiteY3213" fmla="*/ 135552 h 830409"/>
              <a:gd name="connsiteX3214" fmla="*/ 139550 w 707644"/>
              <a:gd name="connsiteY3214" fmla="*/ 158072 h 830409"/>
              <a:gd name="connsiteX3215" fmla="*/ 140114 w 707644"/>
              <a:gd name="connsiteY3215" fmla="*/ 159053 h 830409"/>
              <a:gd name="connsiteX3216" fmla="*/ 137158 w 707644"/>
              <a:gd name="connsiteY3216" fmla="*/ 157144 h 830409"/>
              <a:gd name="connsiteX3217" fmla="*/ 5142 w 707644"/>
              <a:gd name="connsiteY3217" fmla="*/ 350472 h 830409"/>
              <a:gd name="connsiteX3218" fmla="*/ 8324 w 707644"/>
              <a:gd name="connsiteY3218" fmla="*/ 358010 h 830409"/>
              <a:gd name="connsiteX3219" fmla="*/ 17179 w 707644"/>
              <a:gd name="connsiteY3219" fmla="*/ 374781 h 830409"/>
              <a:gd name="connsiteX3220" fmla="*/ 12792 w 707644"/>
              <a:gd name="connsiteY3220" fmla="*/ 370718 h 830409"/>
              <a:gd name="connsiteX3221" fmla="*/ 3271 w 707644"/>
              <a:gd name="connsiteY3221" fmla="*/ 360842 h 830409"/>
              <a:gd name="connsiteX3222" fmla="*/ 102808 w 707644"/>
              <a:gd name="connsiteY3222" fmla="*/ 141596 h 830409"/>
              <a:gd name="connsiteX3223" fmla="*/ 107113 w 707644"/>
              <a:gd name="connsiteY3223" fmla="*/ 136213 h 830409"/>
              <a:gd name="connsiteX3224" fmla="*/ 111325 w 707644"/>
              <a:gd name="connsiteY3224" fmla="*/ 143314 h 830409"/>
              <a:gd name="connsiteX3225" fmla="*/ 129088 w 707644"/>
              <a:gd name="connsiteY3225" fmla="*/ 168100 h 830409"/>
              <a:gd name="connsiteX3226" fmla="*/ 122095 w 707644"/>
              <a:gd name="connsiteY3226" fmla="*/ 168741 h 830409"/>
              <a:gd name="connsiteX3227" fmla="*/ 119869 w 707644"/>
              <a:gd name="connsiteY3227" fmla="*/ 166566 h 830409"/>
              <a:gd name="connsiteX3228" fmla="*/ 119464 w 707644"/>
              <a:gd name="connsiteY3228" fmla="*/ 165999 h 830409"/>
              <a:gd name="connsiteX3229" fmla="*/ 86890 w 707644"/>
              <a:gd name="connsiteY3229" fmla="*/ 173454 h 830409"/>
              <a:gd name="connsiteX3230" fmla="*/ 90095 w 707644"/>
              <a:gd name="connsiteY3230" fmla="*/ 172994 h 830409"/>
              <a:gd name="connsiteX3231" fmla="*/ 98494 w 707644"/>
              <a:gd name="connsiteY3231" fmla="*/ 181257 h 830409"/>
              <a:gd name="connsiteX3232" fmla="*/ 112510 w 707644"/>
              <a:gd name="connsiteY3232" fmla="*/ 196159 h 830409"/>
              <a:gd name="connsiteX3233" fmla="*/ 128024 w 707644"/>
              <a:gd name="connsiteY3233" fmla="*/ 220725 h 830409"/>
              <a:gd name="connsiteX3234" fmla="*/ 120319 w 707644"/>
              <a:gd name="connsiteY3234" fmla="*/ 215515 h 830409"/>
              <a:gd name="connsiteX3235" fmla="*/ 111658 w 707644"/>
              <a:gd name="connsiteY3235" fmla="*/ 204443 h 830409"/>
              <a:gd name="connsiteX3236" fmla="*/ 93743 w 707644"/>
              <a:gd name="connsiteY3236" fmla="*/ 182503 h 830409"/>
              <a:gd name="connsiteX3237" fmla="*/ 89859 w 707644"/>
              <a:gd name="connsiteY3237" fmla="*/ 177855 h 830409"/>
              <a:gd name="connsiteX3238" fmla="*/ 99738 w 707644"/>
              <a:gd name="connsiteY3238" fmla="*/ 145435 h 830409"/>
              <a:gd name="connsiteX3239" fmla="*/ 99820 w 707644"/>
              <a:gd name="connsiteY3239" fmla="*/ 145332 h 830409"/>
              <a:gd name="connsiteX3240" fmla="*/ 114014 w 707644"/>
              <a:gd name="connsiteY3240" fmla="*/ 160848 h 830409"/>
              <a:gd name="connsiteX3241" fmla="*/ 119869 w 707644"/>
              <a:gd name="connsiteY3241" fmla="*/ 166566 h 830409"/>
              <a:gd name="connsiteX3242" fmla="*/ 121462 w 707644"/>
              <a:gd name="connsiteY3242" fmla="*/ 168799 h 830409"/>
              <a:gd name="connsiteX3243" fmla="*/ 115436 w 707644"/>
              <a:gd name="connsiteY3243" fmla="*/ 169352 h 830409"/>
              <a:gd name="connsiteX3244" fmla="*/ 115044 w 707644"/>
              <a:gd name="connsiteY3244" fmla="*/ 169408 h 830409"/>
              <a:gd name="connsiteX3245" fmla="*/ 111673 w 707644"/>
              <a:gd name="connsiteY3245" fmla="*/ 164609 h 830409"/>
              <a:gd name="connsiteX3246" fmla="*/ 27668 w 707644"/>
              <a:gd name="connsiteY3246" fmla="*/ 286462 h 830409"/>
              <a:gd name="connsiteX3247" fmla="*/ 33526 w 707644"/>
              <a:gd name="connsiteY3247" fmla="*/ 293633 h 830409"/>
              <a:gd name="connsiteX3248" fmla="*/ 64377 w 707644"/>
              <a:gd name="connsiteY3248" fmla="*/ 327497 h 830409"/>
              <a:gd name="connsiteX3249" fmla="*/ 94591 w 707644"/>
              <a:gd name="connsiteY3249" fmla="*/ 374450 h 830409"/>
              <a:gd name="connsiteX3250" fmla="*/ 115675 w 707644"/>
              <a:gd name="connsiteY3250" fmla="*/ 404047 h 830409"/>
              <a:gd name="connsiteX3251" fmla="*/ 86660 w 707644"/>
              <a:gd name="connsiteY3251" fmla="*/ 375180 h 830409"/>
              <a:gd name="connsiteX3252" fmla="*/ 84968 w 707644"/>
              <a:gd name="connsiteY3252" fmla="*/ 373341 h 830409"/>
              <a:gd name="connsiteX3253" fmla="*/ 83159 w 707644"/>
              <a:gd name="connsiteY3253" fmla="*/ 166168 h 830409"/>
              <a:gd name="connsiteX3254" fmla="*/ 88043 w 707644"/>
              <a:gd name="connsiteY3254" fmla="*/ 160061 h 830409"/>
              <a:gd name="connsiteX3255" fmla="*/ 96548 w 707644"/>
              <a:gd name="connsiteY3255" fmla="*/ 172066 h 830409"/>
              <a:gd name="connsiteX3256" fmla="*/ 90095 w 707644"/>
              <a:gd name="connsiteY3256" fmla="*/ 172994 h 830409"/>
              <a:gd name="connsiteX3257" fmla="*/ 12626 w 707644"/>
              <a:gd name="connsiteY3257" fmla="*/ 308989 h 830409"/>
              <a:gd name="connsiteX3258" fmla="*/ 19037 w 707644"/>
              <a:gd name="connsiteY3258" fmla="*/ 318139 h 830409"/>
              <a:gd name="connsiteX3259" fmla="*/ 50054 w 707644"/>
              <a:gd name="connsiteY3259" fmla="*/ 381508 h 830409"/>
              <a:gd name="connsiteX3260" fmla="*/ 38208 w 707644"/>
              <a:gd name="connsiteY3260" fmla="*/ 361782 h 830409"/>
              <a:gd name="connsiteX3261" fmla="*/ 12431 w 707644"/>
              <a:gd name="connsiteY3261" fmla="*/ 310071 h 830409"/>
              <a:gd name="connsiteX3262" fmla="*/ 31015 w 707644"/>
              <a:gd name="connsiteY3262" fmla="*/ 269474 h 830409"/>
              <a:gd name="connsiteX3263" fmla="*/ 66556 w 707644"/>
              <a:gd name="connsiteY3263" fmla="*/ 307573 h 830409"/>
              <a:gd name="connsiteX3264" fmla="*/ 114849 w 707644"/>
              <a:gd name="connsiteY3264" fmla="*/ 368205 h 830409"/>
              <a:gd name="connsiteX3265" fmla="*/ 134555 w 707644"/>
              <a:gd name="connsiteY3265" fmla="*/ 400746 h 830409"/>
              <a:gd name="connsiteX3266" fmla="*/ 115186 w 707644"/>
              <a:gd name="connsiteY3266" fmla="*/ 383268 h 830409"/>
              <a:gd name="connsiteX3267" fmla="*/ 64377 w 707644"/>
              <a:gd name="connsiteY3267" fmla="*/ 327497 h 830409"/>
              <a:gd name="connsiteX3268" fmla="*/ 58808 w 707644"/>
              <a:gd name="connsiteY3268" fmla="*/ 318843 h 830409"/>
              <a:gd name="connsiteX3269" fmla="*/ 16739 w 707644"/>
              <a:gd name="connsiteY3269" fmla="*/ 296958 h 830409"/>
              <a:gd name="connsiteX3270" fmla="*/ 37402 w 707644"/>
              <a:gd name="connsiteY3270" fmla="*/ 344354 h 830409"/>
              <a:gd name="connsiteX3271" fmla="*/ 19037 w 707644"/>
              <a:gd name="connsiteY3271" fmla="*/ 318139 h 830409"/>
              <a:gd name="connsiteX3272" fmla="*/ 13322 w 707644"/>
              <a:gd name="connsiteY3272" fmla="*/ 306463 h 830409"/>
              <a:gd name="connsiteX3273" fmla="*/ 17945 w 707644"/>
              <a:gd name="connsiteY3273" fmla="*/ 293602 h 830409"/>
              <a:gd name="connsiteX3274" fmla="*/ 44676 w 707644"/>
              <a:gd name="connsiteY3274" fmla="*/ 327173 h 830409"/>
              <a:gd name="connsiteX3275" fmla="*/ 30198 w 707644"/>
              <a:gd name="connsiteY3275" fmla="*/ 309868 h 830409"/>
              <a:gd name="connsiteX3276" fmla="*/ 17766 w 707644"/>
              <a:gd name="connsiteY3276" fmla="*/ 294101 h 830409"/>
              <a:gd name="connsiteX3277" fmla="*/ 23077 w 707644"/>
              <a:gd name="connsiteY3277" fmla="*/ 279327 h 830409"/>
              <a:gd name="connsiteX3278" fmla="*/ 24109 w 707644"/>
              <a:gd name="connsiteY3278" fmla="*/ 281067 h 830409"/>
              <a:gd name="connsiteX3279" fmla="*/ 27668 w 707644"/>
              <a:gd name="connsiteY3279" fmla="*/ 286462 h 830409"/>
              <a:gd name="connsiteX3280" fmla="*/ 22698 w 707644"/>
              <a:gd name="connsiteY3280" fmla="*/ 280380 h 830409"/>
              <a:gd name="connsiteX3281" fmla="*/ 65661 w 707644"/>
              <a:gd name="connsiteY3281" fmla="*/ 190154 h 830409"/>
              <a:gd name="connsiteX3282" fmla="*/ 69610 w 707644"/>
              <a:gd name="connsiteY3282" fmla="*/ 183112 h 830409"/>
              <a:gd name="connsiteX3283" fmla="*/ 82517 w 707644"/>
              <a:gd name="connsiteY3283" fmla="*/ 166971 h 830409"/>
              <a:gd name="connsiteX3284" fmla="*/ 86890 w 707644"/>
              <a:gd name="connsiteY3284" fmla="*/ 173454 h 830409"/>
              <a:gd name="connsiteX3285" fmla="*/ 86257 w 707644"/>
              <a:gd name="connsiteY3285" fmla="*/ 173545 h 830409"/>
              <a:gd name="connsiteX3286" fmla="*/ 89859 w 707644"/>
              <a:gd name="connsiteY3286" fmla="*/ 177855 h 830409"/>
              <a:gd name="connsiteX3287" fmla="*/ 111525 w 707644"/>
              <a:gd name="connsiteY3287" fmla="*/ 209975 h 830409"/>
              <a:gd name="connsiteX3288" fmla="*/ 78017 w 707644"/>
              <a:gd name="connsiteY3288" fmla="*/ 190721 h 830409"/>
              <a:gd name="connsiteX3289" fmla="*/ 89774 w 707644"/>
              <a:gd name="connsiteY3289" fmla="*/ 205853 h 830409"/>
              <a:gd name="connsiteX3290" fmla="*/ 56212 w 707644"/>
              <a:gd name="connsiteY3290" fmla="*/ 207003 h 830409"/>
              <a:gd name="connsiteX3291" fmla="*/ 63777 w 707644"/>
              <a:gd name="connsiteY3291" fmla="*/ 193514 h 830409"/>
              <a:gd name="connsiteX3292" fmla="*/ 65384 w 707644"/>
              <a:gd name="connsiteY3292" fmla="*/ 195266 h 830409"/>
              <a:gd name="connsiteX3293" fmla="*/ 93427 w 707644"/>
              <a:gd name="connsiteY3293" fmla="*/ 231425 h 830409"/>
              <a:gd name="connsiteX3294" fmla="*/ 85587 w 707644"/>
              <a:gd name="connsiteY3294" fmla="*/ 229592 h 830409"/>
              <a:gd name="connsiteX3295" fmla="*/ 81484 w 707644"/>
              <a:gd name="connsiteY3295" fmla="*/ 229486 h 830409"/>
              <a:gd name="connsiteX3296" fmla="*/ 69269 w 707644"/>
              <a:gd name="connsiteY3296" fmla="*/ 221631 h 830409"/>
              <a:gd name="connsiteX3297" fmla="*/ 28332 w 707644"/>
              <a:gd name="connsiteY3297" fmla="*/ 264709 h 830409"/>
              <a:gd name="connsiteX3298" fmla="*/ 31015 w 707644"/>
              <a:gd name="connsiteY3298" fmla="*/ 269474 h 830409"/>
              <a:gd name="connsiteX3299" fmla="*/ 27842 w 707644"/>
              <a:gd name="connsiteY3299" fmla="*/ 266073 h 830409"/>
              <a:gd name="connsiteX3300" fmla="*/ 51593 w 707644"/>
              <a:gd name="connsiteY3300" fmla="*/ 215241 h 830409"/>
              <a:gd name="connsiteX3301" fmla="*/ 53052 w 707644"/>
              <a:gd name="connsiteY3301" fmla="*/ 212639 h 830409"/>
              <a:gd name="connsiteX3302" fmla="*/ 68893 w 707644"/>
              <a:gd name="connsiteY3302" fmla="*/ 221389 h 830409"/>
              <a:gd name="connsiteX3303" fmla="*/ 69269 w 707644"/>
              <a:gd name="connsiteY3303" fmla="*/ 221631 h 830409"/>
              <a:gd name="connsiteX3304" fmla="*/ 76157 w 707644"/>
              <a:gd name="connsiteY3304" fmla="*/ 229348 h 830409"/>
              <a:gd name="connsiteX3305" fmla="*/ 75306 w 707644"/>
              <a:gd name="connsiteY3305" fmla="*/ 229326 h 830409"/>
              <a:gd name="connsiteX3306" fmla="*/ 31217 w 707644"/>
              <a:gd name="connsiteY3306" fmla="*/ 256684 h 830409"/>
              <a:gd name="connsiteX3307" fmla="*/ 31614 w 707644"/>
              <a:gd name="connsiteY3307" fmla="*/ 256891 h 830409"/>
              <a:gd name="connsiteX3308" fmla="*/ 42511 w 707644"/>
              <a:gd name="connsiteY3308" fmla="*/ 263452 h 830409"/>
              <a:gd name="connsiteX3309" fmla="*/ 42851 w 707644"/>
              <a:gd name="connsiteY3309" fmla="*/ 263836 h 830409"/>
              <a:gd name="connsiteX3310" fmla="*/ 53717 w 707644"/>
              <a:gd name="connsiteY3310" fmla="*/ 275935 h 830409"/>
              <a:gd name="connsiteX3311" fmla="*/ 30943 w 707644"/>
              <a:gd name="connsiteY3311" fmla="*/ 257448 h 830409"/>
              <a:gd name="connsiteX3312" fmla="*/ 47785 w 707644"/>
              <a:gd name="connsiteY3312" fmla="*/ 222030 h 830409"/>
              <a:gd name="connsiteX3313" fmla="*/ 50305 w 707644"/>
              <a:gd name="connsiteY3313" fmla="*/ 217537 h 830409"/>
              <a:gd name="connsiteX3314" fmla="*/ 52949 w 707644"/>
              <a:gd name="connsiteY3314" fmla="*/ 220952 h 830409"/>
              <a:gd name="connsiteX3315" fmla="*/ 80892 w 707644"/>
              <a:gd name="connsiteY3315" fmla="*/ 256968 h 830409"/>
              <a:gd name="connsiteX3316" fmla="*/ 77647 w 707644"/>
              <a:gd name="connsiteY3316" fmla="*/ 254949 h 830409"/>
              <a:gd name="connsiteX3317" fmla="*/ 70473 w 707644"/>
              <a:gd name="connsiteY3317" fmla="*/ 250488 h 830409"/>
              <a:gd name="connsiteX3318" fmla="*/ 87996 w 707644"/>
              <a:gd name="connsiteY3318" fmla="*/ 280024 h 830409"/>
              <a:gd name="connsiteX3319" fmla="*/ 114107 w 707644"/>
              <a:gd name="connsiteY3319" fmla="*/ 313679 h 830409"/>
              <a:gd name="connsiteX3320" fmla="*/ 96289 w 707644"/>
              <a:gd name="connsiteY3320" fmla="*/ 299731 h 830409"/>
              <a:gd name="connsiteX3321" fmla="*/ 79408 w 707644"/>
              <a:gd name="connsiteY3321" fmla="*/ 275904 h 830409"/>
              <a:gd name="connsiteX3322" fmla="*/ 54493 w 707644"/>
              <a:gd name="connsiteY3322" fmla="*/ 235698 h 830409"/>
              <a:gd name="connsiteX3323" fmla="*/ 36335 w 707644"/>
              <a:gd name="connsiteY3323" fmla="*/ 242449 h 830409"/>
              <a:gd name="connsiteX3324" fmla="*/ 38236 w 707644"/>
              <a:gd name="connsiteY3324" fmla="*/ 239058 h 830409"/>
              <a:gd name="connsiteX3325" fmla="*/ 39199 w 707644"/>
              <a:gd name="connsiteY3325" fmla="*/ 240745 h 830409"/>
              <a:gd name="connsiteX3326" fmla="*/ 57947 w 707644"/>
              <a:gd name="connsiteY3326" fmla="*/ 272746 h 830409"/>
              <a:gd name="connsiteX3327" fmla="*/ 42511 w 707644"/>
              <a:gd name="connsiteY3327" fmla="*/ 263452 h 830409"/>
              <a:gd name="connsiteX3328" fmla="*/ 32743 w 707644"/>
              <a:gd name="connsiteY3328" fmla="*/ 252441 h 830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Lst>
            <a:rect l="l" t="t" r="r" b="b"/>
            <a:pathLst>
              <a:path w="707644" h="830409">
                <a:moveTo>
                  <a:pt x="685918" y="726313"/>
                </a:moveTo>
                <a:lnTo>
                  <a:pt x="686617" y="726734"/>
                </a:lnTo>
                <a:lnTo>
                  <a:pt x="686152" y="727127"/>
                </a:lnTo>
                <a:close/>
                <a:moveTo>
                  <a:pt x="677645" y="727155"/>
                </a:moveTo>
                <a:lnTo>
                  <a:pt x="682237" y="730439"/>
                </a:lnTo>
                <a:lnTo>
                  <a:pt x="680806" y="731649"/>
                </a:lnTo>
                <a:close/>
                <a:moveTo>
                  <a:pt x="675364" y="673195"/>
                </a:moveTo>
                <a:lnTo>
                  <a:pt x="679382" y="676882"/>
                </a:lnTo>
                <a:cubicBezTo>
                  <a:pt x="683934" y="680991"/>
                  <a:pt x="686763" y="683493"/>
                  <a:pt x="686763" y="683493"/>
                </a:cubicBezTo>
                <a:lnTo>
                  <a:pt x="676962" y="677341"/>
                </a:lnTo>
                <a:close/>
                <a:moveTo>
                  <a:pt x="668973" y="672327"/>
                </a:moveTo>
                <a:lnTo>
                  <a:pt x="676962" y="677341"/>
                </a:lnTo>
                <a:lnTo>
                  <a:pt x="682643" y="692080"/>
                </a:lnTo>
                <a:lnTo>
                  <a:pt x="696613" y="718278"/>
                </a:lnTo>
                <a:lnTo>
                  <a:pt x="695410" y="719297"/>
                </a:lnTo>
                <a:lnTo>
                  <a:pt x="691459" y="714547"/>
                </a:lnTo>
                <a:lnTo>
                  <a:pt x="675229" y="690891"/>
                </a:lnTo>
                <a:close/>
                <a:moveTo>
                  <a:pt x="648225" y="704878"/>
                </a:moveTo>
                <a:lnTo>
                  <a:pt x="650148" y="706739"/>
                </a:lnTo>
                <a:lnTo>
                  <a:pt x="660183" y="721687"/>
                </a:lnTo>
                <a:lnTo>
                  <a:pt x="672076" y="739033"/>
                </a:lnTo>
                <a:lnTo>
                  <a:pt x="671576" y="739456"/>
                </a:lnTo>
                <a:close/>
                <a:moveTo>
                  <a:pt x="646410" y="701172"/>
                </a:moveTo>
                <a:lnTo>
                  <a:pt x="670265" y="716662"/>
                </a:lnTo>
                <a:lnTo>
                  <a:pt x="677645" y="727155"/>
                </a:lnTo>
                <a:lnTo>
                  <a:pt x="653108" y="709604"/>
                </a:lnTo>
                <a:lnTo>
                  <a:pt x="650148" y="706739"/>
                </a:lnTo>
                <a:close/>
                <a:moveTo>
                  <a:pt x="673248" y="642996"/>
                </a:moveTo>
                <a:lnTo>
                  <a:pt x="698881" y="687793"/>
                </a:lnTo>
                <a:lnTo>
                  <a:pt x="707644" y="708948"/>
                </a:lnTo>
                <a:lnTo>
                  <a:pt x="707625" y="708964"/>
                </a:lnTo>
                <a:lnTo>
                  <a:pt x="696416" y="688029"/>
                </a:lnTo>
                <a:cubicBezTo>
                  <a:pt x="687104" y="670505"/>
                  <a:pt x="680939" y="658628"/>
                  <a:pt x="676860" y="650543"/>
                </a:cubicBezTo>
                <a:close/>
                <a:moveTo>
                  <a:pt x="640368" y="697273"/>
                </a:moveTo>
                <a:lnTo>
                  <a:pt x="645018" y="700268"/>
                </a:lnTo>
                <a:lnTo>
                  <a:pt x="645185" y="700376"/>
                </a:lnTo>
                <a:lnTo>
                  <a:pt x="648225" y="704878"/>
                </a:lnTo>
                <a:close/>
                <a:moveTo>
                  <a:pt x="653990" y="653259"/>
                </a:moveTo>
                <a:lnTo>
                  <a:pt x="661670" y="660629"/>
                </a:lnTo>
                <a:lnTo>
                  <a:pt x="666537" y="665094"/>
                </a:lnTo>
                <a:lnTo>
                  <a:pt x="668973" y="672327"/>
                </a:lnTo>
                <a:lnTo>
                  <a:pt x="661564" y="667676"/>
                </a:lnTo>
                <a:close/>
                <a:moveTo>
                  <a:pt x="594769" y="771432"/>
                </a:moveTo>
                <a:lnTo>
                  <a:pt x="609577" y="779524"/>
                </a:lnTo>
                <a:lnTo>
                  <a:pt x="610006" y="780306"/>
                </a:lnTo>
                <a:lnTo>
                  <a:pt x="604755" y="783426"/>
                </a:lnTo>
                <a:lnTo>
                  <a:pt x="599025" y="776540"/>
                </a:lnTo>
                <a:close/>
                <a:moveTo>
                  <a:pt x="610330" y="732279"/>
                </a:moveTo>
                <a:lnTo>
                  <a:pt x="623920" y="748423"/>
                </a:lnTo>
                <a:lnTo>
                  <a:pt x="631571" y="755197"/>
                </a:lnTo>
                <a:lnTo>
                  <a:pt x="636581" y="764517"/>
                </a:lnTo>
                <a:lnTo>
                  <a:pt x="631941" y="767274"/>
                </a:lnTo>
                <a:lnTo>
                  <a:pt x="620167" y="757321"/>
                </a:lnTo>
                <a:lnTo>
                  <a:pt x="615098" y="742072"/>
                </a:lnTo>
                <a:close/>
                <a:moveTo>
                  <a:pt x="630997" y="688204"/>
                </a:moveTo>
                <a:lnTo>
                  <a:pt x="640368" y="697273"/>
                </a:lnTo>
                <a:lnTo>
                  <a:pt x="635785" y="694322"/>
                </a:lnTo>
                <a:close/>
                <a:moveTo>
                  <a:pt x="621894" y="700717"/>
                </a:moveTo>
                <a:lnTo>
                  <a:pt x="626810" y="701753"/>
                </a:lnTo>
                <a:lnTo>
                  <a:pt x="654922" y="753543"/>
                </a:lnTo>
                <a:lnTo>
                  <a:pt x="654620" y="753799"/>
                </a:lnTo>
                <a:lnTo>
                  <a:pt x="648096" y="757675"/>
                </a:lnTo>
                <a:lnTo>
                  <a:pt x="637137" y="730897"/>
                </a:lnTo>
                <a:close/>
                <a:moveTo>
                  <a:pt x="632387" y="676820"/>
                </a:moveTo>
                <a:lnTo>
                  <a:pt x="633064" y="677121"/>
                </a:lnTo>
                <a:cubicBezTo>
                  <a:pt x="641751" y="686893"/>
                  <a:pt x="664204" y="717580"/>
                  <a:pt x="632740" y="677275"/>
                </a:cubicBezTo>
                <a:close/>
                <a:moveTo>
                  <a:pt x="656765" y="612058"/>
                </a:moveTo>
                <a:lnTo>
                  <a:pt x="668167" y="631164"/>
                </a:lnTo>
                <a:lnTo>
                  <a:pt x="668892" y="632736"/>
                </a:lnTo>
                <a:cubicBezTo>
                  <a:pt x="668888" y="633058"/>
                  <a:pt x="668840" y="633467"/>
                  <a:pt x="669813" y="635818"/>
                </a:cubicBezTo>
                <a:lnTo>
                  <a:pt x="673248" y="642996"/>
                </a:lnTo>
                <a:lnTo>
                  <a:pt x="657292" y="615110"/>
                </a:lnTo>
                <a:close/>
                <a:moveTo>
                  <a:pt x="607712" y="710810"/>
                </a:moveTo>
                <a:lnTo>
                  <a:pt x="614317" y="716331"/>
                </a:lnTo>
                <a:lnTo>
                  <a:pt x="643384" y="760475"/>
                </a:lnTo>
                <a:lnTo>
                  <a:pt x="639882" y="762555"/>
                </a:lnTo>
                <a:lnTo>
                  <a:pt x="631571" y="755197"/>
                </a:lnTo>
                <a:close/>
                <a:moveTo>
                  <a:pt x="655939" y="607270"/>
                </a:moveTo>
                <a:lnTo>
                  <a:pt x="681948" y="649489"/>
                </a:lnTo>
                <a:lnTo>
                  <a:pt x="687708" y="660817"/>
                </a:lnTo>
                <a:lnTo>
                  <a:pt x="688244" y="662113"/>
                </a:lnTo>
                <a:lnTo>
                  <a:pt x="688222" y="662082"/>
                </a:lnTo>
                <a:cubicBezTo>
                  <a:pt x="681675" y="652615"/>
                  <a:pt x="676522" y="644773"/>
                  <a:pt x="672282" y="638060"/>
                </a:cubicBezTo>
                <a:lnTo>
                  <a:pt x="668167" y="631164"/>
                </a:lnTo>
                <a:lnTo>
                  <a:pt x="667714" y="630182"/>
                </a:lnTo>
                <a:cubicBezTo>
                  <a:pt x="666569" y="628183"/>
                  <a:pt x="664317" y="624419"/>
                  <a:pt x="659895" y="617038"/>
                </a:cubicBezTo>
                <a:lnTo>
                  <a:pt x="656704" y="611703"/>
                </a:lnTo>
                <a:close/>
                <a:moveTo>
                  <a:pt x="625999" y="668587"/>
                </a:moveTo>
                <a:lnTo>
                  <a:pt x="632387" y="676820"/>
                </a:lnTo>
                <a:lnTo>
                  <a:pt x="630567" y="676010"/>
                </a:lnTo>
                <a:cubicBezTo>
                  <a:pt x="631911" y="678776"/>
                  <a:pt x="635957" y="685393"/>
                  <a:pt x="644284" y="698005"/>
                </a:cubicBezTo>
                <a:lnTo>
                  <a:pt x="646410" y="701172"/>
                </a:lnTo>
                <a:lnTo>
                  <a:pt x="645185" y="700376"/>
                </a:lnTo>
                <a:lnTo>
                  <a:pt x="640052" y="692776"/>
                </a:lnTo>
                <a:close/>
                <a:moveTo>
                  <a:pt x="615785" y="681443"/>
                </a:moveTo>
                <a:lnTo>
                  <a:pt x="635785" y="694322"/>
                </a:lnTo>
                <a:lnTo>
                  <a:pt x="644520" y="705484"/>
                </a:lnTo>
                <a:lnTo>
                  <a:pt x="626810" y="701753"/>
                </a:lnTo>
                <a:close/>
                <a:moveTo>
                  <a:pt x="588438" y="737641"/>
                </a:moveTo>
                <a:lnTo>
                  <a:pt x="615903" y="776803"/>
                </a:lnTo>
                <a:lnTo>
                  <a:pt x="613429" y="778273"/>
                </a:lnTo>
                <a:close/>
                <a:moveTo>
                  <a:pt x="597658" y="717225"/>
                </a:moveTo>
                <a:lnTo>
                  <a:pt x="607690" y="726855"/>
                </a:lnTo>
                <a:lnTo>
                  <a:pt x="610330" y="732279"/>
                </a:lnTo>
                <a:close/>
                <a:moveTo>
                  <a:pt x="652804" y="602182"/>
                </a:moveTo>
                <a:lnTo>
                  <a:pt x="655296" y="603544"/>
                </a:lnTo>
                <a:lnTo>
                  <a:pt x="655939" y="607270"/>
                </a:lnTo>
                <a:close/>
                <a:moveTo>
                  <a:pt x="648687" y="599930"/>
                </a:moveTo>
                <a:lnTo>
                  <a:pt x="650137" y="600723"/>
                </a:lnTo>
                <a:lnTo>
                  <a:pt x="656704" y="611703"/>
                </a:lnTo>
                <a:lnTo>
                  <a:pt x="656765" y="612058"/>
                </a:lnTo>
                <a:lnTo>
                  <a:pt x="653947" y="607336"/>
                </a:lnTo>
                <a:close/>
                <a:moveTo>
                  <a:pt x="586056" y="729871"/>
                </a:moveTo>
                <a:lnTo>
                  <a:pt x="593173" y="735403"/>
                </a:lnTo>
                <a:cubicBezTo>
                  <a:pt x="600916" y="741539"/>
                  <a:pt x="609679" y="748618"/>
                  <a:pt x="619800" y="757011"/>
                </a:cubicBezTo>
                <a:lnTo>
                  <a:pt x="620167" y="757321"/>
                </a:lnTo>
                <a:lnTo>
                  <a:pt x="620247" y="757561"/>
                </a:lnTo>
                <a:lnTo>
                  <a:pt x="624975" y="771412"/>
                </a:lnTo>
                <a:lnTo>
                  <a:pt x="619377" y="774739"/>
                </a:lnTo>
                <a:lnTo>
                  <a:pt x="607092" y="761479"/>
                </a:lnTo>
                <a:close/>
                <a:moveTo>
                  <a:pt x="648273" y="599348"/>
                </a:moveTo>
                <a:lnTo>
                  <a:pt x="648687" y="599930"/>
                </a:lnTo>
                <a:lnTo>
                  <a:pt x="648570" y="599866"/>
                </a:lnTo>
                <a:close/>
                <a:moveTo>
                  <a:pt x="598472" y="692948"/>
                </a:moveTo>
                <a:lnTo>
                  <a:pt x="615553" y="699348"/>
                </a:lnTo>
                <a:lnTo>
                  <a:pt x="632160" y="731247"/>
                </a:lnTo>
                <a:lnTo>
                  <a:pt x="614317" y="716331"/>
                </a:lnTo>
                <a:lnTo>
                  <a:pt x="605156" y="702419"/>
                </a:lnTo>
                <a:close/>
                <a:moveTo>
                  <a:pt x="598320" y="692733"/>
                </a:moveTo>
                <a:lnTo>
                  <a:pt x="598472" y="692948"/>
                </a:lnTo>
                <a:lnTo>
                  <a:pt x="598418" y="692928"/>
                </a:lnTo>
                <a:close/>
                <a:moveTo>
                  <a:pt x="643651" y="597177"/>
                </a:moveTo>
                <a:lnTo>
                  <a:pt x="648570" y="599866"/>
                </a:lnTo>
                <a:lnTo>
                  <a:pt x="657292" y="615110"/>
                </a:lnTo>
                <a:lnTo>
                  <a:pt x="658747" y="623538"/>
                </a:lnTo>
                <a:cubicBezTo>
                  <a:pt x="661139" y="632879"/>
                  <a:pt x="664164" y="642979"/>
                  <a:pt x="668066" y="654261"/>
                </a:cubicBezTo>
                <a:lnTo>
                  <a:pt x="675364" y="673195"/>
                </a:lnTo>
                <a:lnTo>
                  <a:pt x="666537" y="665094"/>
                </a:lnTo>
                <a:close/>
                <a:moveTo>
                  <a:pt x="604723" y="674319"/>
                </a:moveTo>
                <a:lnTo>
                  <a:pt x="609786" y="677580"/>
                </a:lnTo>
                <a:lnTo>
                  <a:pt x="616478" y="689995"/>
                </a:lnTo>
                <a:lnTo>
                  <a:pt x="621894" y="700717"/>
                </a:lnTo>
                <a:lnTo>
                  <a:pt x="615762" y="699426"/>
                </a:lnTo>
                <a:lnTo>
                  <a:pt x="615553" y="699348"/>
                </a:lnTo>
                <a:lnTo>
                  <a:pt x="610168" y="689004"/>
                </a:lnTo>
                <a:close/>
                <a:moveTo>
                  <a:pt x="578891" y="724301"/>
                </a:moveTo>
                <a:lnTo>
                  <a:pt x="581462" y="726300"/>
                </a:lnTo>
                <a:lnTo>
                  <a:pt x="588438" y="737641"/>
                </a:lnTo>
                <a:lnTo>
                  <a:pt x="585161" y="732969"/>
                </a:lnTo>
                <a:lnTo>
                  <a:pt x="581286" y="728337"/>
                </a:lnTo>
                <a:close/>
                <a:moveTo>
                  <a:pt x="649641" y="568917"/>
                </a:moveTo>
                <a:lnTo>
                  <a:pt x="666529" y="609687"/>
                </a:lnTo>
                <a:lnTo>
                  <a:pt x="655296" y="603544"/>
                </a:lnTo>
                <a:lnTo>
                  <a:pt x="650059" y="573207"/>
                </a:lnTo>
                <a:close/>
                <a:moveTo>
                  <a:pt x="614609" y="638824"/>
                </a:moveTo>
                <a:lnTo>
                  <a:pt x="626209" y="645798"/>
                </a:lnTo>
                <a:cubicBezTo>
                  <a:pt x="634227" y="650690"/>
                  <a:pt x="643190" y="656204"/>
                  <a:pt x="653237" y="662449"/>
                </a:cubicBezTo>
                <a:lnTo>
                  <a:pt x="661564" y="667676"/>
                </a:lnTo>
                <a:lnTo>
                  <a:pt x="668958" y="681752"/>
                </a:lnTo>
                <a:lnTo>
                  <a:pt x="675229" y="690891"/>
                </a:lnTo>
                <a:lnTo>
                  <a:pt x="678523" y="700668"/>
                </a:lnTo>
                <a:lnTo>
                  <a:pt x="685918" y="726313"/>
                </a:lnTo>
                <a:lnTo>
                  <a:pt x="675051" y="719770"/>
                </a:lnTo>
                <a:lnTo>
                  <a:pt x="670265" y="716662"/>
                </a:lnTo>
                <a:lnTo>
                  <a:pt x="626649" y="654652"/>
                </a:lnTo>
                <a:close/>
                <a:moveTo>
                  <a:pt x="572132" y="719051"/>
                </a:moveTo>
                <a:lnTo>
                  <a:pt x="572664" y="719461"/>
                </a:lnTo>
                <a:lnTo>
                  <a:pt x="576081" y="722117"/>
                </a:lnTo>
                <a:lnTo>
                  <a:pt x="581286" y="728337"/>
                </a:lnTo>
                <a:lnTo>
                  <a:pt x="611568" y="779378"/>
                </a:lnTo>
                <a:lnTo>
                  <a:pt x="610485" y="780022"/>
                </a:lnTo>
                <a:lnTo>
                  <a:pt x="610260" y="779897"/>
                </a:lnTo>
                <a:lnTo>
                  <a:pt x="609577" y="779524"/>
                </a:lnTo>
                <a:lnTo>
                  <a:pt x="602206" y="766099"/>
                </a:lnTo>
                <a:close/>
                <a:moveTo>
                  <a:pt x="638061" y="581501"/>
                </a:moveTo>
                <a:lnTo>
                  <a:pt x="648273" y="599348"/>
                </a:lnTo>
                <a:lnTo>
                  <a:pt x="640871" y="588928"/>
                </a:lnTo>
                <a:lnTo>
                  <a:pt x="639502" y="584863"/>
                </a:lnTo>
                <a:close/>
                <a:moveTo>
                  <a:pt x="554369" y="753841"/>
                </a:moveTo>
                <a:lnTo>
                  <a:pt x="580937" y="771642"/>
                </a:lnTo>
                <a:lnTo>
                  <a:pt x="601772" y="785199"/>
                </a:lnTo>
                <a:lnTo>
                  <a:pt x="596134" y="788549"/>
                </a:lnTo>
                <a:lnTo>
                  <a:pt x="595477" y="788806"/>
                </a:lnTo>
                <a:lnTo>
                  <a:pt x="586144" y="783122"/>
                </a:lnTo>
                <a:cubicBezTo>
                  <a:pt x="580758" y="779261"/>
                  <a:pt x="571555" y="771341"/>
                  <a:pt x="560583" y="761430"/>
                </a:cubicBezTo>
                <a:lnTo>
                  <a:pt x="556556" y="757684"/>
                </a:lnTo>
                <a:close/>
                <a:moveTo>
                  <a:pt x="643968" y="565027"/>
                </a:moveTo>
                <a:lnTo>
                  <a:pt x="647847" y="566539"/>
                </a:lnTo>
                <a:lnTo>
                  <a:pt x="648763" y="566798"/>
                </a:lnTo>
                <a:lnTo>
                  <a:pt x="649254" y="567982"/>
                </a:lnTo>
                <a:lnTo>
                  <a:pt x="646172" y="566268"/>
                </a:lnTo>
                <a:close/>
                <a:moveTo>
                  <a:pt x="598581" y="656829"/>
                </a:moveTo>
                <a:lnTo>
                  <a:pt x="606679" y="664667"/>
                </a:lnTo>
                <a:lnTo>
                  <a:pt x="615785" y="681443"/>
                </a:lnTo>
                <a:lnTo>
                  <a:pt x="609786" y="677580"/>
                </a:lnTo>
                <a:lnTo>
                  <a:pt x="600538" y="660422"/>
                </a:lnTo>
                <a:close/>
                <a:moveTo>
                  <a:pt x="597506" y="654857"/>
                </a:moveTo>
                <a:lnTo>
                  <a:pt x="598581" y="656829"/>
                </a:lnTo>
                <a:lnTo>
                  <a:pt x="598045" y="656310"/>
                </a:lnTo>
                <a:close/>
                <a:moveTo>
                  <a:pt x="633484" y="570820"/>
                </a:moveTo>
                <a:lnTo>
                  <a:pt x="652804" y="602182"/>
                </a:lnTo>
                <a:lnTo>
                  <a:pt x="650137" y="600723"/>
                </a:lnTo>
                <a:lnTo>
                  <a:pt x="639051" y="582189"/>
                </a:lnTo>
                <a:lnTo>
                  <a:pt x="636575" y="578034"/>
                </a:lnTo>
                <a:close/>
                <a:moveTo>
                  <a:pt x="600765" y="630500"/>
                </a:moveTo>
                <a:lnTo>
                  <a:pt x="605540" y="633371"/>
                </a:lnTo>
                <a:lnTo>
                  <a:pt x="625999" y="668587"/>
                </a:lnTo>
                <a:lnTo>
                  <a:pt x="615758" y="655387"/>
                </a:lnTo>
                <a:lnTo>
                  <a:pt x="607372" y="644489"/>
                </a:lnTo>
                <a:lnTo>
                  <a:pt x="602911" y="634754"/>
                </a:lnTo>
                <a:close/>
                <a:moveTo>
                  <a:pt x="521775" y="787957"/>
                </a:moveTo>
                <a:lnTo>
                  <a:pt x="539886" y="810539"/>
                </a:lnTo>
                <a:lnTo>
                  <a:pt x="536143" y="812002"/>
                </a:lnTo>
                <a:close/>
                <a:moveTo>
                  <a:pt x="572293" y="677842"/>
                </a:moveTo>
                <a:lnTo>
                  <a:pt x="588873" y="689351"/>
                </a:lnTo>
                <a:lnTo>
                  <a:pt x="598418" y="692928"/>
                </a:lnTo>
                <a:lnTo>
                  <a:pt x="603187" y="702390"/>
                </a:lnTo>
                <a:lnTo>
                  <a:pt x="607712" y="710810"/>
                </a:lnTo>
                <a:lnTo>
                  <a:pt x="593660" y="699062"/>
                </a:lnTo>
                <a:close/>
                <a:moveTo>
                  <a:pt x="626878" y="555406"/>
                </a:moveTo>
                <a:lnTo>
                  <a:pt x="643968" y="565027"/>
                </a:lnTo>
                <a:lnTo>
                  <a:pt x="628400" y="558957"/>
                </a:lnTo>
                <a:close/>
                <a:moveTo>
                  <a:pt x="625472" y="557815"/>
                </a:moveTo>
                <a:lnTo>
                  <a:pt x="628400" y="558957"/>
                </a:lnTo>
                <a:lnTo>
                  <a:pt x="633484" y="570820"/>
                </a:lnTo>
                <a:close/>
                <a:moveTo>
                  <a:pt x="536038" y="741559"/>
                </a:moveTo>
                <a:lnTo>
                  <a:pt x="547407" y="749176"/>
                </a:lnTo>
                <a:lnTo>
                  <a:pt x="556556" y="757684"/>
                </a:lnTo>
                <a:lnTo>
                  <a:pt x="566844" y="775764"/>
                </a:lnTo>
                <a:lnTo>
                  <a:pt x="578437" y="795467"/>
                </a:lnTo>
                <a:lnTo>
                  <a:pt x="575652" y="796556"/>
                </a:lnTo>
                <a:lnTo>
                  <a:pt x="555262" y="769156"/>
                </a:lnTo>
                <a:close/>
                <a:moveTo>
                  <a:pt x="624231" y="557332"/>
                </a:moveTo>
                <a:lnTo>
                  <a:pt x="624243" y="557336"/>
                </a:lnTo>
                <a:lnTo>
                  <a:pt x="636575" y="578034"/>
                </a:lnTo>
                <a:lnTo>
                  <a:pt x="638061" y="581501"/>
                </a:lnTo>
                <a:close/>
                <a:moveTo>
                  <a:pt x="620097" y="563421"/>
                </a:moveTo>
                <a:lnTo>
                  <a:pt x="634410" y="579831"/>
                </a:lnTo>
                <a:lnTo>
                  <a:pt x="640871" y="588928"/>
                </a:lnTo>
                <a:lnTo>
                  <a:pt x="643651" y="597177"/>
                </a:lnTo>
                <a:lnTo>
                  <a:pt x="634907" y="592395"/>
                </a:lnTo>
                <a:lnTo>
                  <a:pt x="626760" y="586893"/>
                </a:lnTo>
                <a:close/>
                <a:moveTo>
                  <a:pt x="534152" y="736851"/>
                </a:moveTo>
                <a:lnTo>
                  <a:pt x="547623" y="745313"/>
                </a:lnTo>
                <a:lnTo>
                  <a:pt x="550403" y="746872"/>
                </a:lnTo>
                <a:lnTo>
                  <a:pt x="554369" y="753841"/>
                </a:lnTo>
                <a:lnTo>
                  <a:pt x="547407" y="749176"/>
                </a:lnTo>
                <a:close/>
                <a:moveTo>
                  <a:pt x="621348" y="552293"/>
                </a:moveTo>
                <a:lnTo>
                  <a:pt x="622453" y="552915"/>
                </a:lnTo>
                <a:lnTo>
                  <a:pt x="625472" y="557815"/>
                </a:lnTo>
                <a:lnTo>
                  <a:pt x="624243" y="557336"/>
                </a:lnTo>
                <a:lnTo>
                  <a:pt x="624004" y="556934"/>
                </a:lnTo>
                <a:close/>
                <a:moveTo>
                  <a:pt x="585738" y="621463"/>
                </a:moveTo>
                <a:lnTo>
                  <a:pt x="588341" y="623030"/>
                </a:lnTo>
                <a:lnTo>
                  <a:pt x="593028" y="625848"/>
                </a:lnTo>
                <a:lnTo>
                  <a:pt x="607372" y="644489"/>
                </a:lnTo>
                <a:lnTo>
                  <a:pt x="611429" y="653343"/>
                </a:lnTo>
                <a:cubicBezTo>
                  <a:pt x="621128" y="676239"/>
                  <a:pt x="611488" y="663474"/>
                  <a:pt x="629800" y="686674"/>
                </a:cubicBezTo>
                <a:lnTo>
                  <a:pt x="630997" y="688204"/>
                </a:lnTo>
                <a:lnTo>
                  <a:pt x="606679" y="664667"/>
                </a:lnTo>
                <a:lnTo>
                  <a:pt x="592297" y="638172"/>
                </a:lnTo>
                <a:lnTo>
                  <a:pt x="589708" y="633828"/>
                </a:lnTo>
                <a:lnTo>
                  <a:pt x="589583" y="633492"/>
                </a:lnTo>
                <a:close/>
                <a:moveTo>
                  <a:pt x="570101" y="652750"/>
                </a:moveTo>
                <a:lnTo>
                  <a:pt x="581849" y="660047"/>
                </a:lnTo>
                <a:lnTo>
                  <a:pt x="598320" y="692733"/>
                </a:lnTo>
                <a:close/>
                <a:moveTo>
                  <a:pt x="506180" y="785066"/>
                </a:moveTo>
                <a:lnTo>
                  <a:pt x="534373" y="812694"/>
                </a:lnTo>
                <a:lnTo>
                  <a:pt x="533540" y="813019"/>
                </a:lnTo>
                <a:lnTo>
                  <a:pt x="521966" y="815501"/>
                </a:lnTo>
                <a:lnTo>
                  <a:pt x="514017" y="801341"/>
                </a:lnTo>
                <a:close/>
                <a:moveTo>
                  <a:pt x="530194" y="733170"/>
                </a:moveTo>
                <a:lnTo>
                  <a:pt x="534152" y="736851"/>
                </a:lnTo>
                <a:lnTo>
                  <a:pt x="531673" y="735293"/>
                </a:lnTo>
                <a:close/>
                <a:moveTo>
                  <a:pt x="589626" y="605978"/>
                </a:moveTo>
                <a:lnTo>
                  <a:pt x="614609" y="638824"/>
                </a:lnTo>
                <a:lnTo>
                  <a:pt x="605540" y="633371"/>
                </a:lnTo>
                <a:close/>
                <a:moveTo>
                  <a:pt x="616101" y="549339"/>
                </a:moveTo>
                <a:lnTo>
                  <a:pt x="621186" y="552202"/>
                </a:lnTo>
                <a:lnTo>
                  <a:pt x="621750" y="553151"/>
                </a:lnTo>
                <a:lnTo>
                  <a:pt x="624004" y="556934"/>
                </a:lnTo>
                <a:lnTo>
                  <a:pt x="624231" y="557332"/>
                </a:lnTo>
                <a:lnTo>
                  <a:pt x="617640" y="554762"/>
                </a:lnTo>
                <a:close/>
                <a:moveTo>
                  <a:pt x="510573" y="769210"/>
                </a:moveTo>
                <a:lnTo>
                  <a:pt x="525464" y="785579"/>
                </a:lnTo>
                <a:lnTo>
                  <a:pt x="541728" y="799335"/>
                </a:lnTo>
                <a:lnTo>
                  <a:pt x="545875" y="808197"/>
                </a:lnTo>
                <a:lnTo>
                  <a:pt x="543088" y="809287"/>
                </a:lnTo>
                <a:lnTo>
                  <a:pt x="518053" y="780819"/>
                </a:lnTo>
                <a:lnTo>
                  <a:pt x="515257" y="777050"/>
                </a:lnTo>
                <a:close/>
                <a:moveTo>
                  <a:pt x="575451" y="615270"/>
                </a:moveTo>
                <a:lnTo>
                  <a:pt x="580431" y="618268"/>
                </a:lnTo>
                <a:lnTo>
                  <a:pt x="589708" y="633828"/>
                </a:lnTo>
                <a:lnTo>
                  <a:pt x="597506" y="654857"/>
                </a:lnTo>
                <a:lnTo>
                  <a:pt x="579242" y="621344"/>
                </a:lnTo>
                <a:close/>
                <a:moveTo>
                  <a:pt x="612599" y="537003"/>
                </a:moveTo>
                <a:lnTo>
                  <a:pt x="621348" y="552293"/>
                </a:lnTo>
                <a:lnTo>
                  <a:pt x="621186" y="552202"/>
                </a:lnTo>
                <a:lnTo>
                  <a:pt x="613004" y="538430"/>
                </a:lnTo>
                <a:close/>
                <a:moveTo>
                  <a:pt x="549721" y="667520"/>
                </a:moveTo>
                <a:lnTo>
                  <a:pt x="554521" y="672871"/>
                </a:lnTo>
                <a:lnTo>
                  <a:pt x="551546" y="670988"/>
                </a:lnTo>
                <a:close/>
                <a:moveTo>
                  <a:pt x="611927" y="535829"/>
                </a:moveTo>
                <a:lnTo>
                  <a:pt x="612555" y="536848"/>
                </a:lnTo>
                <a:lnTo>
                  <a:pt x="612599" y="537003"/>
                </a:lnTo>
                <a:close/>
                <a:moveTo>
                  <a:pt x="565612" y="630216"/>
                </a:moveTo>
                <a:lnTo>
                  <a:pt x="588177" y="646760"/>
                </a:lnTo>
                <a:lnTo>
                  <a:pt x="598045" y="656310"/>
                </a:lnTo>
                <a:lnTo>
                  <a:pt x="604723" y="674319"/>
                </a:lnTo>
                <a:lnTo>
                  <a:pt x="601908" y="672507"/>
                </a:lnTo>
                <a:lnTo>
                  <a:pt x="581849" y="660047"/>
                </a:lnTo>
                <a:lnTo>
                  <a:pt x="571002" y="638520"/>
                </a:lnTo>
                <a:close/>
                <a:moveTo>
                  <a:pt x="545381" y="667088"/>
                </a:moveTo>
                <a:lnTo>
                  <a:pt x="551546" y="670988"/>
                </a:lnTo>
                <a:lnTo>
                  <a:pt x="569190" y="704529"/>
                </a:lnTo>
                <a:lnTo>
                  <a:pt x="586056" y="729871"/>
                </a:lnTo>
                <a:lnTo>
                  <a:pt x="581462" y="726300"/>
                </a:lnTo>
                <a:lnTo>
                  <a:pt x="578565" y="721589"/>
                </a:lnTo>
                <a:close/>
                <a:moveTo>
                  <a:pt x="603060" y="545014"/>
                </a:moveTo>
                <a:lnTo>
                  <a:pt x="612202" y="552642"/>
                </a:lnTo>
                <a:lnTo>
                  <a:pt x="617640" y="554762"/>
                </a:lnTo>
                <a:lnTo>
                  <a:pt x="620097" y="563421"/>
                </a:lnTo>
                <a:lnTo>
                  <a:pt x="616968" y="559832"/>
                </a:lnTo>
                <a:close/>
                <a:moveTo>
                  <a:pt x="546876" y="659845"/>
                </a:moveTo>
                <a:lnTo>
                  <a:pt x="551427" y="663356"/>
                </a:lnTo>
                <a:lnTo>
                  <a:pt x="553560" y="664837"/>
                </a:lnTo>
                <a:lnTo>
                  <a:pt x="597658" y="717225"/>
                </a:lnTo>
                <a:lnTo>
                  <a:pt x="592251" y="712034"/>
                </a:lnTo>
                <a:cubicBezTo>
                  <a:pt x="584182" y="704411"/>
                  <a:pt x="572398" y="692731"/>
                  <a:pt x="554521" y="672871"/>
                </a:cubicBezTo>
                <a:close/>
                <a:moveTo>
                  <a:pt x="508847" y="718556"/>
                </a:moveTo>
                <a:lnTo>
                  <a:pt x="511695" y="720831"/>
                </a:lnTo>
                <a:cubicBezTo>
                  <a:pt x="518295" y="725960"/>
                  <a:pt x="523879" y="730092"/>
                  <a:pt x="529512" y="733936"/>
                </a:cubicBezTo>
                <a:lnTo>
                  <a:pt x="531673" y="735293"/>
                </a:lnTo>
                <a:lnTo>
                  <a:pt x="536038" y="741559"/>
                </a:lnTo>
                <a:lnTo>
                  <a:pt x="517093" y="728866"/>
                </a:lnTo>
                <a:close/>
                <a:moveTo>
                  <a:pt x="572853" y="582587"/>
                </a:moveTo>
                <a:lnTo>
                  <a:pt x="584023" y="598612"/>
                </a:lnTo>
                <a:lnTo>
                  <a:pt x="585294" y="600282"/>
                </a:lnTo>
                <a:lnTo>
                  <a:pt x="587482" y="604169"/>
                </a:lnTo>
                <a:lnTo>
                  <a:pt x="600765" y="630500"/>
                </a:lnTo>
                <a:lnTo>
                  <a:pt x="593028" y="625848"/>
                </a:lnTo>
                <a:lnTo>
                  <a:pt x="590989" y="623198"/>
                </a:lnTo>
                <a:lnTo>
                  <a:pt x="582922" y="612654"/>
                </a:lnTo>
                <a:lnTo>
                  <a:pt x="576471" y="592473"/>
                </a:lnTo>
                <a:close/>
                <a:moveTo>
                  <a:pt x="534130" y="659969"/>
                </a:moveTo>
                <a:lnTo>
                  <a:pt x="543300" y="665771"/>
                </a:lnTo>
                <a:lnTo>
                  <a:pt x="563457" y="698287"/>
                </a:lnTo>
                <a:lnTo>
                  <a:pt x="578891" y="724301"/>
                </a:lnTo>
                <a:lnTo>
                  <a:pt x="576081" y="722117"/>
                </a:lnTo>
                <a:lnTo>
                  <a:pt x="567653" y="712044"/>
                </a:lnTo>
                <a:lnTo>
                  <a:pt x="537346" y="664631"/>
                </a:lnTo>
                <a:close/>
                <a:moveTo>
                  <a:pt x="539414" y="647927"/>
                </a:moveTo>
                <a:lnTo>
                  <a:pt x="540832" y="649653"/>
                </a:lnTo>
                <a:lnTo>
                  <a:pt x="541913" y="651390"/>
                </a:lnTo>
                <a:lnTo>
                  <a:pt x="546876" y="659845"/>
                </a:lnTo>
                <a:lnTo>
                  <a:pt x="544869" y="658298"/>
                </a:lnTo>
                <a:close/>
                <a:moveTo>
                  <a:pt x="591947" y="535741"/>
                </a:moveTo>
                <a:lnTo>
                  <a:pt x="597058" y="538619"/>
                </a:lnTo>
                <a:lnTo>
                  <a:pt x="603060" y="545014"/>
                </a:lnTo>
                <a:close/>
                <a:moveTo>
                  <a:pt x="591656" y="535498"/>
                </a:moveTo>
                <a:lnTo>
                  <a:pt x="591947" y="535741"/>
                </a:lnTo>
                <a:lnTo>
                  <a:pt x="591692" y="535598"/>
                </a:lnTo>
                <a:close/>
                <a:moveTo>
                  <a:pt x="535742" y="651257"/>
                </a:moveTo>
                <a:lnTo>
                  <a:pt x="544869" y="658298"/>
                </a:lnTo>
                <a:lnTo>
                  <a:pt x="549721" y="667520"/>
                </a:lnTo>
                <a:lnTo>
                  <a:pt x="537030" y="653373"/>
                </a:lnTo>
                <a:close/>
                <a:moveTo>
                  <a:pt x="453048" y="822836"/>
                </a:moveTo>
                <a:lnTo>
                  <a:pt x="455907" y="827654"/>
                </a:lnTo>
                <a:lnTo>
                  <a:pt x="454942" y="827703"/>
                </a:lnTo>
                <a:close/>
                <a:moveTo>
                  <a:pt x="451782" y="820702"/>
                </a:moveTo>
                <a:lnTo>
                  <a:pt x="452485" y="821387"/>
                </a:lnTo>
                <a:lnTo>
                  <a:pt x="453048" y="822836"/>
                </a:lnTo>
                <a:close/>
                <a:moveTo>
                  <a:pt x="532984" y="649129"/>
                </a:moveTo>
                <a:lnTo>
                  <a:pt x="533762" y="649729"/>
                </a:lnTo>
                <a:lnTo>
                  <a:pt x="537030" y="653373"/>
                </a:lnTo>
                <a:lnTo>
                  <a:pt x="545381" y="667088"/>
                </a:lnTo>
                <a:lnTo>
                  <a:pt x="543300" y="665771"/>
                </a:lnTo>
                <a:close/>
                <a:moveTo>
                  <a:pt x="603065" y="499837"/>
                </a:moveTo>
                <a:lnTo>
                  <a:pt x="626878" y="555406"/>
                </a:lnTo>
                <a:lnTo>
                  <a:pt x="622453" y="552915"/>
                </a:lnTo>
                <a:lnTo>
                  <a:pt x="612555" y="536848"/>
                </a:lnTo>
                <a:lnTo>
                  <a:pt x="607386" y="518638"/>
                </a:lnTo>
                <a:close/>
                <a:moveTo>
                  <a:pt x="604434" y="493846"/>
                </a:moveTo>
                <a:lnTo>
                  <a:pt x="638308" y="541556"/>
                </a:lnTo>
                <a:lnTo>
                  <a:pt x="640154" y="546012"/>
                </a:lnTo>
                <a:lnTo>
                  <a:pt x="638668" y="543669"/>
                </a:lnTo>
                <a:close/>
                <a:moveTo>
                  <a:pt x="575063" y="553774"/>
                </a:moveTo>
                <a:lnTo>
                  <a:pt x="593197" y="563528"/>
                </a:lnTo>
                <a:lnTo>
                  <a:pt x="595374" y="565697"/>
                </a:lnTo>
                <a:lnTo>
                  <a:pt x="626760" y="586893"/>
                </a:lnTo>
                <a:lnTo>
                  <a:pt x="627098" y="588083"/>
                </a:lnTo>
                <a:cubicBezTo>
                  <a:pt x="633784" y="608243"/>
                  <a:pt x="640596" y="625652"/>
                  <a:pt x="647563" y="641026"/>
                </a:cubicBezTo>
                <a:lnTo>
                  <a:pt x="653990" y="653259"/>
                </a:lnTo>
                <a:lnTo>
                  <a:pt x="640272" y="640096"/>
                </a:lnTo>
                <a:cubicBezTo>
                  <a:pt x="633263" y="633134"/>
                  <a:pt x="626748" y="626354"/>
                  <a:pt x="621833" y="620649"/>
                </a:cubicBezTo>
                <a:cubicBezTo>
                  <a:pt x="605127" y="601254"/>
                  <a:pt x="593889" y="577682"/>
                  <a:pt x="578198" y="557457"/>
                </a:cubicBezTo>
                <a:close/>
                <a:moveTo>
                  <a:pt x="485024" y="741127"/>
                </a:moveTo>
                <a:lnTo>
                  <a:pt x="504444" y="762473"/>
                </a:lnTo>
                <a:lnTo>
                  <a:pt x="515257" y="777050"/>
                </a:lnTo>
                <a:lnTo>
                  <a:pt x="521775" y="787957"/>
                </a:lnTo>
                <a:lnTo>
                  <a:pt x="486235" y="743642"/>
                </a:lnTo>
                <a:close/>
                <a:moveTo>
                  <a:pt x="567433" y="567777"/>
                </a:moveTo>
                <a:lnTo>
                  <a:pt x="589626" y="605978"/>
                </a:lnTo>
                <a:lnTo>
                  <a:pt x="585294" y="600282"/>
                </a:lnTo>
                <a:lnTo>
                  <a:pt x="568248" y="570004"/>
                </a:lnTo>
                <a:close/>
                <a:moveTo>
                  <a:pt x="513083" y="680129"/>
                </a:moveTo>
                <a:lnTo>
                  <a:pt x="537896" y="707342"/>
                </a:lnTo>
                <a:cubicBezTo>
                  <a:pt x="549828" y="719617"/>
                  <a:pt x="561808" y="731852"/>
                  <a:pt x="572740" y="744998"/>
                </a:cubicBezTo>
                <a:lnTo>
                  <a:pt x="594769" y="771432"/>
                </a:lnTo>
                <a:lnTo>
                  <a:pt x="572411" y="759215"/>
                </a:lnTo>
                <a:lnTo>
                  <a:pt x="550403" y="746872"/>
                </a:lnTo>
                <a:lnTo>
                  <a:pt x="543790" y="735250"/>
                </a:lnTo>
                <a:cubicBezTo>
                  <a:pt x="535476" y="720503"/>
                  <a:pt x="526440" y="704347"/>
                  <a:pt x="516398" y="686275"/>
                </a:cubicBezTo>
                <a:close/>
                <a:moveTo>
                  <a:pt x="497302" y="711731"/>
                </a:moveTo>
                <a:lnTo>
                  <a:pt x="517093" y="728866"/>
                </a:lnTo>
                <a:lnTo>
                  <a:pt x="563417" y="801339"/>
                </a:lnTo>
                <a:lnTo>
                  <a:pt x="550204" y="806505"/>
                </a:lnTo>
                <a:lnTo>
                  <a:pt x="541728" y="799335"/>
                </a:lnTo>
                <a:lnTo>
                  <a:pt x="529453" y="773099"/>
                </a:lnTo>
                <a:close/>
                <a:moveTo>
                  <a:pt x="600337" y="487967"/>
                </a:moveTo>
                <a:lnTo>
                  <a:pt x="601397" y="489425"/>
                </a:lnTo>
                <a:lnTo>
                  <a:pt x="604434" y="493846"/>
                </a:lnTo>
                <a:lnTo>
                  <a:pt x="600373" y="488125"/>
                </a:lnTo>
                <a:close/>
                <a:moveTo>
                  <a:pt x="556404" y="577965"/>
                </a:moveTo>
                <a:lnTo>
                  <a:pt x="557250" y="579101"/>
                </a:lnTo>
                <a:lnTo>
                  <a:pt x="582922" y="612654"/>
                </a:lnTo>
                <a:lnTo>
                  <a:pt x="585738" y="621463"/>
                </a:lnTo>
                <a:lnTo>
                  <a:pt x="580431" y="618268"/>
                </a:lnTo>
                <a:close/>
                <a:moveTo>
                  <a:pt x="594598" y="480079"/>
                </a:moveTo>
                <a:lnTo>
                  <a:pt x="597197" y="483652"/>
                </a:lnTo>
                <a:lnTo>
                  <a:pt x="600373" y="488125"/>
                </a:lnTo>
                <a:lnTo>
                  <a:pt x="603065" y="499837"/>
                </a:lnTo>
                <a:close/>
                <a:moveTo>
                  <a:pt x="443785" y="794273"/>
                </a:moveTo>
                <a:lnTo>
                  <a:pt x="450129" y="802384"/>
                </a:lnTo>
                <a:lnTo>
                  <a:pt x="466445" y="827121"/>
                </a:lnTo>
                <a:lnTo>
                  <a:pt x="458767" y="827510"/>
                </a:lnTo>
                <a:lnTo>
                  <a:pt x="452485" y="821387"/>
                </a:lnTo>
                <a:lnTo>
                  <a:pt x="446487" y="805970"/>
                </a:lnTo>
                <a:close/>
                <a:moveTo>
                  <a:pt x="572726" y="515011"/>
                </a:moveTo>
                <a:lnTo>
                  <a:pt x="590145" y="531306"/>
                </a:lnTo>
                <a:lnTo>
                  <a:pt x="590281" y="531707"/>
                </a:lnTo>
                <a:lnTo>
                  <a:pt x="591656" y="535498"/>
                </a:lnTo>
                <a:lnTo>
                  <a:pt x="589186" y="533438"/>
                </a:lnTo>
                <a:close/>
                <a:moveTo>
                  <a:pt x="519675" y="619305"/>
                </a:moveTo>
                <a:lnTo>
                  <a:pt x="533149" y="629008"/>
                </a:lnTo>
                <a:lnTo>
                  <a:pt x="537112" y="635140"/>
                </a:lnTo>
                <a:cubicBezTo>
                  <a:pt x="544883" y="646524"/>
                  <a:pt x="552153" y="656439"/>
                  <a:pt x="558641" y="664283"/>
                </a:cubicBezTo>
                <a:lnTo>
                  <a:pt x="572293" y="677842"/>
                </a:lnTo>
                <a:lnTo>
                  <a:pt x="553560" y="664837"/>
                </a:lnTo>
                <a:lnTo>
                  <a:pt x="542961" y="652246"/>
                </a:lnTo>
                <a:lnTo>
                  <a:pt x="540832" y="649653"/>
                </a:lnTo>
                <a:lnTo>
                  <a:pt x="537540" y="644365"/>
                </a:lnTo>
                <a:lnTo>
                  <a:pt x="536998" y="643335"/>
                </a:lnTo>
                <a:lnTo>
                  <a:pt x="536270" y="642326"/>
                </a:lnTo>
                <a:lnTo>
                  <a:pt x="535839" y="641633"/>
                </a:lnTo>
                <a:lnTo>
                  <a:pt x="534751" y="640218"/>
                </a:lnTo>
                <a:close/>
                <a:moveTo>
                  <a:pt x="484099" y="688910"/>
                </a:moveTo>
                <a:lnTo>
                  <a:pt x="488908" y="693628"/>
                </a:lnTo>
                <a:lnTo>
                  <a:pt x="508847" y="718556"/>
                </a:lnTo>
                <a:lnTo>
                  <a:pt x="495146" y="707616"/>
                </a:lnTo>
                <a:lnTo>
                  <a:pt x="493572" y="704612"/>
                </a:lnTo>
                <a:close/>
                <a:moveTo>
                  <a:pt x="589627" y="468480"/>
                </a:moveTo>
                <a:lnTo>
                  <a:pt x="589873" y="468773"/>
                </a:lnTo>
                <a:lnTo>
                  <a:pt x="598483" y="479904"/>
                </a:lnTo>
                <a:lnTo>
                  <a:pt x="600337" y="487967"/>
                </a:lnTo>
                <a:lnTo>
                  <a:pt x="597197" y="483652"/>
                </a:lnTo>
                <a:lnTo>
                  <a:pt x="594503" y="479857"/>
                </a:lnTo>
                <a:close/>
                <a:moveTo>
                  <a:pt x="552103" y="541325"/>
                </a:moveTo>
                <a:lnTo>
                  <a:pt x="553587" y="542223"/>
                </a:lnTo>
                <a:lnTo>
                  <a:pt x="558366" y="544793"/>
                </a:lnTo>
                <a:lnTo>
                  <a:pt x="561306" y="551035"/>
                </a:lnTo>
                <a:lnTo>
                  <a:pt x="567433" y="567777"/>
                </a:lnTo>
                <a:lnTo>
                  <a:pt x="553259" y="543380"/>
                </a:lnTo>
                <a:close/>
                <a:moveTo>
                  <a:pt x="495494" y="652228"/>
                </a:moveTo>
                <a:lnTo>
                  <a:pt x="501119" y="657950"/>
                </a:lnTo>
                <a:lnTo>
                  <a:pt x="513083" y="680129"/>
                </a:lnTo>
                <a:lnTo>
                  <a:pt x="503342" y="669447"/>
                </a:lnTo>
                <a:lnTo>
                  <a:pt x="499860" y="664483"/>
                </a:lnTo>
                <a:lnTo>
                  <a:pt x="497183" y="657489"/>
                </a:lnTo>
                <a:close/>
                <a:moveTo>
                  <a:pt x="412290" y="820897"/>
                </a:moveTo>
                <a:lnTo>
                  <a:pt x="419943" y="829474"/>
                </a:lnTo>
                <a:lnTo>
                  <a:pt x="417231" y="829611"/>
                </a:lnTo>
                <a:lnTo>
                  <a:pt x="416474" y="828496"/>
                </a:lnTo>
                <a:close/>
                <a:moveTo>
                  <a:pt x="510627" y="612789"/>
                </a:moveTo>
                <a:lnTo>
                  <a:pt x="516861" y="617279"/>
                </a:lnTo>
                <a:lnTo>
                  <a:pt x="528198" y="631697"/>
                </a:lnTo>
                <a:lnTo>
                  <a:pt x="534751" y="640218"/>
                </a:lnTo>
                <a:lnTo>
                  <a:pt x="536270" y="642326"/>
                </a:lnTo>
                <a:lnTo>
                  <a:pt x="537540" y="644365"/>
                </a:lnTo>
                <a:lnTo>
                  <a:pt x="539414" y="647927"/>
                </a:lnTo>
                <a:lnTo>
                  <a:pt x="510993" y="613333"/>
                </a:lnTo>
                <a:close/>
                <a:moveTo>
                  <a:pt x="589588" y="441206"/>
                </a:moveTo>
                <a:lnTo>
                  <a:pt x="608394" y="469338"/>
                </a:lnTo>
                <a:lnTo>
                  <a:pt x="631613" y="525395"/>
                </a:lnTo>
                <a:lnTo>
                  <a:pt x="620734" y="508671"/>
                </a:lnTo>
                <a:lnTo>
                  <a:pt x="598483" y="479904"/>
                </a:lnTo>
                <a:close/>
                <a:moveTo>
                  <a:pt x="507352" y="610430"/>
                </a:moveTo>
                <a:lnTo>
                  <a:pt x="510428" y="612646"/>
                </a:lnTo>
                <a:lnTo>
                  <a:pt x="510993" y="613333"/>
                </a:lnTo>
                <a:lnTo>
                  <a:pt x="528410" y="639215"/>
                </a:lnTo>
                <a:lnTo>
                  <a:pt x="535742" y="651257"/>
                </a:lnTo>
                <a:lnTo>
                  <a:pt x="533762" y="649729"/>
                </a:lnTo>
                <a:lnTo>
                  <a:pt x="532448" y="648265"/>
                </a:lnTo>
                <a:lnTo>
                  <a:pt x="524120" y="634831"/>
                </a:lnTo>
                <a:close/>
                <a:moveTo>
                  <a:pt x="504295" y="616714"/>
                </a:moveTo>
                <a:lnTo>
                  <a:pt x="518911" y="633175"/>
                </a:lnTo>
                <a:lnTo>
                  <a:pt x="532448" y="648265"/>
                </a:lnTo>
                <a:lnTo>
                  <a:pt x="532984" y="649129"/>
                </a:lnTo>
                <a:lnTo>
                  <a:pt x="524154" y="642318"/>
                </a:lnTo>
                <a:lnTo>
                  <a:pt x="517528" y="635900"/>
                </a:lnTo>
                <a:close/>
                <a:moveTo>
                  <a:pt x="458775" y="709259"/>
                </a:moveTo>
                <a:lnTo>
                  <a:pt x="461446" y="712734"/>
                </a:lnTo>
                <a:lnTo>
                  <a:pt x="466963" y="719613"/>
                </a:lnTo>
                <a:lnTo>
                  <a:pt x="474502" y="729562"/>
                </a:lnTo>
                <a:lnTo>
                  <a:pt x="478219" y="733647"/>
                </a:lnTo>
                <a:lnTo>
                  <a:pt x="486235" y="743642"/>
                </a:lnTo>
                <a:lnTo>
                  <a:pt x="506180" y="785066"/>
                </a:lnTo>
                <a:lnTo>
                  <a:pt x="506092" y="784980"/>
                </a:lnTo>
                <a:lnTo>
                  <a:pt x="484349" y="763465"/>
                </a:lnTo>
                <a:lnTo>
                  <a:pt x="463388" y="719242"/>
                </a:lnTo>
                <a:close/>
                <a:moveTo>
                  <a:pt x="547152" y="520988"/>
                </a:moveTo>
                <a:lnTo>
                  <a:pt x="575063" y="553774"/>
                </a:lnTo>
                <a:lnTo>
                  <a:pt x="558366" y="544793"/>
                </a:lnTo>
                <a:close/>
                <a:moveTo>
                  <a:pt x="539579" y="533753"/>
                </a:moveTo>
                <a:lnTo>
                  <a:pt x="552046" y="541291"/>
                </a:lnTo>
                <a:lnTo>
                  <a:pt x="553259" y="543380"/>
                </a:lnTo>
                <a:lnTo>
                  <a:pt x="568248" y="570004"/>
                </a:lnTo>
                <a:lnTo>
                  <a:pt x="572853" y="582587"/>
                </a:lnTo>
                <a:lnTo>
                  <a:pt x="543847" y="540977"/>
                </a:lnTo>
                <a:close/>
                <a:moveTo>
                  <a:pt x="489056" y="632185"/>
                </a:moveTo>
                <a:lnTo>
                  <a:pt x="490463" y="632974"/>
                </a:lnTo>
                <a:lnTo>
                  <a:pt x="510331" y="644955"/>
                </a:lnTo>
                <a:lnTo>
                  <a:pt x="526315" y="662638"/>
                </a:lnTo>
                <a:lnTo>
                  <a:pt x="567653" y="712044"/>
                </a:lnTo>
                <a:lnTo>
                  <a:pt x="572132" y="719051"/>
                </a:lnTo>
                <a:lnTo>
                  <a:pt x="541862" y="695728"/>
                </a:lnTo>
                <a:cubicBezTo>
                  <a:pt x="532509" y="688155"/>
                  <a:pt x="523166" y="679936"/>
                  <a:pt x="511122" y="668125"/>
                </a:cubicBezTo>
                <a:lnTo>
                  <a:pt x="501119" y="657950"/>
                </a:lnTo>
                <a:lnTo>
                  <a:pt x="491757" y="640595"/>
                </a:lnTo>
                <a:close/>
                <a:moveTo>
                  <a:pt x="530772" y="543546"/>
                </a:moveTo>
                <a:lnTo>
                  <a:pt x="555329" y="576162"/>
                </a:lnTo>
                <a:lnTo>
                  <a:pt x="556404" y="577965"/>
                </a:lnTo>
                <a:lnTo>
                  <a:pt x="530784" y="543565"/>
                </a:lnTo>
                <a:close/>
                <a:moveTo>
                  <a:pt x="434606" y="737937"/>
                </a:moveTo>
                <a:lnTo>
                  <a:pt x="475545" y="793449"/>
                </a:lnTo>
                <a:lnTo>
                  <a:pt x="489391" y="810266"/>
                </a:lnTo>
                <a:lnTo>
                  <a:pt x="495299" y="821220"/>
                </a:lnTo>
                <a:lnTo>
                  <a:pt x="492237" y="821876"/>
                </a:lnTo>
                <a:lnTo>
                  <a:pt x="457194" y="775176"/>
                </a:lnTo>
                <a:lnTo>
                  <a:pt x="435006" y="743052"/>
                </a:lnTo>
                <a:close/>
                <a:moveTo>
                  <a:pt x="453646" y="698161"/>
                </a:moveTo>
                <a:lnTo>
                  <a:pt x="474134" y="721617"/>
                </a:lnTo>
                <a:lnTo>
                  <a:pt x="478395" y="727360"/>
                </a:lnTo>
                <a:lnTo>
                  <a:pt x="485024" y="741127"/>
                </a:lnTo>
                <a:lnTo>
                  <a:pt x="478219" y="733647"/>
                </a:lnTo>
                <a:lnTo>
                  <a:pt x="466963" y="719613"/>
                </a:lnTo>
                <a:lnTo>
                  <a:pt x="458238" y="708098"/>
                </a:lnTo>
                <a:close/>
                <a:moveTo>
                  <a:pt x="486198" y="630288"/>
                </a:moveTo>
                <a:lnTo>
                  <a:pt x="486615" y="630462"/>
                </a:lnTo>
                <a:lnTo>
                  <a:pt x="488610" y="630796"/>
                </a:lnTo>
                <a:lnTo>
                  <a:pt x="489056" y="632185"/>
                </a:lnTo>
                <a:lnTo>
                  <a:pt x="486425" y="630710"/>
                </a:lnTo>
                <a:close/>
                <a:moveTo>
                  <a:pt x="458389" y="678043"/>
                </a:moveTo>
                <a:lnTo>
                  <a:pt x="487788" y="701742"/>
                </a:lnTo>
                <a:lnTo>
                  <a:pt x="495146" y="707616"/>
                </a:lnTo>
                <a:lnTo>
                  <a:pt x="497302" y="711731"/>
                </a:lnTo>
                <a:close/>
                <a:moveTo>
                  <a:pt x="494104" y="601940"/>
                </a:moveTo>
                <a:lnTo>
                  <a:pt x="500586" y="608742"/>
                </a:lnTo>
                <a:cubicBezTo>
                  <a:pt x="517172" y="626454"/>
                  <a:pt x="531745" y="642679"/>
                  <a:pt x="507925" y="618215"/>
                </a:cubicBezTo>
                <a:lnTo>
                  <a:pt x="498841" y="608807"/>
                </a:lnTo>
                <a:close/>
                <a:moveTo>
                  <a:pt x="539806" y="505394"/>
                </a:moveTo>
                <a:lnTo>
                  <a:pt x="587624" y="533308"/>
                </a:lnTo>
                <a:lnTo>
                  <a:pt x="591692" y="535598"/>
                </a:lnTo>
                <a:lnTo>
                  <a:pt x="594388" y="543034"/>
                </a:lnTo>
                <a:cubicBezTo>
                  <a:pt x="596920" y="548693"/>
                  <a:pt x="600351" y="553377"/>
                  <a:pt x="612550" y="573937"/>
                </a:cubicBezTo>
                <a:lnTo>
                  <a:pt x="593197" y="563528"/>
                </a:lnTo>
                <a:lnTo>
                  <a:pt x="570680" y="541090"/>
                </a:lnTo>
                <a:lnTo>
                  <a:pt x="541602" y="509206"/>
                </a:lnTo>
                <a:close/>
                <a:moveTo>
                  <a:pt x="454052" y="679262"/>
                </a:moveTo>
                <a:lnTo>
                  <a:pt x="474154" y="708266"/>
                </a:lnTo>
                <a:lnTo>
                  <a:pt x="510573" y="769210"/>
                </a:lnTo>
                <a:lnTo>
                  <a:pt x="504444" y="762473"/>
                </a:lnTo>
                <a:lnTo>
                  <a:pt x="478395" y="727360"/>
                </a:lnTo>
                <a:lnTo>
                  <a:pt x="461099" y="691438"/>
                </a:lnTo>
                <a:close/>
                <a:moveTo>
                  <a:pt x="567393" y="442684"/>
                </a:moveTo>
                <a:lnTo>
                  <a:pt x="573764" y="450647"/>
                </a:lnTo>
                <a:lnTo>
                  <a:pt x="594503" y="479857"/>
                </a:lnTo>
                <a:lnTo>
                  <a:pt x="594598" y="480079"/>
                </a:lnTo>
                <a:close/>
                <a:moveTo>
                  <a:pt x="483693" y="615487"/>
                </a:moveTo>
                <a:lnTo>
                  <a:pt x="489937" y="622393"/>
                </a:lnTo>
                <a:lnTo>
                  <a:pt x="492930" y="627177"/>
                </a:lnTo>
                <a:cubicBezTo>
                  <a:pt x="493811" y="629909"/>
                  <a:pt x="493030" y="631018"/>
                  <a:pt x="491630" y="631301"/>
                </a:cubicBezTo>
                <a:lnTo>
                  <a:pt x="488610" y="630796"/>
                </a:lnTo>
                <a:close/>
                <a:moveTo>
                  <a:pt x="501423" y="578071"/>
                </a:moveTo>
                <a:lnTo>
                  <a:pt x="510539" y="588384"/>
                </a:lnTo>
                <a:lnTo>
                  <a:pt x="537097" y="608861"/>
                </a:lnTo>
                <a:lnTo>
                  <a:pt x="562611" y="642137"/>
                </a:lnTo>
                <a:lnTo>
                  <a:pt x="570101" y="652750"/>
                </a:lnTo>
                <a:lnTo>
                  <a:pt x="541118" y="634748"/>
                </a:lnTo>
                <a:lnTo>
                  <a:pt x="533149" y="629008"/>
                </a:lnTo>
                <a:lnTo>
                  <a:pt x="512575" y="597177"/>
                </a:lnTo>
                <a:close/>
                <a:moveTo>
                  <a:pt x="490915" y="598593"/>
                </a:moveTo>
                <a:lnTo>
                  <a:pt x="492665" y="599853"/>
                </a:lnTo>
                <a:lnTo>
                  <a:pt x="494104" y="601940"/>
                </a:lnTo>
                <a:close/>
                <a:moveTo>
                  <a:pt x="432382" y="711675"/>
                </a:moveTo>
                <a:lnTo>
                  <a:pt x="470846" y="750104"/>
                </a:lnTo>
                <a:lnTo>
                  <a:pt x="484349" y="763465"/>
                </a:lnTo>
                <a:lnTo>
                  <a:pt x="492373" y="780393"/>
                </a:lnTo>
                <a:lnTo>
                  <a:pt x="514068" y="817195"/>
                </a:lnTo>
                <a:lnTo>
                  <a:pt x="497942" y="820653"/>
                </a:lnTo>
                <a:lnTo>
                  <a:pt x="489391" y="810266"/>
                </a:lnTo>
                <a:lnTo>
                  <a:pt x="466610" y="768033"/>
                </a:lnTo>
                <a:cubicBezTo>
                  <a:pt x="458183" y="752412"/>
                  <a:pt x="447182" y="738481"/>
                  <a:pt x="435628" y="724904"/>
                </a:cubicBezTo>
                <a:lnTo>
                  <a:pt x="433375" y="722210"/>
                </a:lnTo>
                <a:lnTo>
                  <a:pt x="433083" y="718471"/>
                </a:lnTo>
                <a:close/>
                <a:moveTo>
                  <a:pt x="448281" y="669291"/>
                </a:moveTo>
                <a:lnTo>
                  <a:pt x="458389" y="678043"/>
                </a:lnTo>
                <a:lnTo>
                  <a:pt x="451407" y="672414"/>
                </a:lnTo>
                <a:lnTo>
                  <a:pt x="448969" y="670480"/>
                </a:lnTo>
                <a:close/>
                <a:moveTo>
                  <a:pt x="483405" y="592919"/>
                </a:moveTo>
                <a:lnTo>
                  <a:pt x="484099" y="593494"/>
                </a:lnTo>
                <a:lnTo>
                  <a:pt x="488734" y="598340"/>
                </a:lnTo>
                <a:lnTo>
                  <a:pt x="498841" y="608807"/>
                </a:lnTo>
                <a:lnTo>
                  <a:pt x="504295" y="616714"/>
                </a:lnTo>
                <a:lnTo>
                  <a:pt x="495042" y="606294"/>
                </a:lnTo>
                <a:close/>
                <a:moveTo>
                  <a:pt x="528020" y="498514"/>
                </a:moveTo>
                <a:lnTo>
                  <a:pt x="536512" y="503472"/>
                </a:lnTo>
                <a:lnTo>
                  <a:pt x="538514" y="505821"/>
                </a:lnTo>
                <a:lnTo>
                  <a:pt x="541602" y="509206"/>
                </a:lnTo>
                <a:lnTo>
                  <a:pt x="547152" y="520988"/>
                </a:lnTo>
                <a:close/>
                <a:moveTo>
                  <a:pt x="551691" y="447811"/>
                </a:moveTo>
                <a:lnTo>
                  <a:pt x="552992" y="449605"/>
                </a:lnTo>
                <a:cubicBezTo>
                  <a:pt x="569856" y="473074"/>
                  <a:pt x="585308" y="494885"/>
                  <a:pt x="598799" y="514518"/>
                </a:cubicBezTo>
                <a:lnTo>
                  <a:pt x="613004" y="538430"/>
                </a:lnTo>
                <a:lnTo>
                  <a:pt x="616101" y="549339"/>
                </a:lnTo>
                <a:lnTo>
                  <a:pt x="597058" y="538619"/>
                </a:lnTo>
                <a:lnTo>
                  <a:pt x="590558" y="531694"/>
                </a:lnTo>
                <a:lnTo>
                  <a:pt x="590145" y="531306"/>
                </a:lnTo>
                <a:lnTo>
                  <a:pt x="581623" y="506278"/>
                </a:lnTo>
                <a:cubicBezTo>
                  <a:pt x="576358" y="491302"/>
                  <a:pt x="566672" y="478263"/>
                  <a:pt x="559632" y="464034"/>
                </a:cubicBezTo>
                <a:close/>
                <a:moveTo>
                  <a:pt x="445808" y="667972"/>
                </a:moveTo>
                <a:lnTo>
                  <a:pt x="448969" y="670480"/>
                </a:lnTo>
                <a:lnTo>
                  <a:pt x="454052" y="679262"/>
                </a:lnTo>
                <a:lnTo>
                  <a:pt x="452220" y="676620"/>
                </a:lnTo>
                <a:close/>
                <a:moveTo>
                  <a:pt x="526770" y="497785"/>
                </a:moveTo>
                <a:lnTo>
                  <a:pt x="527157" y="498010"/>
                </a:lnTo>
                <a:lnTo>
                  <a:pt x="530444" y="502853"/>
                </a:lnTo>
                <a:lnTo>
                  <a:pt x="552103" y="541325"/>
                </a:lnTo>
                <a:lnTo>
                  <a:pt x="552046" y="541291"/>
                </a:lnTo>
                <a:close/>
                <a:moveTo>
                  <a:pt x="525449" y="495494"/>
                </a:moveTo>
                <a:lnTo>
                  <a:pt x="528020" y="498514"/>
                </a:lnTo>
                <a:lnTo>
                  <a:pt x="527157" y="498010"/>
                </a:lnTo>
                <a:close/>
                <a:moveTo>
                  <a:pt x="525385" y="495399"/>
                </a:moveTo>
                <a:lnTo>
                  <a:pt x="525449" y="495494"/>
                </a:lnTo>
                <a:lnTo>
                  <a:pt x="525420" y="495460"/>
                </a:lnTo>
                <a:close/>
                <a:moveTo>
                  <a:pt x="385227" y="786610"/>
                </a:moveTo>
                <a:lnTo>
                  <a:pt x="405690" y="808905"/>
                </a:lnTo>
                <a:lnTo>
                  <a:pt x="412290" y="820897"/>
                </a:lnTo>
                <a:lnTo>
                  <a:pt x="387237" y="792816"/>
                </a:lnTo>
                <a:close/>
                <a:moveTo>
                  <a:pt x="555696" y="428064"/>
                </a:moveTo>
                <a:lnTo>
                  <a:pt x="557803" y="430539"/>
                </a:lnTo>
                <a:lnTo>
                  <a:pt x="563489" y="437318"/>
                </a:lnTo>
                <a:lnTo>
                  <a:pt x="567393" y="442684"/>
                </a:lnTo>
                <a:close/>
                <a:moveTo>
                  <a:pt x="476246" y="592487"/>
                </a:moveTo>
                <a:lnTo>
                  <a:pt x="488812" y="608084"/>
                </a:lnTo>
                <a:lnTo>
                  <a:pt x="517528" y="635900"/>
                </a:lnTo>
                <a:lnTo>
                  <a:pt x="534130" y="659969"/>
                </a:lnTo>
                <a:lnTo>
                  <a:pt x="511838" y="645864"/>
                </a:lnTo>
                <a:lnTo>
                  <a:pt x="510331" y="644955"/>
                </a:lnTo>
                <a:lnTo>
                  <a:pt x="489937" y="622393"/>
                </a:lnTo>
                <a:lnTo>
                  <a:pt x="484258" y="613320"/>
                </a:lnTo>
                <a:lnTo>
                  <a:pt x="482270" y="611055"/>
                </a:lnTo>
                <a:lnTo>
                  <a:pt x="476535" y="593200"/>
                </a:lnTo>
                <a:close/>
                <a:moveTo>
                  <a:pt x="510282" y="516039"/>
                </a:moveTo>
                <a:lnTo>
                  <a:pt x="515748" y="519343"/>
                </a:lnTo>
                <a:lnTo>
                  <a:pt x="530772" y="543546"/>
                </a:lnTo>
                <a:lnTo>
                  <a:pt x="530561" y="543265"/>
                </a:lnTo>
                <a:close/>
                <a:moveTo>
                  <a:pt x="469457" y="599737"/>
                </a:moveTo>
                <a:lnTo>
                  <a:pt x="470104" y="600453"/>
                </a:lnTo>
                <a:lnTo>
                  <a:pt x="486198" y="630288"/>
                </a:lnTo>
                <a:lnTo>
                  <a:pt x="484141" y="629429"/>
                </a:lnTo>
                <a:lnTo>
                  <a:pt x="486425" y="630710"/>
                </a:lnTo>
                <a:lnTo>
                  <a:pt x="491757" y="640595"/>
                </a:lnTo>
                <a:lnTo>
                  <a:pt x="495494" y="652228"/>
                </a:lnTo>
                <a:lnTo>
                  <a:pt x="490692" y="647344"/>
                </a:lnTo>
                <a:lnTo>
                  <a:pt x="479226" y="635073"/>
                </a:lnTo>
                <a:lnTo>
                  <a:pt x="469651" y="621425"/>
                </a:lnTo>
                <a:lnTo>
                  <a:pt x="472763" y="623083"/>
                </a:lnTo>
                <a:close/>
                <a:moveTo>
                  <a:pt x="475539" y="583449"/>
                </a:moveTo>
                <a:cubicBezTo>
                  <a:pt x="474149" y="581450"/>
                  <a:pt x="477093" y="584231"/>
                  <a:pt x="482044" y="589283"/>
                </a:cubicBezTo>
                <a:lnTo>
                  <a:pt x="490915" y="598593"/>
                </a:lnTo>
                <a:lnTo>
                  <a:pt x="485834" y="594934"/>
                </a:lnTo>
                <a:lnTo>
                  <a:pt x="484099" y="593494"/>
                </a:lnTo>
                <a:lnTo>
                  <a:pt x="481967" y="591265"/>
                </a:lnTo>
                <a:lnTo>
                  <a:pt x="481167" y="590346"/>
                </a:lnTo>
                <a:cubicBezTo>
                  <a:pt x="478013" y="586643"/>
                  <a:pt x="476235" y="584448"/>
                  <a:pt x="475539" y="583449"/>
                </a:cubicBezTo>
                <a:close/>
                <a:moveTo>
                  <a:pt x="468904" y="595830"/>
                </a:moveTo>
                <a:lnTo>
                  <a:pt x="482270" y="611055"/>
                </a:lnTo>
                <a:lnTo>
                  <a:pt x="483693" y="615487"/>
                </a:lnTo>
                <a:lnTo>
                  <a:pt x="470104" y="600453"/>
                </a:lnTo>
                <a:lnTo>
                  <a:pt x="469364" y="599081"/>
                </a:lnTo>
                <a:close/>
                <a:moveTo>
                  <a:pt x="434987" y="657782"/>
                </a:moveTo>
                <a:lnTo>
                  <a:pt x="444105" y="665675"/>
                </a:lnTo>
                <a:lnTo>
                  <a:pt x="445808" y="667972"/>
                </a:lnTo>
                <a:lnTo>
                  <a:pt x="436159" y="660318"/>
                </a:lnTo>
                <a:close/>
                <a:moveTo>
                  <a:pt x="471165" y="579973"/>
                </a:moveTo>
                <a:lnTo>
                  <a:pt x="481967" y="591265"/>
                </a:lnTo>
                <a:lnTo>
                  <a:pt x="483405" y="592919"/>
                </a:lnTo>
                <a:lnTo>
                  <a:pt x="472874" y="584181"/>
                </a:lnTo>
                <a:close/>
                <a:moveTo>
                  <a:pt x="368251" y="794378"/>
                </a:moveTo>
                <a:lnTo>
                  <a:pt x="388613" y="817667"/>
                </a:lnTo>
                <a:lnTo>
                  <a:pt x="395161" y="829711"/>
                </a:lnTo>
                <a:lnTo>
                  <a:pt x="387846" y="828896"/>
                </a:lnTo>
                <a:lnTo>
                  <a:pt x="386590" y="824723"/>
                </a:lnTo>
                <a:close/>
                <a:moveTo>
                  <a:pt x="427955" y="668748"/>
                </a:moveTo>
                <a:lnTo>
                  <a:pt x="430441" y="671594"/>
                </a:lnTo>
                <a:lnTo>
                  <a:pt x="452175" y="700096"/>
                </a:lnTo>
                <a:lnTo>
                  <a:pt x="458238" y="708098"/>
                </a:lnTo>
                <a:lnTo>
                  <a:pt x="458775" y="709259"/>
                </a:lnTo>
                <a:lnTo>
                  <a:pt x="428006" y="669239"/>
                </a:lnTo>
                <a:close/>
                <a:moveTo>
                  <a:pt x="467711" y="579897"/>
                </a:moveTo>
                <a:lnTo>
                  <a:pt x="472874" y="584181"/>
                </a:lnTo>
                <a:lnTo>
                  <a:pt x="476246" y="592487"/>
                </a:lnTo>
                <a:lnTo>
                  <a:pt x="467764" y="581959"/>
                </a:lnTo>
                <a:close/>
                <a:moveTo>
                  <a:pt x="467479" y="570893"/>
                </a:moveTo>
                <a:lnTo>
                  <a:pt x="471165" y="579973"/>
                </a:lnTo>
                <a:lnTo>
                  <a:pt x="467617" y="576263"/>
                </a:lnTo>
                <a:close/>
                <a:moveTo>
                  <a:pt x="426124" y="652358"/>
                </a:moveTo>
                <a:lnTo>
                  <a:pt x="436159" y="660318"/>
                </a:lnTo>
                <a:lnTo>
                  <a:pt x="453646" y="698161"/>
                </a:lnTo>
                <a:lnTo>
                  <a:pt x="430441" y="671594"/>
                </a:lnTo>
                <a:lnTo>
                  <a:pt x="427906" y="668269"/>
                </a:lnTo>
                <a:lnTo>
                  <a:pt x="426399" y="653662"/>
                </a:lnTo>
                <a:close/>
                <a:moveTo>
                  <a:pt x="467199" y="560027"/>
                </a:moveTo>
                <a:lnTo>
                  <a:pt x="500926" y="601080"/>
                </a:lnTo>
                <a:lnTo>
                  <a:pt x="507352" y="610430"/>
                </a:lnTo>
                <a:lnTo>
                  <a:pt x="492665" y="599853"/>
                </a:lnTo>
                <a:lnTo>
                  <a:pt x="467277" y="563046"/>
                </a:lnTo>
                <a:close/>
                <a:moveTo>
                  <a:pt x="376628" y="747457"/>
                </a:moveTo>
                <a:lnTo>
                  <a:pt x="433410" y="802797"/>
                </a:lnTo>
                <a:lnTo>
                  <a:pt x="449552" y="827976"/>
                </a:lnTo>
                <a:lnTo>
                  <a:pt x="433045" y="828811"/>
                </a:lnTo>
                <a:lnTo>
                  <a:pt x="412006" y="815788"/>
                </a:lnTo>
                <a:lnTo>
                  <a:pt x="405690" y="808905"/>
                </a:lnTo>
                <a:lnTo>
                  <a:pt x="390546" y="781395"/>
                </a:lnTo>
                <a:close/>
                <a:moveTo>
                  <a:pt x="508767" y="470916"/>
                </a:moveTo>
                <a:lnTo>
                  <a:pt x="516287" y="479740"/>
                </a:lnTo>
                <a:lnTo>
                  <a:pt x="525385" y="495399"/>
                </a:lnTo>
                <a:close/>
                <a:moveTo>
                  <a:pt x="385162" y="727641"/>
                </a:moveTo>
                <a:lnTo>
                  <a:pt x="413545" y="756253"/>
                </a:lnTo>
                <a:lnTo>
                  <a:pt x="451782" y="820702"/>
                </a:lnTo>
                <a:lnTo>
                  <a:pt x="433410" y="802797"/>
                </a:lnTo>
                <a:lnTo>
                  <a:pt x="397658" y="747027"/>
                </a:lnTo>
                <a:close/>
                <a:moveTo>
                  <a:pt x="466986" y="549285"/>
                </a:moveTo>
                <a:lnTo>
                  <a:pt x="479404" y="566391"/>
                </a:lnTo>
                <a:lnTo>
                  <a:pt x="510627" y="612789"/>
                </a:lnTo>
                <a:lnTo>
                  <a:pt x="510428" y="612646"/>
                </a:lnTo>
                <a:lnTo>
                  <a:pt x="500926" y="601080"/>
                </a:lnTo>
                <a:lnTo>
                  <a:pt x="489691" y="584730"/>
                </a:lnTo>
                <a:lnTo>
                  <a:pt x="467118" y="556886"/>
                </a:lnTo>
                <a:lnTo>
                  <a:pt x="466990" y="551895"/>
                </a:lnTo>
                <a:close/>
                <a:moveTo>
                  <a:pt x="536046" y="403507"/>
                </a:moveTo>
                <a:lnTo>
                  <a:pt x="555696" y="428064"/>
                </a:lnTo>
                <a:lnTo>
                  <a:pt x="538892" y="408336"/>
                </a:lnTo>
                <a:close/>
                <a:moveTo>
                  <a:pt x="401168" y="683669"/>
                </a:moveTo>
                <a:lnTo>
                  <a:pt x="401331" y="683893"/>
                </a:lnTo>
                <a:lnTo>
                  <a:pt x="433375" y="722210"/>
                </a:lnTo>
                <a:lnTo>
                  <a:pt x="434606" y="737937"/>
                </a:lnTo>
                <a:lnTo>
                  <a:pt x="419867" y="717953"/>
                </a:lnTo>
                <a:lnTo>
                  <a:pt x="415474" y="711092"/>
                </a:lnTo>
                <a:close/>
                <a:moveTo>
                  <a:pt x="466981" y="546210"/>
                </a:moveTo>
                <a:lnTo>
                  <a:pt x="519675" y="619305"/>
                </a:lnTo>
                <a:lnTo>
                  <a:pt x="516861" y="617279"/>
                </a:lnTo>
                <a:lnTo>
                  <a:pt x="510887" y="609680"/>
                </a:lnTo>
                <a:lnTo>
                  <a:pt x="466984" y="547709"/>
                </a:lnTo>
                <a:close/>
                <a:moveTo>
                  <a:pt x="506587" y="463043"/>
                </a:moveTo>
                <a:lnTo>
                  <a:pt x="522707" y="473613"/>
                </a:lnTo>
                <a:lnTo>
                  <a:pt x="524294" y="474870"/>
                </a:lnTo>
                <a:lnTo>
                  <a:pt x="534564" y="494265"/>
                </a:lnTo>
                <a:lnTo>
                  <a:pt x="539806" y="505394"/>
                </a:lnTo>
                <a:lnTo>
                  <a:pt x="536512" y="503472"/>
                </a:lnTo>
                <a:lnTo>
                  <a:pt x="516287" y="479740"/>
                </a:lnTo>
                <a:close/>
                <a:moveTo>
                  <a:pt x="422899" y="637079"/>
                </a:moveTo>
                <a:lnTo>
                  <a:pt x="425443" y="640509"/>
                </a:lnTo>
                <a:lnTo>
                  <a:pt x="434987" y="657782"/>
                </a:lnTo>
                <a:lnTo>
                  <a:pt x="424095" y="642747"/>
                </a:lnTo>
                <a:close/>
                <a:moveTo>
                  <a:pt x="497958" y="479735"/>
                </a:moveTo>
                <a:lnTo>
                  <a:pt x="501061" y="481854"/>
                </a:lnTo>
                <a:lnTo>
                  <a:pt x="513477" y="489557"/>
                </a:lnTo>
                <a:lnTo>
                  <a:pt x="514819" y="491846"/>
                </a:lnTo>
                <a:lnTo>
                  <a:pt x="539579" y="533753"/>
                </a:lnTo>
                <a:lnTo>
                  <a:pt x="515748" y="519343"/>
                </a:lnTo>
                <a:lnTo>
                  <a:pt x="513616" y="515909"/>
                </a:lnTo>
                <a:close/>
                <a:moveTo>
                  <a:pt x="501270" y="468734"/>
                </a:moveTo>
                <a:lnTo>
                  <a:pt x="517388" y="486025"/>
                </a:lnTo>
                <a:lnTo>
                  <a:pt x="525420" y="495460"/>
                </a:lnTo>
                <a:lnTo>
                  <a:pt x="526770" y="497785"/>
                </a:lnTo>
                <a:lnTo>
                  <a:pt x="526249" y="497481"/>
                </a:lnTo>
                <a:lnTo>
                  <a:pt x="513477" y="489557"/>
                </a:lnTo>
                <a:close/>
                <a:moveTo>
                  <a:pt x="460025" y="552532"/>
                </a:moveTo>
                <a:lnTo>
                  <a:pt x="467277" y="563046"/>
                </a:lnTo>
                <a:lnTo>
                  <a:pt x="467479" y="570893"/>
                </a:lnTo>
                <a:close/>
                <a:moveTo>
                  <a:pt x="451972" y="566838"/>
                </a:moveTo>
                <a:lnTo>
                  <a:pt x="462860" y="575872"/>
                </a:lnTo>
                <a:lnTo>
                  <a:pt x="467764" y="581959"/>
                </a:lnTo>
                <a:lnTo>
                  <a:pt x="467948" y="589079"/>
                </a:lnTo>
                <a:lnTo>
                  <a:pt x="468904" y="595830"/>
                </a:lnTo>
                <a:lnTo>
                  <a:pt x="465550" y="592011"/>
                </a:lnTo>
                <a:lnTo>
                  <a:pt x="454892" y="572252"/>
                </a:lnTo>
                <a:close/>
                <a:moveTo>
                  <a:pt x="466961" y="532491"/>
                </a:moveTo>
                <a:lnTo>
                  <a:pt x="481984" y="548545"/>
                </a:lnTo>
                <a:lnTo>
                  <a:pt x="487688" y="554542"/>
                </a:lnTo>
                <a:lnTo>
                  <a:pt x="501423" y="578071"/>
                </a:lnTo>
                <a:lnTo>
                  <a:pt x="479512" y="553284"/>
                </a:lnTo>
                <a:lnTo>
                  <a:pt x="466969" y="537983"/>
                </a:lnTo>
                <a:close/>
                <a:moveTo>
                  <a:pt x="444475" y="572100"/>
                </a:moveTo>
                <a:lnTo>
                  <a:pt x="459360" y="584959"/>
                </a:lnTo>
                <a:lnTo>
                  <a:pt x="465550" y="592011"/>
                </a:lnTo>
                <a:lnTo>
                  <a:pt x="469364" y="599081"/>
                </a:lnTo>
                <a:lnTo>
                  <a:pt x="469457" y="599737"/>
                </a:lnTo>
                <a:close/>
                <a:moveTo>
                  <a:pt x="456226" y="547024"/>
                </a:moveTo>
                <a:lnTo>
                  <a:pt x="459193" y="550484"/>
                </a:lnTo>
                <a:lnTo>
                  <a:pt x="460025" y="552532"/>
                </a:lnTo>
                <a:close/>
                <a:moveTo>
                  <a:pt x="429851" y="600211"/>
                </a:moveTo>
                <a:lnTo>
                  <a:pt x="463376" y="618080"/>
                </a:lnTo>
                <a:lnTo>
                  <a:pt x="464175" y="618963"/>
                </a:lnTo>
                <a:lnTo>
                  <a:pt x="479226" y="635073"/>
                </a:lnTo>
                <a:lnTo>
                  <a:pt x="499860" y="664483"/>
                </a:lnTo>
                <a:lnTo>
                  <a:pt x="521213" y="720278"/>
                </a:lnTo>
                <a:lnTo>
                  <a:pt x="530194" y="733170"/>
                </a:lnTo>
                <a:lnTo>
                  <a:pt x="524407" y="727788"/>
                </a:lnTo>
                <a:cubicBezTo>
                  <a:pt x="511944" y="715961"/>
                  <a:pt x="499758" y="704209"/>
                  <a:pt x="489898" y="694599"/>
                </a:cubicBezTo>
                <a:lnTo>
                  <a:pt x="488908" y="693628"/>
                </a:lnTo>
                <a:lnTo>
                  <a:pt x="480924" y="683646"/>
                </a:lnTo>
                <a:lnTo>
                  <a:pt x="453306" y="637865"/>
                </a:lnTo>
                <a:close/>
                <a:moveTo>
                  <a:pt x="456450" y="543726"/>
                </a:moveTo>
                <a:lnTo>
                  <a:pt x="467118" y="556886"/>
                </a:lnTo>
                <a:lnTo>
                  <a:pt x="467199" y="560027"/>
                </a:lnTo>
                <a:lnTo>
                  <a:pt x="463132" y="555076"/>
                </a:lnTo>
                <a:lnTo>
                  <a:pt x="459193" y="550484"/>
                </a:lnTo>
                <a:close/>
                <a:moveTo>
                  <a:pt x="419265" y="619862"/>
                </a:moveTo>
                <a:lnTo>
                  <a:pt x="420363" y="621055"/>
                </a:lnTo>
                <a:lnTo>
                  <a:pt x="448281" y="669291"/>
                </a:lnTo>
                <a:lnTo>
                  <a:pt x="444105" y="665675"/>
                </a:lnTo>
                <a:lnTo>
                  <a:pt x="425443" y="640509"/>
                </a:lnTo>
                <a:lnTo>
                  <a:pt x="422498" y="635181"/>
                </a:lnTo>
                <a:close/>
                <a:moveTo>
                  <a:pt x="496320" y="456311"/>
                </a:moveTo>
                <a:lnTo>
                  <a:pt x="500886" y="459305"/>
                </a:lnTo>
                <a:lnTo>
                  <a:pt x="508767" y="470916"/>
                </a:lnTo>
                <a:close/>
                <a:moveTo>
                  <a:pt x="353589" y="753249"/>
                </a:moveTo>
                <a:lnTo>
                  <a:pt x="382475" y="787478"/>
                </a:lnTo>
                <a:lnTo>
                  <a:pt x="387237" y="792816"/>
                </a:lnTo>
                <a:lnTo>
                  <a:pt x="387367" y="793219"/>
                </a:lnTo>
                <a:lnTo>
                  <a:pt x="401437" y="830409"/>
                </a:lnTo>
                <a:lnTo>
                  <a:pt x="399572" y="830202"/>
                </a:lnTo>
                <a:lnTo>
                  <a:pt x="388613" y="817667"/>
                </a:lnTo>
                <a:close/>
                <a:moveTo>
                  <a:pt x="418687" y="617123"/>
                </a:moveTo>
                <a:lnTo>
                  <a:pt x="463515" y="661880"/>
                </a:lnTo>
                <a:lnTo>
                  <a:pt x="480924" y="683646"/>
                </a:lnTo>
                <a:lnTo>
                  <a:pt x="484099" y="688910"/>
                </a:lnTo>
                <a:lnTo>
                  <a:pt x="477107" y="682049"/>
                </a:lnTo>
                <a:cubicBezTo>
                  <a:pt x="473595" y="678574"/>
                  <a:pt x="470920" y="675892"/>
                  <a:pt x="469339" y="674262"/>
                </a:cubicBezTo>
                <a:lnTo>
                  <a:pt x="420363" y="621055"/>
                </a:lnTo>
                <a:lnTo>
                  <a:pt x="419031" y="618753"/>
                </a:lnTo>
                <a:close/>
                <a:moveTo>
                  <a:pt x="456802" y="535256"/>
                </a:moveTo>
                <a:lnTo>
                  <a:pt x="462409" y="541252"/>
                </a:lnTo>
                <a:lnTo>
                  <a:pt x="466984" y="547709"/>
                </a:lnTo>
                <a:lnTo>
                  <a:pt x="466986" y="549285"/>
                </a:lnTo>
                <a:close/>
                <a:moveTo>
                  <a:pt x="390450" y="668955"/>
                </a:moveTo>
                <a:lnTo>
                  <a:pt x="396945" y="675573"/>
                </a:lnTo>
                <a:lnTo>
                  <a:pt x="401168" y="683669"/>
                </a:lnTo>
                <a:close/>
                <a:moveTo>
                  <a:pt x="443290" y="550742"/>
                </a:moveTo>
                <a:lnTo>
                  <a:pt x="458583" y="566818"/>
                </a:lnTo>
                <a:lnTo>
                  <a:pt x="467617" y="576263"/>
                </a:lnTo>
                <a:lnTo>
                  <a:pt x="467711" y="579897"/>
                </a:lnTo>
                <a:lnTo>
                  <a:pt x="462860" y="575872"/>
                </a:lnTo>
                <a:lnTo>
                  <a:pt x="460214" y="572588"/>
                </a:lnTo>
                <a:lnTo>
                  <a:pt x="445635" y="555090"/>
                </a:lnTo>
                <a:close/>
                <a:moveTo>
                  <a:pt x="520546" y="384182"/>
                </a:moveTo>
                <a:lnTo>
                  <a:pt x="528705" y="396375"/>
                </a:lnTo>
                <a:lnTo>
                  <a:pt x="538892" y="408336"/>
                </a:lnTo>
                <a:lnTo>
                  <a:pt x="541760" y="413203"/>
                </a:lnTo>
                <a:lnTo>
                  <a:pt x="611927" y="535829"/>
                </a:lnTo>
                <a:lnTo>
                  <a:pt x="598799" y="514518"/>
                </a:lnTo>
                <a:lnTo>
                  <a:pt x="542442" y="428915"/>
                </a:lnTo>
                <a:close/>
                <a:moveTo>
                  <a:pt x="520354" y="383895"/>
                </a:moveTo>
                <a:lnTo>
                  <a:pt x="520487" y="384061"/>
                </a:lnTo>
                <a:lnTo>
                  <a:pt x="520546" y="384182"/>
                </a:lnTo>
                <a:close/>
                <a:moveTo>
                  <a:pt x="463681" y="501135"/>
                </a:moveTo>
                <a:lnTo>
                  <a:pt x="466556" y="503897"/>
                </a:lnTo>
                <a:cubicBezTo>
                  <a:pt x="483759" y="522014"/>
                  <a:pt x="497014" y="536454"/>
                  <a:pt x="507426" y="548096"/>
                </a:cubicBezTo>
                <a:lnTo>
                  <a:pt x="526768" y="570369"/>
                </a:lnTo>
                <a:lnTo>
                  <a:pt x="565612" y="630216"/>
                </a:lnTo>
                <a:lnTo>
                  <a:pt x="548966" y="618012"/>
                </a:lnTo>
                <a:lnTo>
                  <a:pt x="537097" y="608861"/>
                </a:lnTo>
                <a:lnTo>
                  <a:pt x="527715" y="596624"/>
                </a:lnTo>
                <a:lnTo>
                  <a:pt x="487688" y="554542"/>
                </a:lnTo>
                <a:lnTo>
                  <a:pt x="465744" y="516949"/>
                </a:lnTo>
                <a:lnTo>
                  <a:pt x="463713" y="501245"/>
                </a:lnTo>
                <a:close/>
                <a:moveTo>
                  <a:pt x="399722" y="631414"/>
                </a:moveTo>
                <a:lnTo>
                  <a:pt x="400504" y="632034"/>
                </a:lnTo>
                <a:lnTo>
                  <a:pt x="424351" y="663607"/>
                </a:lnTo>
                <a:lnTo>
                  <a:pt x="427906" y="668269"/>
                </a:lnTo>
                <a:lnTo>
                  <a:pt x="427955" y="668748"/>
                </a:lnTo>
                <a:lnTo>
                  <a:pt x="425224" y="665621"/>
                </a:lnTo>
                <a:lnTo>
                  <a:pt x="422166" y="661644"/>
                </a:lnTo>
                <a:close/>
                <a:moveTo>
                  <a:pt x="448201" y="523409"/>
                </a:moveTo>
                <a:lnTo>
                  <a:pt x="456802" y="535256"/>
                </a:lnTo>
                <a:lnTo>
                  <a:pt x="450103" y="528094"/>
                </a:lnTo>
                <a:close/>
                <a:moveTo>
                  <a:pt x="483913" y="448175"/>
                </a:moveTo>
                <a:lnTo>
                  <a:pt x="491976" y="453462"/>
                </a:lnTo>
                <a:lnTo>
                  <a:pt x="493149" y="455047"/>
                </a:lnTo>
                <a:cubicBezTo>
                  <a:pt x="494359" y="456966"/>
                  <a:pt x="496222" y="460120"/>
                  <a:pt x="499560" y="465818"/>
                </a:cubicBezTo>
                <a:lnTo>
                  <a:pt x="501270" y="468734"/>
                </a:lnTo>
                <a:lnTo>
                  <a:pt x="486043" y="452398"/>
                </a:lnTo>
                <a:close/>
                <a:moveTo>
                  <a:pt x="406961" y="606495"/>
                </a:moveTo>
                <a:lnTo>
                  <a:pt x="417176" y="615615"/>
                </a:lnTo>
                <a:lnTo>
                  <a:pt x="417267" y="615706"/>
                </a:lnTo>
                <a:lnTo>
                  <a:pt x="419031" y="618753"/>
                </a:lnTo>
                <a:lnTo>
                  <a:pt x="419265" y="619862"/>
                </a:lnTo>
                <a:close/>
                <a:moveTo>
                  <a:pt x="467444" y="480362"/>
                </a:moveTo>
                <a:lnTo>
                  <a:pt x="496440" y="507669"/>
                </a:lnTo>
                <a:lnTo>
                  <a:pt x="509447" y="515534"/>
                </a:lnTo>
                <a:lnTo>
                  <a:pt x="511715" y="518236"/>
                </a:lnTo>
                <a:lnTo>
                  <a:pt x="530561" y="543265"/>
                </a:lnTo>
                <a:lnTo>
                  <a:pt x="530784" y="543565"/>
                </a:lnTo>
                <a:lnTo>
                  <a:pt x="546363" y="568662"/>
                </a:lnTo>
                <a:lnTo>
                  <a:pt x="575451" y="615270"/>
                </a:lnTo>
                <a:lnTo>
                  <a:pt x="566533" y="609901"/>
                </a:lnTo>
                <a:cubicBezTo>
                  <a:pt x="550548" y="599832"/>
                  <a:pt x="548718" y="596296"/>
                  <a:pt x="531233" y="575511"/>
                </a:cubicBezTo>
                <a:lnTo>
                  <a:pt x="526768" y="570369"/>
                </a:lnTo>
                <a:lnTo>
                  <a:pt x="525655" y="568654"/>
                </a:lnTo>
                <a:cubicBezTo>
                  <a:pt x="509980" y="545716"/>
                  <a:pt x="494130" y="522885"/>
                  <a:pt x="479264" y="499429"/>
                </a:cubicBezTo>
                <a:close/>
                <a:moveTo>
                  <a:pt x="529631" y="348652"/>
                </a:moveTo>
                <a:lnTo>
                  <a:pt x="546192" y="351888"/>
                </a:lnTo>
                <a:lnTo>
                  <a:pt x="547777" y="354966"/>
                </a:lnTo>
                <a:cubicBezTo>
                  <a:pt x="552521" y="365722"/>
                  <a:pt x="557774" y="375967"/>
                  <a:pt x="566828" y="382971"/>
                </a:cubicBezTo>
                <a:lnTo>
                  <a:pt x="573875" y="386003"/>
                </a:lnTo>
                <a:lnTo>
                  <a:pt x="580670" y="402406"/>
                </a:lnTo>
                <a:lnTo>
                  <a:pt x="589588" y="441206"/>
                </a:lnTo>
                <a:lnTo>
                  <a:pt x="575528" y="420174"/>
                </a:lnTo>
                <a:lnTo>
                  <a:pt x="548020" y="385132"/>
                </a:lnTo>
                <a:close/>
                <a:moveTo>
                  <a:pt x="406176" y="605642"/>
                </a:moveTo>
                <a:lnTo>
                  <a:pt x="406961" y="606495"/>
                </a:lnTo>
                <a:lnTo>
                  <a:pt x="406342" y="605942"/>
                </a:lnTo>
                <a:close/>
                <a:moveTo>
                  <a:pt x="357807" y="701695"/>
                </a:moveTo>
                <a:lnTo>
                  <a:pt x="359650" y="703393"/>
                </a:lnTo>
                <a:lnTo>
                  <a:pt x="370039" y="731390"/>
                </a:lnTo>
                <a:lnTo>
                  <a:pt x="376628" y="747457"/>
                </a:lnTo>
                <a:lnTo>
                  <a:pt x="371347" y="742309"/>
                </a:lnTo>
                <a:lnTo>
                  <a:pt x="370656" y="741610"/>
                </a:lnTo>
                <a:lnTo>
                  <a:pt x="359088" y="705885"/>
                </a:lnTo>
                <a:close/>
                <a:moveTo>
                  <a:pt x="514453" y="371733"/>
                </a:moveTo>
                <a:lnTo>
                  <a:pt x="527735" y="389404"/>
                </a:lnTo>
                <a:lnTo>
                  <a:pt x="536046" y="403507"/>
                </a:lnTo>
                <a:lnTo>
                  <a:pt x="520487" y="384061"/>
                </a:lnTo>
                <a:close/>
                <a:moveTo>
                  <a:pt x="357232" y="696877"/>
                </a:moveTo>
                <a:lnTo>
                  <a:pt x="368389" y="701619"/>
                </a:lnTo>
                <a:lnTo>
                  <a:pt x="385162" y="727641"/>
                </a:lnTo>
                <a:lnTo>
                  <a:pt x="376625" y="719035"/>
                </a:lnTo>
                <a:lnTo>
                  <a:pt x="359650" y="703393"/>
                </a:lnTo>
                <a:close/>
                <a:moveTo>
                  <a:pt x="442639" y="509709"/>
                </a:moveTo>
                <a:lnTo>
                  <a:pt x="449729" y="516952"/>
                </a:lnTo>
                <a:lnTo>
                  <a:pt x="466969" y="537983"/>
                </a:lnTo>
                <a:lnTo>
                  <a:pt x="466981" y="546210"/>
                </a:lnTo>
                <a:lnTo>
                  <a:pt x="466765" y="545910"/>
                </a:lnTo>
                <a:lnTo>
                  <a:pt x="462409" y="541252"/>
                </a:lnTo>
                <a:lnTo>
                  <a:pt x="454196" y="529660"/>
                </a:lnTo>
                <a:lnTo>
                  <a:pt x="446265" y="518641"/>
                </a:lnTo>
                <a:close/>
                <a:moveTo>
                  <a:pt x="374268" y="646739"/>
                </a:moveTo>
                <a:lnTo>
                  <a:pt x="390450" y="668955"/>
                </a:lnTo>
                <a:lnTo>
                  <a:pt x="384818" y="663215"/>
                </a:lnTo>
                <a:close/>
                <a:moveTo>
                  <a:pt x="475973" y="432437"/>
                </a:moveTo>
                <a:lnTo>
                  <a:pt x="496320" y="456311"/>
                </a:lnTo>
                <a:lnTo>
                  <a:pt x="491976" y="453462"/>
                </a:lnTo>
                <a:lnTo>
                  <a:pt x="490663" y="451690"/>
                </a:lnTo>
                <a:cubicBezTo>
                  <a:pt x="489221" y="450181"/>
                  <a:pt x="487114" y="448384"/>
                  <a:pt x="477779" y="435842"/>
                </a:cubicBezTo>
                <a:lnTo>
                  <a:pt x="477485" y="435433"/>
                </a:lnTo>
                <a:close/>
                <a:moveTo>
                  <a:pt x="408989" y="566443"/>
                </a:moveTo>
                <a:lnTo>
                  <a:pt x="427192" y="595942"/>
                </a:lnTo>
                <a:lnTo>
                  <a:pt x="429851" y="600211"/>
                </a:lnTo>
                <a:lnTo>
                  <a:pt x="413678" y="591591"/>
                </a:lnTo>
                <a:close/>
                <a:moveTo>
                  <a:pt x="348064" y="692716"/>
                </a:moveTo>
                <a:lnTo>
                  <a:pt x="350366" y="693958"/>
                </a:lnTo>
                <a:lnTo>
                  <a:pt x="356201" y="696438"/>
                </a:lnTo>
                <a:lnTo>
                  <a:pt x="357807" y="701695"/>
                </a:lnTo>
                <a:close/>
                <a:moveTo>
                  <a:pt x="352144" y="683166"/>
                </a:moveTo>
                <a:lnTo>
                  <a:pt x="357232" y="696877"/>
                </a:lnTo>
                <a:lnTo>
                  <a:pt x="356201" y="696438"/>
                </a:lnTo>
                <a:close/>
                <a:moveTo>
                  <a:pt x="396156" y="582252"/>
                </a:moveTo>
                <a:lnTo>
                  <a:pt x="413678" y="591591"/>
                </a:lnTo>
                <a:lnTo>
                  <a:pt x="416553" y="607016"/>
                </a:lnTo>
                <a:lnTo>
                  <a:pt x="418687" y="617123"/>
                </a:lnTo>
                <a:lnTo>
                  <a:pt x="417267" y="615706"/>
                </a:lnTo>
                <a:lnTo>
                  <a:pt x="409575" y="602415"/>
                </a:lnTo>
                <a:close/>
                <a:moveTo>
                  <a:pt x="407972" y="548668"/>
                </a:moveTo>
                <a:lnTo>
                  <a:pt x="433596" y="572599"/>
                </a:lnTo>
                <a:cubicBezTo>
                  <a:pt x="446841" y="587439"/>
                  <a:pt x="458032" y="603912"/>
                  <a:pt x="469033" y="620544"/>
                </a:cubicBezTo>
                <a:lnTo>
                  <a:pt x="469651" y="621425"/>
                </a:lnTo>
                <a:lnTo>
                  <a:pt x="463376" y="618080"/>
                </a:lnTo>
                <a:lnTo>
                  <a:pt x="425349" y="576042"/>
                </a:lnTo>
                <a:lnTo>
                  <a:pt x="407888" y="555644"/>
                </a:lnTo>
                <a:close/>
                <a:moveTo>
                  <a:pt x="346322" y="667475"/>
                </a:moveTo>
                <a:lnTo>
                  <a:pt x="348260" y="670457"/>
                </a:lnTo>
                <a:lnTo>
                  <a:pt x="352144" y="683166"/>
                </a:lnTo>
                <a:close/>
                <a:moveTo>
                  <a:pt x="384913" y="586810"/>
                </a:moveTo>
                <a:lnTo>
                  <a:pt x="406342" y="605942"/>
                </a:lnTo>
                <a:lnTo>
                  <a:pt x="422498" y="635181"/>
                </a:lnTo>
                <a:lnTo>
                  <a:pt x="422899" y="637079"/>
                </a:lnTo>
                <a:lnTo>
                  <a:pt x="414774" y="626122"/>
                </a:lnTo>
                <a:close/>
                <a:moveTo>
                  <a:pt x="500356" y="342933"/>
                </a:moveTo>
                <a:lnTo>
                  <a:pt x="517525" y="346287"/>
                </a:lnTo>
                <a:lnTo>
                  <a:pt x="548020" y="385132"/>
                </a:lnTo>
                <a:lnTo>
                  <a:pt x="587326" y="463110"/>
                </a:lnTo>
                <a:lnTo>
                  <a:pt x="589627" y="468480"/>
                </a:lnTo>
                <a:lnTo>
                  <a:pt x="563489" y="437318"/>
                </a:lnTo>
                <a:lnTo>
                  <a:pt x="555648" y="426540"/>
                </a:lnTo>
                <a:lnTo>
                  <a:pt x="527735" y="389404"/>
                </a:lnTo>
                <a:lnTo>
                  <a:pt x="515094" y="367955"/>
                </a:lnTo>
                <a:lnTo>
                  <a:pt x="501738" y="345756"/>
                </a:lnTo>
                <a:close/>
                <a:moveTo>
                  <a:pt x="408173" y="531939"/>
                </a:moveTo>
                <a:lnTo>
                  <a:pt x="444475" y="572100"/>
                </a:lnTo>
                <a:lnTo>
                  <a:pt x="429685" y="559322"/>
                </a:lnTo>
                <a:lnTo>
                  <a:pt x="408051" y="542107"/>
                </a:lnTo>
                <a:close/>
                <a:moveTo>
                  <a:pt x="311751" y="731203"/>
                </a:moveTo>
                <a:lnTo>
                  <a:pt x="316105" y="735975"/>
                </a:lnTo>
                <a:lnTo>
                  <a:pt x="320231" y="740577"/>
                </a:lnTo>
                <a:lnTo>
                  <a:pt x="343137" y="779993"/>
                </a:lnTo>
                <a:lnTo>
                  <a:pt x="372913" y="827234"/>
                </a:lnTo>
                <a:lnTo>
                  <a:pt x="355822" y="825331"/>
                </a:lnTo>
                <a:lnTo>
                  <a:pt x="337008" y="785029"/>
                </a:lnTo>
                <a:close/>
                <a:moveTo>
                  <a:pt x="449077" y="443603"/>
                </a:moveTo>
                <a:lnTo>
                  <a:pt x="465910" y="456462"/>
                </a:lnTo>
                <a:lnTo>
                  <a:pt x="510282" y="516039"/>
                </a:lnTo>
                <a:lnTo>
                  <a:pt x="509447" y="515534"/>
                </a:lnTo>
                <a:close/>
                <a:moveTo>
                  <a:pt x="380954" y="581598"/>
                </a:moveTo>
                <a:lnTo>
                  <a:pt x="384913" y="586810"/>
                </a:lnTo>
                <a:lnTo>
                  <a:pt x="384000" y="585995"/>
                </a:lnTo>
                <a:close/>
                <a:moveTo>
                  <a:pt x="383737" y="575632"/>
                </a:moveTo>
                <a:lnTo>
                  <a:pt x="392038" y="580057"/>
                </a:lnTo>
                <a:lnTo>
                  <a:pt x="406176" y="605642"/>
                </a:lnTo>
                <a:lnTo>
                  <a:pt x="401337" y="600385"/>
                </a:lnTo>
                <a:close/>
                <a:moveTo>
                  <a:pt x="317404" y="711797"/>
                </a:moveTo>
                <a:lnTo>
                  <a:pt x="346068" y="739416"/>
                </a:lnTo>
                <a:lnTo>
                  <a:pt x="353589" y="753249"/>
                </a:lnTo>
                <a:lnTo>
                  <a:pt x="342608" y="740236"/>
                </a:lnTo>
                <a:close/>
                <a:moveTo>
                  <a:pt x="474853" y="382975"/>
                </a:moveTo>
                <a:lnTo>
                  <a:pt x="491056" y="407636"/>
                </a:lnTo>
                <a:cubicBezTo>
                  <a:pt x="525462" y="461426"/>
                  <a:pt x="512324" y="450761"/>
                  <a:pt x="568915" y="510746"/>
                </a:cubicBezTo>
                <a:lnTo>
                  <a:pt x="572726" y="515011"/>
                </a:lnTo>
                <a:lnTo>
                  <a:pt x="560312" y="503399"/>
                </a:lnTo>
                <a:lnTo>
                  <a:pt x="524294" y="474870"/>
                </a:lnTo>
                <a:lnTo>
                  <a:pt x="490161" y="410407"/>
                </a:lnTo>
                <a:close/>
                <a:moveTo>
                  <a:pt x="422433" y="489066"/>
                </a:moveTo>
                <a:lnTo>
                  <a:pt x="432051" y="498893"/>
                </a:lnTo>
                <a:lnTo>
                  <a:pt x="446265" y="518641"/>
                </a:lnTo>
                <a:lnTo>
                  <a:pt x="448201" y="523409"/>
                </a:lnTo>
                <a:lnTo>
                  <a:pt x="432939" y="502386"/>
                </a:lnTo>
                <a:close/>
                <a:moveTo>
                  <a:pt x="492202" y="341339"/>
                </a:moveTo>
                <a:lnTo>
                  <a:pt x="499997" y="342862"/>
                </a:lnTo>
                <a:lnTo>
                  <a:pt x="501738" y="345756"/>
                </a:lnTo>
                <a:lnTo>
                  <a:pt x="514453" y="371733"/>
                </a:lnTo>
                <a:lnTo>
                  <a:pt x="498126" y="350011"/>
                </a:lnTo>
                <a:lnTo>
                  <a:pt x="496493" y="348234"/>
                </a:lnTo>
                <a:lnTo>
                  <a:pt x="494239" y="344865"/>
                </a:lnTo>
                <a:close/>
                <a:moveTo>
                  <a:pt x="443497" y="441734"/>
                </a:moveTo>
                <a:lnTo>
                  <a:pt x="467444" y="480362"/>
                </a:lnTo>
                <a:lnTo>
                  <a:pt x="453621" y="467344"/>
                </a:lnTo>
                <a:lnTo>
                  <a:pt x="453153" y="465773"/>
                </a:lnTo>
                <a:close/>
                <a:moveTo>
                  <a:pt x="408384" y="514344"/>
                </a:moveTo>
                <a:lnTo>
                  <a:pt x="415725" y="521768"/>
                </a:lnTo>
                <a:cubicBezTo>
                  <a:pt x="425721" y="532296"/>
                  <a:pt x="434113" y="541600"/>
                  <a:pt x="441370" y="549972"/>
                </a:cubicBezTo>
                <a:lnTo>
                  <a:pt x="445635" y="555090"/>
                </a:lnTo>
                <a:lnTo>
                  <a:pt x="451972" y="566838"/>
                </a:lnTo>
                <a:lnTo>
                  <a:pt x="433248" y="551304"/>
                </a:lnTo>
                <a:lnTo>
                  <a:pt x="408191" y="530441"/>
                </a:lnTo>
                <a:close/>
                <a:moveTo>
                  <a:pt x="447689" y="431997"/>
                </a:moveTo>
                <a:lnTo>
                  <a:pt x="448338" y="431769"/>
                </a:lnTo>
                <a:lnTo>
                  <a:pt x="480616" y="446576"/>
                </a:lnTo>
                <a:lnTo>
                  <a:pt x="486043" y="452398"/>
                </a:lnTo>
                <a:lnTo>
                  <a:pt x="486625" y="453551"/>
                </a:lnTo>
                <a:lnTo>
                  <a:pt x="497958" y="479735"/>
                </a:lnTo>
                <a:lnTo>
                  <a:pt x="483037" y="469545"/>
                </a:lnTo>
                <a:lnTo>
                  <a:pt x="465910" y="456462"/>
                </a:lnTo>
                <a:close/>
                <a:moveTo>
                  <a:pt x="402594" y="525781"/>
                </a:moveTo>
                <a:lnTo>
                  <a:pt x="408191" y="530441"/>
                </a:lnTo>
                <a:lnTo>
                  <a:pt x="408173" y="531939"/>
                </a:lnTo>
                <a:lnTo>
                  <a:pt x="403017" y="526236"/>
                </a:lnTo>
                <a:close/>
                <a:moveTo>
                  <a:pt x="341194" y="653656"/>
                </a:moveTo>
                <a:lnTo>
                  <a:pt x="346322" y="667475"/>
                </a:lnTo>
                <a:lnTo>
                  <a:pt x="341293" y="659738"/>
                </a:lnTo>
                <a:close/>
                <a:moveTo>
                  <a:pt x="377153" y="576594"/>
                </a:moveTo>
                <a:lnTo>
                  <a:pt x="378297" y="577763"/>
                </a:lnTo>
                <a:lnTo>
                  <a:pt x="380954" y="581598"/>
                </a:lnTo>
                <a:close/>
                <a:moveTo>
                  <a:pt x="440678" y="437187"/>
                </a:moveTo>
                <a:lnTo>
                  <a:pt x="442110" y="438281"/>
                </a:lnTo>
                <a:lnTo>
                  <a:pt x="443497" y="441734"/>
                </a:lnTo>
                <a:close/>
                <a:moveTo>
                  <a:pt x="381006" y="559487"/>
                </a:moveTo>
                <a:lnTo>
                  <a:pt x="396156" y="582252"/>
                </a:lnTo>
                <a:lnTo>
                  <a:pt x="392038" y="580057"/>
                </a:lnTo>
                <a:lnTo>
                  <a:pt x="381125" y="560307"/>
                </a:lnTo>
                <a:close/>
                <a:moveTo>
                  <a:pt x="440586" y="434488"/>
                </a:moveTo>
                <a:lnTo>
                  <a:pt x="441236" y="434260"/>
                </a:lnTo>
                <a:lnTo>
                  <a:pt x="449077" y="443603"/>
                </a:lnTo>
                <a:lnTo>
                  <a:pt x="442110" y="438281"/>
                </a:lnTo>
                <a:close/>
                <a:moveTo>
                  <a:pt x="340998" y="641697"/>
                </a:moveTo>
                <a:lnTo>
                  <a:pt x="343907" y="645956"/>
                </a:lnTo>
                <a:lnTo>
                  <a:pt x="349804" y="659173"/>
                </a:lnTo>
                <a:cubicBezTo>
                  <a:pt x="350305" y="659658"/>
                  <a:pt x="352406" y="661568"/>
                  <a:pt x="355391" y="664363"/>
                </a:cubicBezTo>
                <a:lnTo>
                  <a:pt x="358570" y="667428"/>
                </a:lnTo>
                <a:lnTo>
                  <a:pt x="375916" y="692829"/>
                </a:lnTo>
                <a:lnTo>
                  <a:pt x="383558" y="705710"/>
                </a:lnTo>
                <a:lnTo>
                  <a:pt x="377227" y="705376"/>
                </a:lnTo>
                <a:lnTo>
                  <a:pt x="368389" y="701619"/>
                </a:lnTo>
                <a:lnTo>
                  <a:pt x="353405" y="678373"/>
                </a:lnTo>
                <a:lnTo>
                  <a:pt x="348260" y="670457"/>
                </a:lnTo>
                <a:lnTo>
                  <a:pt x="341085" y="646978"/>
                </a:lnTo>
                <a:close/>
                <a:moveTo>
                  <a:pt x="485212" y="339974"/>
                </a:moveTo>
                <a:lnTo>
                  <a:pt x="489714" y="340853"/>
                </a:lnTo>
                <a:lnTo>
                  <a:pt x="496493" y="348234"/>
                </a:lnTo>
                <a:lnTo>
                  <a:pt x="520354" y="383895"/>
                </a:lnTo>
                <a:close/>
                <a:moveTo>
                  <a:pt x="438460" y="435233"/>
                </a:moveTo>
                <a:lnTo>
                  <a:pt x="439287" y="434943"/>
                </a:lnTo>
                <a:lnTo>
                  <a:pt x="440678" y="437187"/>
                </a:lnTo>
                <a:lnTo>
                  <a:pt x="439659" y="436409"/>
                </a:lnTo>
                <a:close/>
                <a:moveTo>
                  <a:pt x="410297" y="493478"/>
                </a:moveTo>
                <a:lnTo>
                  <a:pt x="415964" y="500085"/>
                </a:lnTo>
                <a:lnTo>
                  <a:pt x="443290" y="550742"/>
                </a:lnTo>
                <a:lnTo>
                  <a:pt x="415725" y="521768"/>
                </a:lnTo>
                <a:lnTo>
                  <a:pt x="408389" y="513919"/>
                </a:lnTo>
                <a:lnTo>
                  <a:pt x="408524" y="502687"/>
                </a:lnTo>
                <a:close/>
                <a:moveTo>
                  <a:pt x="358260" y="601419"/>
                </a:moveTo>
                <a:lnTo>
                  <a:pt x="360127" y="603043"/>
                </a:lnTo>
                <a:lnTo>
                  <a:pt x="360201" y="603095"/>
                </a:lnTo>
                <a:lnTo>
                  <a:pt x="375214" y="617171"/>
                </a:lnTo>
                <a:cubicBezTo>
                  <a:pt x="386965" y="628282"/>
                  <a:pt x="402281" y="642894"/>
                  <a:pt x="422279" y="662250"/>
                </a:cubicBezTo>
                <a:lnTo>
                  <a:pt x="425224" y="665621"/>
                </a:lnTo>
                <a:lnTo>
                  <a:pt x="428006" y="669239"/>
                </a:lnTo>
                <a:lnTo>
                  <a:pt x="432382" y="711675"/>
                </a:lnTo>
                <a:lnTo>
                  <a:pt x="431730" y="711023"/>
                </a:lnTo>
                <a:lnTo>
                  <a:pt x="396945" y="675573"/>
                </a:lnTo>
                <a:close/>
                <a:moveTo>
                  <a:pt x="410908" y="490300"/>
                </a:moveTo>
                <a:lnTo>
                  <a:pt x="422861" y="503223"/>
                </a:lnTo>
                <a:lnTo>
                  <a:pt x="451417" y="540053"/>
                </a:lnTo>
                <a:lnTo>
                  <a:pt x="456226" y="547024"/>
                </a:lnTo>
                <a:lnTo>
                  <a:pt x="415964" y="500085"/>
                </a:lnTo>
                <a:lnTo>
                  <a:pt x="410850" y="490604"/>
                </a:lnTo>
                <a:close/>
                <a:moveTo>
                  <a:pt x="423491" y="462547"/>
                </a:moveTo>
                <a:lnTo>
                  <a:pt x="449173" y="487205"/>
                </a:lnTo>
                <a:lnTo>
                  <a:pt x="461215" y="509189"/>
                </a:lnTo>
                <a:lnTo>
                  <a:pt x="465744" y="516949"/>
                </a:lnTo>
                <a:lnTo>
                  <a:pt x="466952" y="526285"/>
                </a:lnTo>
                <a:lnTo>
                  <a:pt x="466961" y="532491"/>
                </a:lnTo>
                <a:lnTo>
                  <a:pt x="440337" y="504040"/>
                </a:lnTo>
                <a:close/>
                <a:moveTo>
                  <a:pt x="411565" y="486887"/>
                </a:moveTo>
                <a:lnTo>
                  <a:pt x="450103" y="528094"/>
                </a:lnTo>
                <a:lnTo>
                  <a:pt x="456450" y="543726"/>
                </a:lnTo>
                <a:lnTo>
                  <a:pt x="428951" y="509806"/>
                </a:lnTo>
                <a:lnTo>
                  <a:pt x="422861" y="503223"/>
                </a:lnTo>
                <a:lnTo>
                  <a:pt x="411293" y="488302"/>
                </a:lnTo>
                <a:close/>
                <a:moveTo>
                  <a:pt x="315115" y="682486"/>
                </a:moveTo>
                <a:lnTo>
                  <a:pt x="328414" y="698850"/>
                </a:lnTo>
                <a:lnTo>
                  <a:pt x="370656" y="741610"/>
                </a:lnTo>
                <a:lnTo>
                  <a:pt x="385227" y="786610"/>
                </a:lnTo>
                <a:lnTo>
                  <a:pt x="380421" y="781373"/>
                </a:lnTo>
                <a:cubicBezTo>
                  <a:pt x="370995" y="768751"/>
                  <a:pt x="361961" y="755694"/>
                  <a:pt x="351195" y="744356"/>
                </a:cubicBezTo>
                <a:lnTo>
                  <a:pt x="346068" y="739416"/>
                </a:lnTo>
                <a:close/>
                <a:moveTo>
                  <a:pt x="413360" y="477564"/>
                </a:moveTo>
                <a:lnTo>
                  <a:pt x="422433" y="489066"/>
                </a:lnTo>
                <a:lnTo>
                  <a:pt x="413001" y="479430"/>
                </a:lnTo>
                <a:close/>
                <a:moveTo>
                  <a:pt x="306291" y="699258"/>
                </a:moveTo>
                <a:lnTo>
                  <a:pt x="317404" y="711797"/>
                </a:lnTo>
                <a:lnTo>
                  <a:pt x="308286" y="703013"/>
                </a:lnTo>
                <a:lnTo>
                  <a:pt x="307909" y="702460"/>
                </a:lnTo>
                <a:close/>
                <a:moveTo>
                  <a:pt x="414562" y="471317"/>
                </a:moveTo>
                <a:lnTo>
                  <a:pt x="436673" y="500124"/>
                </a:lnTo>
                <a:lnTo>
                  <a:pt x="440337" y="504040"/>
                </a:lnTo>
                <a:lnTo>
                  <a:pt x="442639" y="509709"/>
                </a:lnTo>
                <a:lnTo>
                  <a:pt x="432051" y="498893"/>
                </a:lnTo>
                <a:lnTo>
                  <a:pt x="414065" y="473903"/>
                </a:lnTo>
                <a:close/>
                <a:moveTo>
                  <a:pt x="368003" y="567246"/>
                </a:moveTo>
                <a:lnTo>
                  <a:pt x="371447" y="569082"/>
                </a:lnTo>
                <a:lnTo>
                  <a:pt x="377153" y="576594"/>
                </a:lnTo>
                <a:close/>
                <a:moveTo>
                  <a:pt x="425635" y="443485"/>
                </a:moveTo>
                <a:lnTo>
                  <a:pt x="428892" y="440716"/>
                </a:lnTo>
                <a:lnTo>
                  <a:pt x="439696" y="454230"/>
                </a:lnTo>
                <a:lnTo>
                  <a:pt x="453621" y="467344"/>
                </a:lnTo>
                <a:lnTo>
                  <a:pt x="463681" y="501135"/>
                </a:lnTo>
                <a:lnTo>
                  <a:pt x="449173" y="487205"/>
                </a:lnTo>
                <a:lnTo>
                  <a:pt x="437756" y="466363"/>
                </a:lnTo>
                <a:close/>
                <a:moveTo>
                  <a:pt x="405756" y="481160"/>
                </a:moveTo>
                <a:lnTo>
                  <a:pt x="411293" y="488302"/>
                </a:lnTo>
                <a:lnTo>
                  <a:pt x="410908" y="490300"/>
                </a:lnTo>
                <a:lnTo>
                  <a:pt x="410375" y="489723"/>
                </a:lnTo>
                <a:close/>
                <a:moveTo>
                  <a:pt x="432159" y="423446"/>
                </a:moveTo>
                <a:lnTo>
                  <a:pt x="439815" y="432567"/>
                </a:lnTo>
                <a:lnTo>
                  <a:pt x="440586" y="434488"/>
                </a:lnTo>
                <a:lnTo>
                  <a:pt x="439287" y="434943"/>
                </a:lnTo>
                <a:close/>
                <a:moveTo>
                  <a:pt x="418163" y="452610"/>
                </a:moveTo>
                <a:lnTo>
                  <a:pt x="423270" y="462001"/>
                </a:lnTo>
                <a:lnTo>
                  <a:pt x="423491" y="462547"/>
                </a:lnTo>
                <a:lnTo>
                  <a:pt x="417380" y="456679"/>
                </a:lnTo>
                <a:close/>
                <a:moveTo>
                  <a:pt x="334266" y="624668"/>
                </a:moveTo>
                <a:lnTo>
                  <a:pt x="340962" y="639449"/>
                </a:lnTo>
                <a:lnTo>
                  <a:pt x="340998" y="641697"/>
                </a:lnTo>
                <a:lnTo>
                  <a:pt x="338233" y="637646"/>
                </a:lnTo>
                <a:close/>
                <a:moveTo>
                  <a:pt x="471673" y="337329"/>
                </a:moveTo>
                <a:lnTo>
                  <a:pt x="482164" y="339378"/>
                </a:lnTo>
                <a:lnTo>
                  <a:pt x="510795" y="380846"/>
                </a:lnTo>
                <a:lnTo>
                  <a:pt x="542442" y="428915"/>
                </a:lnTo>
                <a:lnTo>
                  <a:pt x="551691" y="447811"/>
                </a:lnTo>
                <a:lnTo>
                  <a:pt x="498711" y="374738"/>
                </a:lnTo>
                <a:close/>
                <a:moveTo>
                  <a:pt x="403557" y="478325"/>
                </a:moveTo>
                <a:lnTo>
                  <a:pt x="405138" y="480015"/>
                </a:lnTo>
                <a:lnTo>
                  <a:pt x="405756" y="481160"/>
                </a:lnTo>
                <a:close/>
                <a:moveTo>
                  <a:pt x="331141" y="627261"/>
                </a:moveTo>
                <a:lnTo>
                  <a:pt x="338233" y="637646"/>
                </a:lnTo>
                <a:lnTo>
                  <a:pt x="341085" y="646978"/>
                </a:lnTo>
                <a:lnTo>
                  <a:pt x="341194" y="653656"/>
                </a:lnTo>
                <a:lnTo>
                  <a:pt x="332281" y="629637"/>
                </a:lnTo>
                <a:close/>
                <a:moveTo>
                  <a:pt x="363506" y="558693"/>
                </a:moveTo>
                <a:lnTo>
                  <a:pt x="377018" y="566182"/>
                </a:lnTo>
                <a:lnTo>
                  <a:pt x="383737" y="575632"/>
                </a:lnTo>
                <a:lnTo>
                  <a:pt x="371447" y="569082"/>
                </a:lnTo>
                <a:lnTo>
                  <a:pt x="367497" y="563882"/>
                </a:lnTo>
                <a:close/>
                <a:moveTo>
                  <a:pt x="380380" y="523018"/>
                </a:moveTo>
                <a:lnTo>
                  <a:pt x="386276" y="528405"/>
                </a:lnTo>
                <a:lnTo>
                  <a:pt x="386636" y="528742"/>
                </a:lnTo>
                <a:lnTo>
                  <a:pt x="386728" y="528887"/>
                </a:lnTo>
                <a:cubicBezTo>
                  <a:pt x="390362" y="534107"/>
                  <a:pt x="394886" y="540094"/>
                  <a:pt x="401067" y="547676"/>
                </a:cubicBezTo>
                <a:lnTo>
                  <a:pt x="407888" y="555644"/>
                </a:lnTo>
                <a:lnTo>
                  <a:pt x="407833" y="560239"/>
                </a:lnTo>
                <a:lnTo>
                  <a:pt x="408989" y="566443"/>
                </a:lnTo>
                <a:lnTo>
                  <a:pt x="394777" y="543411"/>
                </a:lnTo>
                <a:cubicBezTo>
                  <a:pt x="394378" y="542759"/>
                  <a:pt x="391317" y="538361"/>
                  <a:pt x="386137" y="531053"/>
                </a:cubicBezTo>
                <a:close/>
                <a:moveTo>
                  <a:pt x="308950" y="671146"/>
                </a:moveTo>
                <a:lnTo>
                  <a:pt x="327945" y="674176"/>
                </a:lnTo>
                <a:lnTo>
                  <a:pt x="348064" y="692716"/>
                </a:lnTo>
                <a:lnTo>
                  <a:pt x="309312" y="671811"/>
                </a:lnTo>
                <a:close/>
                <a:moveTo>
                  <a:pt x="336188" y="613013"/>
                </a:moveTo>
                <a:lnTo>
                  <a:pt x="354019" y="631828"/>
                </a:lnTo>
                <a:lnTo>
                  <a:pt x="384818" y="663215"/>
                </a:lnTo>
                <a:lnTo>
                  <a:pt x="415474" y="711092"/>
                </a:lnTo>
                <a:lnTo>
                  <a:pt x="423323" y="726137"/>
                </a:lnTo>
                <a:lnTo>
                  <a:pt x="435006" y="743052"/>
                </a:lnTo>
                <a:lnTo>
                  <a:pt x="436569" y="763029"/>
                </a:lnTo>
                <a:lnTo>
                  <a:pt x="443785" y="794273"/>
                </a:lnTo>
                <a:lnTo>
                  <a:pt x="415930" y="758658"/>
                </a:lnTo>
                <a:lnTo>
                  <a:pt x="413545" y="756253"/>
                </a:lnTo>
                <a:lnTo>
                  <a:pt x="383558" y="705710"/>
                </a:lnTo>
                <a:lnTo>
                  <a:pt x="387963" y="705942"/>
                </a:lnTo>
                <a:cubicBezTo>
                  <a:pt x="392065" y="702161"/>
                  <a:pt x="378409" y="686953"/>
                  <a:pt x="366287" y="674868"/>
                </a:cubicBezTo>
                <a:lnTo>
                  <a:pt x="358570" y="667428"/>
                </a:lnTo>
                <a:lnTo>
                  <a:pt x="343907" y="645956"/>
                </a:lnTo>
                <a:lnTo>
                  <a:pt x="343768" y="645644"/>
                </a:lnTo>
                <a:lnTo>
                  <a:pt x="340962" y="639449"/>
                </a:lnTo>
                <a:lnTo>
                  <a:pt x="340869" y="633757"/>
                </a:lnTo>
                <a:close/>
                <a:moveTo>
                  <a:pt x="305445" y="670587"/>
                </a:moveTo>
                <a:lnTo>
                  <a:pt x="307714" y="670949"/>
                </a:lnTo>
                <a:lnTo>
                  <a:pt x="309312" y="671811"/>
                </a:lnTo>
                <a:lnTo>
                  <a:pt x="315115" y="682486"/>
                </a:lnTo>
                <a:close/>
                <a:moveTo>
                  <a:pt x="379051" y="516782"/>
                </a:moveTo>
                <a:lnTo>
                  <a:pt x="398897" y="534823"/>
                </a:lnTo>
                <a:lnTo>
                  <a:pt x="408051" y="542107"/>
                </a:lnTo>
                <a:lnTo>
                  <a:pt x="407972" y="548668"/>
                </a:lnTo>
                <a:lnTo>
                  <a:pt x="386636" y="528742"/>
                </a:lnTo>
                <a:close/>
                <a:moveTo>
                  <a:pt x="356690" y="561217"/>
                </a:moveTo>
                <a:lnTo>
                  <a:pt x="356731" y="561238"/>
                </a:lnTo>
                <a:lnTo>
                  <a:pt x="367718" y="571458"/>
                </a:lnTo>
                <a:lnTo>
                  <a:pt x="384000" y="585995"/>
                </a:lnTo>
                <a:lnTo>
                  <a:pt x="406252" y="618115"/>
                </a:lnTo>
                <a:lnTo>
                  <a:pt x="424095" y="642747"/>
                </a:lnTo>
                <a:lnTo>
                  <a:pt x="426124" y="652358"/>
                </a:lnTo>
                <a:lnTo>
                  <a:pt x="400504" y="632034"/>
                </a:lnTo>
                <a:lnTo>
                  <a:pt x="395818" y="625829"/>
                </a:lnTo>
                <a:lnTo>
                  <a:pt x="385694" y="611020"/>
                </a:lnTo>
                <a:cubicBezTo>
                  <a:pt x="376343" y="596285"/>
                  <a:pt x="375176" y="590806"/>
                  <a:pt x="359043" y="564844"/>
                </a:cubicBezTo>
                <a:close/>
                <a:moveTo>
                  <a:pt x="426604" y="403994"/>
                </a:moveTo>
                <a:lnTo>
                  <a:pt x="432536" y="411652"/>
                </a:lnTo>
                <a:lnTo>
                  <a:pt x="447689" y="431997"/>
                </a:lnTo>
                <a:lnTo>
                  <a:pt x="441236" y="434260"/>
                </a:lnTo>
                <a:lnTo>
                  <a:pt x="439815" y="432567"/>
                </a:lnTo>
                <a:lnTo>
                  <a:pt x="438327" y="428862"/>
                </a:lnTo>
                <a:close/>
                <a:moveTo>
                  <a:pt x="465436" y="315151"/>
                </a:moveTo>
                <a:lnTo>
                  <a:pt x="476482" y="329063"/>
                </a:lnTo>
                <a:lnTo>
                  <a:pt x="485212" y="339974"/>
                </a:lnTo>
                <a:lnTo>
                  <a:pt x="482164" y="339378"/>
                </a:lnTo>
                <a:close/>
                <a:moveTo>
                  <a:pt x="394784" y="460820"/>
                </a:moveTo>
                <a:lnTo>
                  <a:pt x="413001" y="479430"/>
                </a:lnTo>
                <a:lnTo>
                  <a:pt x="411565" y="486887"/>
                </a:lnTo>
                <a:lnTo>
                  <a:pt x="405138" y="480015"/>
                </a:lnTo>
                <a:close/>
                <a:moveTo>
                  <a:pt x="350310" y="551378"/>
                </a:moveTo>
                <a:lnTo>
                  <a:pt x="355033" y="553996"/>
                </a:lnTo>
                <a:lnTo>
                  <a:pt x="368003" y="567246"/>
                </a:lnTo>
                <a:lnTo>
                  <a:pt x="356731" y="561238"/>
                </a:lnTo>
                <a:lnTo>
                  <a:pt x="356664" y="561176"/>
                </a:lnTo>
                <a:close/>
                <a:moveTo>
                  <a:pt x="251202" y="756144"/>
                </a:moveTo>
                <a:lnTo>
                  <a:pt x="262652" y="757517"/>
                </a:lnTo>
                <a:lnTo>
                  <a:pt x="287915" y="777251"/>
                </a:lnTo>
                <a:lnTo>
                  <a:pt x="310110" y="794793"/>
                </a:lnTo>
                <a:lnTo>
                  <a:pt x="334532" y="822941"/>
                </a:lnTo>
                <a:lnTo>
                  <a:pt x="307205" y="815251"/>
                </a:lnTo>
                <a:lnTo>
                  <a:pt x="270828" y="779751"/>
                </a:lnTo>
                <a:close/>
                <a:moveTo>
                  <a:pt x="285566" y="680927"/>
                </a:moveTo>
                <a:lnTo>
                  <a:pt x="307810" y="702553"/>
                </a:lnTo>
                <a:lnTo>
                  <a:pt x="308286" y="703013"/>
                </a:lnTo>
                <a:lnTo>
                  <a:pt x="349092" y="762676"/>
                </a:lnTo>
                <a:lnTo>
                  <a:pt x="368251" y="794378"/>
                </a:lnTo>
                <a:lnTo>
                  <a:pt x="359625" y="784512"/>
                </a:lnTo>
                <a:lnTo>
                  <a:pt x="320231" y="740577"/>
                </a:lnTo>
                <a:close/>
                <a:moveTo>
                  <a:pt x="367596" y="506349"/>
                </a:moveTo>
                <a:lnTo>
                  <a:pt x="368150" y="506871"/>
                </a:lnTo>
                <a:lnTo>
                  <a:pt x="370051" y="508600"/>
                </a:lnTo>
                <a:lnTo>
                  <a:pt x="380380" y="523018"/>
                </a:lnTo>
                <a:lnTo>
                  <a:pt x="370331" y="513835"/>
                </a:lnTo>
                <a:close/>
                <a:moveTo>
                  <a:pt x="461173" y="309782"/>
                </a:moveTo>
                <a:lnTo>
                  <a:pt x="463412" y="312219"/>
                </a:lnTo>
                <a:lnTo>
                  <a:pt x="465436" y="315151"/>
                </a:lnTo>
                <a:close/>
                <a:moveTo>
                  <a:pt x="504678" y="218946"/>
                </a:moveTo>
                <a:lnTo>
                  <a:pt x="513023" y="239091"/>
                </a:lnTo>
                <a:lnTo>
                  <a:pt x="510816" y="236902"/>
                </a:lnTo>
                <a:lnTo>
                  <a:pt x="506106" y="224787"/>
                </a:lnTo>
                <a:close/>
                <a:moveTo>
                  <a:pt x="322035" y="598078"/>
                </a:moveTo>
                <a:lnTo>
                  <a:pt x="329033" y="605462"/>
                </a:lnTo>
                <a:lnTo>
                  <a:pt x="331425" y="615371"/>
                </a:lnTo>
                <a:lnTo>
                  <a:pt x="334266" y="624668"/>
                </a:lnTo>
                <a:lnTo>
                  <a:pt x="328925" y="612878"/>
                </a:lnTo>
                <a:close/>
                <a:moveTo>
                  <a:pt x="325672" y="572647"/>
                </a:moveTo>
                <a:lnTo>
                  <a:pt x="327118" y="574338"/>
                </a:lnTo>
                <a:lnTo>
                  <a:pt x="330960" y="577679"/>
                </a:lnTo>
                <a:lnTo>
                  <a:pt x="369168" y="638773"/>
                </a:lnTo>
                <a:lnTo>
                  <a:pt x="374268" y="646739"/>
                </a:lnTo>
                <a:lnTo>
                  <a:pt x="329463" y="585228"/>
                </a:lnTo>
                <a:close/>
                <a:moveTo>
                  <a:pt x="438700" y="330886"/>
                </a:moveTo>
                <a:lnTo>
                  <a:pt x="446654" y="332440"/>
                </a:lnTo>
                <a:lnTo>
                  <a:pt x="474853" y="382975"/>
                </a:lnTo>
                <a:lnTo>
                  <a:pt x="473058" y="380242"/>
                </a:lnTo>
                <a:cubicBezTo>
                  <a:pt x="464643" y="367723"/>
                  <a:pt x="457479" y="357315"/>
                  <a:pt x="451269" y="348460"/>
                </a:cubicBezTo>
                <a:close/>
                <a:moveTo>
                  <a:pt x="321512" y="574313"/>
                </a:moveTo>
                <a:lnTo>
                  <a:pt x="329463" y="585228"/>
                </a:lnTo>
                <a:lnTo>
                  <a:pt x="331279" y="591256"/>
                </a:lnTo>
                <a:lnTo>
                  <a:pt x="336188" y="613013"/>
                </a:lnTo>
                <a:lnTo>
                  <a:pt x="329033" y="605462"/>
                </a:lnTo>
                <a:close/>
                <a:moveTo>
                  <a:pt x="403826" y="401298"/>
                </a:moveTo>
                <a:lnTo>
                  <a:pt x="438460" y="435233"/>
                </a:lnTo>
                <a:lnTo>
                  <a:pt x="433154" y="437094"/>
                </a:lnTo>
                <a:lnTo>
                  <a:pt x="428892" y="440716"/>
                </a:lnTo>
                <a:lnTo>
                  <a:pt x="415209" y="423603"/>
                </a:lnTo>
                <a:close/>
                <a:moveTo>
                  <a:pt x="331620" y="547854"/>
                </a:moveTo>
                <a:lnTo>
                  <a:pt x="341625" y="553187"/>
                </a:lnTo>
                <a:lnTo>
                  <a:pt x="359154" y="577285"/>
                </a:lnTo>
                <a:lnTo>
                  <a:pt x="395818" y="625829"/>
                </a:lnTo>
                <a:lnTo>
                  <a:pt x="398630" y="629942"/>
                </a:lnTo>
                <a:lnTo>
                  <a:pt x="399722" y="631414"/>
                </a:lnTo>
                <a:lnTo>
                  <a:pt x="396168" y="628594"/>
                </a:lnTo>
                <a:lnTo>
                  <a:pt x="360201" y="603095"/>
                </a:lnTo>
                <a:lnTo>
                  <a:pt x="358113" y="601137"/>
                </a:lnTo>
                <a:lnTo>
                  <a:pt x="351076" y="587649"/>
                </a:lnTo>
                <a:close/>
                <a:moveTo>
                  <a:pt x="422875" y="357469"/>
                </a:moveTo>
                <a:lnTo>
                  <a:pt x="437086" y="372734"/>
                </a:lnTo>
                <a:lnTo>
                  <a:pt x="440276" y="377247"/>
                </a:lnTo>
                <a:cubicBezTo>
                  <a:pt x="448550" y="388966"/>
                  <a:pt x="455484" y="398766"/>
                  <a:pt x="460698" y="406006"/>
                </a:cubicBezTo>
                <a:lnTo>
                  <a:pt x="466428" y="413515"/>
                </a:lnTo>
                <a:lnTo>
                  <a:pt x="475973" y="432437"/>
                </a:lnTo>
                <a:lnTo>
                  <a:pt x="471894" y="427650"/>
                </a:lnTo>
                <a:lnTo>
                  <a:pt x="457536" y="407663"/>
                </a:lnTo>
                <a:close/>
                <a:moveTo>
                  <a:pt x="333553" y="542090"/>
                </a:moveTo>
                <a:lnTo>
                  <a:pt x="339969" y="545646"/>
                </a:lnTo>
                <a:lnTo>
                  <a:pt x="356664" y="561176"/>
                </a:lnTo>
                <a:lnTo>
                  <a:pt x="356690" y="561217"/>
                </a:lnTo>
                <a:lnTo>
                  <a:pt x="341625" y="553187"/>
                </a:lnTo>
                <a:close/>
                <a:moveTo>
                  <a:pt x="275296" y="663254"/>
                </a:moveTo>
                <a:lnTo>
                  <a:pt x="289971" y="666952"/>
                </a:lnTo>
                <a:lnTo>
                  <a:pt x="306291" y="699258"/>
                </a:lnTo>
                <a:lnTo>
                  <a:pt x="277035" y="666248"/>
                </a:lnTo>
                <a:close/>
                <a:moveTo>
                  <a:pt x="456850" y="275974"/>
                </a:moveTo>
                <a:lnTo>
                  <a:pt x="480236" y="301827"/>
                </a:lnTo>
                <a:lnTo>
                  <a:pt x="500356" y="342933"/>
                </a:lnTo>
                <a:lnTo>
                  <a:pt x="499997" y="342862"/>
                </a:lnTo>
                <a:lnTo>
                  <a:pt x="494367" y="333505"/>
                </a:lnTo>
                <a:cubicBezTo>
                  <a:pt x="482057" y="313389"/>
                  <a:pt x="472290" y="298221"/>
                  <a:pt x="462236" y="283502"/>
                </a:cubicBezTo>
                <a:close/>
                <a:moveTo>
                  <a:pt x="355376" y="485352"/>
                </a:moveTo>
                <a:lnTo>
                  <a:pt x="366267" y="494872"/>
                </a:lnTo>
                <a:lnTo>
                  <a:pt x="369461" y="500119"/>
                </a:lnTo>
                <a:cubicBezTo>
                  <a:pt x="372605" y="505594"/>
                  <a:pt x="375105" y="510176"/>
                  <a:pt x="377727" y="514694"/>
                </a:cubicBezTo>
                <a:lnTo>
                  <a:pt x="379051" y="516782"/>
                </a:lnTo>
                <a:lnTo>
                  <a:pt x="370051" y="508600"/>
                </a:lnTo>
                <a:lnTo>
                  <a:pt x="366720" y="503949"/>
                </a:lnTo>
                <a:lnTo>
                  <a:pt x="364198" y="497048"/>
                </a:lnTo>
                <a:close/>
                <a:moveTo>
                  <a:pt x="270485" y="662042"/>
                </a:moveTo>
                <a:lnTo>
                  <a:pt x="274119" y="662958"/>
                </a:lnTo>
                <a:lnTo>
                  <a:pt x="277035" y="666248"/>
                </a:lnTo>
                <a:lnTo>
                  <a:pt x="285566" y="680927"/>
                </a:lnTo>
                <a:lnTo>
                  <a:pt x="277456" y="673042"/>
                </a:lnTo>
                <a:lnTo>
                  <a:pt x="273387" y="666342"/>
                </a:lnTo>
                <a:close/>
                <a:moveTo>
                  <a:pt x="277455" y="642178"/>
                </a:moveTo>
                <a:lnTo>
                  <a:pt x="277974" y="642842"/>
                </a:lnTo>
                <a:cubicBezTo>
                  <a:pt x="285076" y="652934"/>
                  <a:pt x="292593" y="662464"/>
                  <a:pt x="303093" y="668457"/>
                </a:cubicBezTo>
                <a:lnTo>
                  <a:pt x="304198" y="669053"/>
                </a:lnTo>
                <a:lnTo>
                  <a:pt x="305445" y="670587"/>
                </a:lnTo>
                <a:lnTo>
                  <a:pt x="302590" y="670132"/>
                </a:lnTo>
                <a:lnTo>
                  <a:pt x="289971" y="666952"/>
                </a:lnTo>
                <a:close/>
                <a:moveTo>
                  <a:pt x="317026" y="555728"/>
                </a:moveTo>
                <a:lnTo>
                  <a:pt x="319260" y="558972"/>
                </a:lnTo>
                <a:lnTo>
                  <a:pt x="323682" y="566043"/>
                </a:lnTo>
                <a:lnTo>
                  <a:pt x="325672" y="572647"/>
                </a:lnTo>
                <a:lnTo>
                  <a:pt x="319315" y="565209"/>
                </a:lnTo>
                <a:close/>
                <a:moveTo>
                  <a:pt x="378075" y="421087"/>
                </a:moveTo>
                <a:lnTo>
                  <a:pt x="411395" y="450933"/>
                </a:lnTo>
                <a:lnTo>
                  <a:pt x="417380" y="456679"/>
                </a:lnTo>
                <a:lnTo>
                  <a:pt x="414562" y="471317"/>
                </a:lnTo>
                <a:lnTo>
                  <a:pt x="394792" y="445559"/>
                </a:lnTo>
                <a:close/>
                <a:moveTo>
                  <a:pt x="376007" y="421097"/>
                </a:moveTo>
                <a:lnTo>
                  <a:pt x="394062" y="446113"/>
                </a:lnTo>
                <a:lnTo>
                  <a:pt x="414065" y="473903"/>
                </a:lnTo>
                <a:lnTo>
                  <a:pt x="413360" y="477564"/>
                </a:lnTo>
                <a:lnTo>
                  <a:pt x="386497" y="443508"/>
                </a:lnTo>
                <a:close/>
                <a:moveTo>
                  <a:pt x="343188" y="489031"/>
                </a:moveTo>
                <a:lnTo>
                  <a:pt x="370331" y="513835"/>
                </a:lnTo>
                <a:lnTo>
                  <a:pt x="377024" y="532153"/>
                </a:lnTo>
                <a:lnTo>
                  <a:pt x="381006" y="559487"/>
                </a:lnTo>
                <a:lnTo>
                  <a:pt x="379040" y="556534"/>
                </a:lnTo>
                <a:lnTo>
                  <a:pt x="372300" y="544337"/>
                </a:lnTo>
                <a:close/>
                <a:moveTo>
                  <a:pt x="321732" y="527629"/>
                </a:moveTo>
                <a:lnTo>
                  <a:pt x="326420" y="532282"/>
                </a:lnTo>
                <a:lnTo>
                  <a:pt x="333553" y="542090"/>
                </a:lnTo>
                <a:lnTo>
                  <a:pt x="327036" y="538477"/>
                </a:lnTo>
                <a:close/>
                <a:moveTo>
                  <a:pt x="349547" y="468755"/>
                </a:moveTo>
                <a:lnTo>
                  <a:pt x="402594" y="525781"/>
                </a:lnTo>
                <a:lnTo>
                  <a:pt x="382259" y="508850"/>
                </a:lnTo>
                <a:lnTo>
                  <a:pt x="366267" y="494872"/>
                </a:lnTo>
                <a:lnTo>
                  <a:pt x="357327" y="480185"/>
                </a:lnTo>
                <a:close/>
                <a:moveTo>
                  <a:pt x="315503" y="539578"/>
                </a:moveTo>
                <a:lnTo>
                  <a:pt x="326990" y="558058"/>
                </a:lnTo>
                <a:cubicBezTo>
                  <a:pt x="342892" y="586508"/>
                  <a:pt x="326613" y="571717"/>
                  <a:pt x="349547" y="593106"/>
                </a:cubicBezTo>
                <a:lnTo>
                  <a:pt x="358113" y="601137"/>
                </a:lnTo>
                <a:lnTo>
                  <a:pt x="358260" y="601419"/>
                </a:lnTo>
                <a:lnTo>
                  <a:pt x="330960" y="577679"/>
                </a:lnTo>
                <a:lnTo>
                  <a:pt x="323682" y="566043"/>
                </a:lnTo>
                <a:lnTo>
                  <a:pt x="317117" y="544253"/>
                </a:lnTo>
                <a:close/>
                <a:moveTo>
                  <a:pt x="314617" y="538153"/>
                </a:moveTo>
                <a:lnTo>
                  <a:pt x="315109" y="538436"/>
                </a:lnTo>
                <a:lnTo>
                  <a:pt x="315503" y="539578"/>
                </a:lnTo>
                <a:close/>
                <a:moveTo>
                  <a:pt x="362542" y="437803"/>
                </a:moveTo>
                <a:lnTo>
                  <a:pt x="368040" y="443954"/>
                </a:lnTo>
                <a:lnTo>
                  <a:pt x="410375" y="489723"/>
                </a:lnTo>
                <a:lnTo>
                  <a:pt x="410850" y="490604"/>
                </a:lnTo>
                <a:lnTo>
                  <a:pt x="410297" y="493478"/>
                </a:lnTo>
                <a:close/>
                <a:moveTo>
                  <a:pt x="372207" y="415831"/>
                </a:moveTo>
                <a:lnTo>
                  <a:pt x="374507" y="417892"/>
                </a:lnTo>
                <a:lnTo>
                  <a:pt x="376007" y="421097"/>
                </a:lnTo>
                <a:close/>
                <a:moveTo>
                  <a:pt x="371494" y="411455"/>
                </a:moveTo>
                <a:lnTo>
                  <a:pt x="378075" y="421087"/>
                </a:lnTo>
                <a:lnTo>
                  <a:pt x="374507" y="417892"/>
                </a:lnTo>
                <a:close/>
                <a:moveTo>
                  <a:pt x="311617" y="533327"/>
                </a:moveTo>
                <a:lnTo>
                  <a:pt x="314617" y="538153"/>
                </a:lnTo>
                <a:lnTo>
                  <a:pt x="312486" y="536926"/>
                </a:lnTo>
                <a:close/>
                <a:moveTo>
                  <a:pt x="312304" y="530311"/>
                </a:moveTo>
                <a:lnTo>
                  <a:pt x="327036" y="538477"/>
                </a:lnTo>
                <a:lnTo>
                  <a:pt x="331620" y="547854"/>
                </a:lnTo>
                <a:lnTo>
                  <a:pt x="329525" y="546738"/>
                </a:lnTo>
                <a:lnTo>
                  <a:pt x="315109" y="538436"/>
                </a:lnTo>
                <a:close/>
                <a:moveTo>
                  <a:pt x="267139" y="619074"/>
                </a:moveTo>
                <a:lnTo>
                  <a:pt x="293214" y="642204"/>
                </a:lnTo>
                <a:lnTo>
                  <a:pt x="308950" y="671146"/>
                </a:lnTo>
                <a:lnTo>
                  <a:pt x="307714" y="670949"/>
                </a:lnTo>
                <a:lnTo>
                  <a:pt x="304198" y="669053"/>
                </a:lnTo>
                <a:lnTo>
                  <a:pt x="290037" y="651629"/>
                </a:lnTo>
                <a:close/>
                <a:moveTo>
                  <a:pt x="308396" y="528145"/>
                </a:moveTo>
                <a:lnTo>
                  <a:pt x="310671" y="529406"/>
                </a:lnTo>
                <a:lnTo>
                  <a:pt x="311617" y="533327"/>
                </a:lnTo>
                <a:close/>
                <a:moveTo>
                  <a:pt x="355134" y="429515"/>
                </a:moveTo>
                <a:lnTo>
                  <a:pt x="356886" y="431209"/>
                </a:lnTo>
                <a:lnTo>
                  <a:pt x="362542" y="437803"/>
                </a:lnTo>
                <a:close/>
                <a:moveTo>
                  <a:pt x="314257" y="512338"/>
                </a:moveTo>
                <a:lnTo>
                  <a:pt x="339304" y="537927"/>
                </a:lnTo>
                <a:lnTo>
                  <a:pt x="346069" y="544838"/>
                </a:lnTo>
                <a:lnTo>
                  <a:pt x="350310" y="551378"/>
                </a:lnTo>
                <a:lnTo>
                  <a:pt x="339969" y="545646"/>
                </a:lnTo>
                <a:lnTo>
                  <a:pt x="338581" y="544355"/>
                </a:lnTo>
                <a:lnTo>
                  <a:pt x="326420" y="532282"/>
                </a:lnTo>
                <a:lnTo>
                  <a:pt x="319061" y="522166"/>
                </a:lnTo>
                <a:close/>
                <a:moveTo>
                  <a:pt x="308498" y="519286"/>
                </a:moveTo>
                <a:lnTo>
                  <a:pt x="312304" y="530311"/>
                </a:lnTo>
                <a:lnTo>
                  <a:pt x="310671" y="529406"/>
                </a:lnTo>
                <a:lnTo>
                  <a:pt x="309246" y="523507"/>
                </a:lnTo>
                <a:close/>
                <a:moveTo>
                  <a:pt x="402274" y="323769"/>
                </a:moveTo>
                <a:lnTo>
                  <a:pt x="430664" y="329316"/>
                </a:lnTo>
                <a:lnTo>
                  <a:pt x="459537" y="377449"/>
                </a:lnTo>
                <a:cubicBezTo>
                  <a:pt x="471430" y="399594"/>
                  <a:pt x="482850" y="422042"/>
                  <a:pt x="495397" y="443782"/>
                </a:cubicBezTo>
                <a:lnTo>
                  <a:pt x="506587" y="463043"/>
                </a:lnTo>
                <a:lnTo>
                  <a:pt x="500886" y="459305"/>
                </a:lnTo>
                <a:lnTo>
                  <a:pt x="496970" y="453536"/>
                </a:lnTo>
                <a:lnTo>
                  <a:pt x="466428" y="413515"/>
                </a:lnTo>
                <a:lnTo>
                  <a:pt x="456230" y="393298"/>
                </a:lnTo>
                <a:lnTo>
                  <a:pt x="437086" y="372734"/>
                </a:lnTo>
                <a:lnTo>
                  <a:pt x="411810" y="336977"/>
                </a:lnTo>
                <a:close/>
                <a:moveTo>
                  <a:pt x="262329" y="612235"/>
                </a:moveTo>
                <a:lnTo>
                  <a:pt x="267139" y="619074"/>
                </a:lnTo>
                <a:lnTo>
                  <a:pt x="264683" y="616895"/>
                </a:lnTo>
                <a:close/>
                <a:moveTo>
                  <a:pt x="386356" y="349562"/>
                </a:moveTo>
                <a:lnTo>
                  <a:pt x="408540" y="369252"/>
                </a:lnTo>
                <a:lnTo>
                  <a:pt x="409075" y="369826"/>
                </a:lnTo>
                <a:lnTo>
                  <a:pt x="419179" y="388243"/>
                </a:lnTo>
                <a:lnTo>
                  <a:pt x="426604" y="403994"/>
                </a:lnTo>
                <a:lnTo>
                  <a:pt x="394042" y="361961"/>
                </a:lnTo>
                <a:close/>
                <a:moveTo>
                  <a:pt x="323297" y="478041"/>
                </a:moveTo>
                <a:lnTo>
                  <a:pt x="356017" y="521940"/>
                </a:lnTo>
                <a:lnTo>
                  <a:pt x="379040" y="556534"/>
                </a:lnTo>
                <a:lnTo>
                  <a:pt x="381125" y="560307"/>
                </a:lnTo>
                <a:lnTo>
                  <a:pt x="382417" y="569175"/>
                </a:lnTo>
                <a:lnTo>
                  <a:pt x="377018" y="566182"/>
                </a:lnTo>
                <a:lnTo>
                  <a:pt x="343250" y="518691"/>
                </a:lnTo>
                <a:close/>
                <a:moveTo>
                  <a:pt x="298536" y="528893"/>
                </a:moveTo>
                <a:lnTo>
                  <a:pt x="312486" y="536926"/>
                </a:lnTo>
                <a:lnTo>
                  <a:pt x="317026" y="555728"/>
                </a:lnTo>
                <a:close/>
                <a:moveTo>
                  <a:pt x="305979" y="511990"/>
                </a:moveTo>
                <a:lnTo>
                  <a:pt x="307465" y="513466"/>
                </a:lnTo>
                <a:lnTo>
                  <a:pt x="308498" y="519286"/>
                </a:lnTo>
                <a:close/>
                <a:moveTo>
                  <a:pt x="329214" y="462485"/>
                </a:moveTo>
                <a:lnTo>
                  <a:pt x="349332" y="480069"/>
                </a:lnTo>
                <a:lnTo>
                  <a:pt x="364775" y="501235"/>
                </a:lnTo>
                <a:lnTo>
                  <a:pt x="366720" y="503949"/>
                </a:lnTo>
                <a:lnTo>
                  <a:pt x="367596" y="506349"/>
                </a:lnTo>
                <a:lnTo>
                  <a:pt x="349675" y="489434"/>
                </a:lnTo>
                <a:cubicBezTo>
                  <a:pt x="345118" y="484967"/>
                  <a:pt x="341943" y="481642"/>
                  <a:pt x="339483" y="478849"/>
                </a:cubicBezTo>
                <a:lnTo>
                  <a:pt x="334617" y="472749"/>
                </a:lnTo>
                <a:close/>
                <a:moveTo>
                  <a:pt x="202045" y="724265"/>
                </a:moveTo>
                <a:lnTo>
                  <a:pt x="206023" y="729117"/>
                </a:lnTo>
                <a:lnTo>
                  <a:pt x="215545" y="736975"/>
                </a:lnTo>
                <a:lnTo>
                  <a:pt x="234382" y="767588"/>
                </a:lnTo>
                <a:lnTo>
                  <a:pt x="252267" y="796585"/>
                </a:lnTo>
                <a:lnTo>
                  <a:pt x="244995" y="793159"/>
                </a:lnTo>
                <a:lnTo>
                  <a:pt x="225851" y="767282"/>
                </a:lnTo>
                <a:lnTo>
                  <a:pt x="210273" y="744514"/>
                </a:lnTo>
                <a:close/>
                <a:moveTo>
                  <a:pt x="372314" y="368285"/>
                </a:moveTo>
                <a:lnTo>
                  <a:pt x="383791" y="384307"/>
                </a:lnTo>
                <a:lnTo>
                  <a:pt x="415209" y="423603"/>
                </a:lnTo>
                <a:lnTo>
                  <a:pt x="418023" y="429116"/>
                </a:lnTo>
                <a:lnTo>
                  <a:pt x="425635" y="443485"/>
                </a:lnTo>
                <a:lnTo>
                  <a:pt x="418802" y="449293"/>
                </a:lnTo>
                <a:lnTo>
                  <a:pt x="418163" y="452610"/>
                </a:lnTo>
                <a:close/>
                <a:moveTo>
                  <a:pt x="305766" y="503887"/>
                </a:moveTo>
                <a:lnTo>
                  <a:pt x="319061" y="522166"/>
                </a:lnTo>
                <a:lnTo>
                  <a:pt x="321732" y="527629"/>
                </a:lnTo>
                <a:lnTo>
                  <a:pt x="307465" y="513466"/>
                </a:lnTo>
                <a:close/>
                <a:moveTo>
                  <a:pt x="305134" y="503019"/>
                </a:moveTo>
                <a:lnTo>
                  <a:pt x="305718" y="503615"/>
                </a:lnTo>
                <a:lnTo>
                  <a:pt x="305766" y="503887"/>
                </a:lnTo>
                <a:close/>
                <a:moveTo>
                  <a:pt x="395182" y="313947"/>
                </a:moveTo>
                <a:lnTo>
                  <a:pt x="402274" y="323769"/>
                </a:lnTo>
                <a:lnTo>
                  <a:pt x="401284" y="323576"/>
                </a:lnTo>
                <a:close/>
                <a:moveTo>
                  <a:pt x="289932" y="530889"/>
                </a:moveTo>
                <a:lnTo>
                  <a:pt x="295827" y="537732"/>
                </a:lnTo>
                <a:lnTo>
                  <a:pt x="319315" y="565209"/>
                </a:lnTo>
                <a:lnTo>
                  <a:pt x="321512" y="574313"/>
                </a:lnTo>
                <a:lnTo>
                  <a:pt x="318530" y="570218"/>
                </a:lnTo>
                <a:close/>
                <a:moveTo>
                  <a:pt x="379185" y="343198"/>
                </a:moveTo>
                <a:lnTo>
                  <a:pt x="380216" y="344113"/>
                </a:lnTo>
                <a:lnTo>
                  <a:pt x="394042" y="361961"/>
                </a:lnTo>
                <a:lnTo>
                  <a:pt x="432159" y="423446"/>
                </a:lnTo>
                <a:lnTo>
                  <a:pt x="418106" y="406701"/>
                </a:lnTo>
                <a:lnTo>
                  <a:pt x="394544" y="381027"/>
                </a:lnTo>
                <a:close/>
                <a:moveTo>
                  <a:pt x="234931" y="642361"/>
                </a:moveTo>
                <a:lnTo>
                  <a:pt x="236592" y="643590"/>
                </a:lnTo>
                <a:cubicBezTo>
                  <a:pt x="248351" y="651783"/>
                  <a:pt x="258380" y="658066"/>
                  <a:pt x="264622" y="660564"/>
                </a:cubicBezTo>
                <a:lnTo>
                  <a:pt x="277456" y="673042"/>
                </a:lnTo>
                <a:lnTo>
                  <a:pt x="308256" y="723756"/>
                </a:lnTo>
                <a:lnTo>
                  <a:pt x="311751" y="731203"/>
                </a:lnTo>
                <a:lnTo>
                  <a:pt x="273795" y="689603"/>
                </a:lnTo>
                <a:lnTo>
                  <a:pt x="252270" y="666350"/>
                </a:lnTo>
                <a:lnTo>
                  <a:pt x="241273" y="651165"/>
                </a:lnTo>
                <a:close/>
                <a:moveTo>
                  <a:pt x="386022" y="320594"/>
                </a:moveTo>
                <a:lnTo>
                  <a:pt x="401284" y="323576"/>
                </a:lnTo>
                <a:lnTo>
                  <a:pt x="421531" y="355522"/>
                </a:lnTo>
                <a:lnTo>
                  <a:pt x="422875" y="357469"/>
                </a:lnTo>
                <a:lnTo>
                  <a:pt x="408122" y="341622"/>
                </a:lnTo>
                <a:lnTo>
                  <a:pt x="386110" y="320711"/>
                </a:lnTo>
                <a:close/>
                <a:moveTo>
                  <a:pt x="300762" y="497007"/>
                </a:moveTo>
                <a:lnTo>
                  <a:pt x="305134" y="503019"/>
                </a:lnTo>
                <a:lnTo>
                  <a:pt x="301654" y="499463"/>
                </a:lnTo>
                <a:lnTo>
                  <a:pt x="301341" y="498555"/>
                </a:lnTo>
                <a:close/>
                <a:moveTo>
                  <a:pt x="303284" y="489894"/>
                </a:moveTo>
                <a:lnTo>
                  <a:pt x="314257" y="512338"/>
                </a:lnTo>
                <a:lnTo>
                  <a:pt x="305718" y="503615"/>
                </a:lnTo>
                <a:close/>
                <a:moveTo>
                  <a:pt x="285151" y="524313"/>
                </a:moveTo>
                <a:lnTo>
                  <a:pt x="289932" y="530889"/>
                </a:lnTo>
                <a:lnTo>
                  <a:pt x="287105" y="527606"/>
                </a:lnTo>
                <a:close/>
                <a:moveTo>
                  <a:pt x="381591" y="319728"/>
                </a:moveTo>
                <a:lnTo>
                  <a:pt x="385977" y="320585"/>
                </a:lnTo>
                <a:lnTo>
                  <a:pt x="386110" y="320711"/>
                </a:lnTo>
                <a:lnTo>
                  <a:pt x="391937" y="328464"/>
                </a:lnTo>
                <a:cubicBezTo>
                  <a:pt x="412443" y="355044"/>
                  <a:pt x="437435" y="386241"/>
                  <a:pt x="463127" y="417363"/>
                </a:cubicBezTo>
                <a:lnTo>
                  <a:pt x="471894" y="427650"/>
                </a:lnTo>
                <a:lnTo>
                  <a:pt x="477485" y="435433"/>
                </a:lnTo>
                <a:lnTo>
                  <a:pt x="483913" y="448175"/>
                </a:lnTo>
                <a:lnTo>
                  <a:pt x="483472" y="447887"/>
                </a:lnTo>
                <a:lnTo>
                  <a:pt x="480616" y="446576"/>
                </a:lnTo>
                <a:lnTo>
                  <a:pt x="409075" y="369826"/>
                </a:lnTo>
                <a:close/>
                <a:moveTo>
                  <a:pt x="424116" y="230395"/>
                </a:moveTo>
                <a:lnTo>
                  <a:pt x="428380" y="236187"/>
                </a:lnTo>
                <a:lnTo>
                  <a:pt x="456850" y="275974"/>
                </a:lnTo>
                <a:lnTo>
                  <a:pt x="445063" y="262945"/>
                </a:lnTo>
                <a:close/>
                <a:moveTo>
                  <a:pt x="373066" y="328124"/>
                </a:moveTo>
                <a:lnTo>
                  <a:pt x="386356" y="349562"/>
                </a:lnTo>
                <a:lnTo>
                  <a:pt x="380216" y="344113"/>
                </a:lnTo>
                <a:lnTo>
                  <a:pt x="378831" y="342324"/>
                </a:lnTo>
                <a:close/>
                <a:moveTo>
                  <a:pt x="301124" y="477719"/>
                </a:moveTo>
                <a:lnTo>
                  <a:pt x="316069" y="497008"/>
                </a:lnTo>
                <a:lnTo>
                  <a:pt x="363506" y="558693"/>
                </a:lnTo>
                <a:lnTo>
                  <a:pt x="355033" y="553996"/>
                </a:lnTo>
                <a:lnTo>
                  <a:pt x="346069" y="544838"/>
                </a:lnTo>
                <a:lnTo>
                  <a:pt x="337064" y="530952"/>
                </a:lnTo>
                <a:lnTo>
                  <a:pt x="301309" y="478759"/>
                </a:lnTo>
                <a:close/>
                <a:moveTo>
                  <a:pt x="281249" y="518938"/>
                </a:moveTo>
                <a:lnTo>
                  <a:pt x="282332" y="519561"/>
                </a:lnTo>
                <a:lnTo>
                  <a:pt x="285151" y="524313"/>
                </a:lnTo>
                <a:lnTo>
                  <a:pt x="283798" y="522452"/>
                </a:lnTo>
                <a:close/>
                <a:moveTo>
                  <a:pt x="359326" y="343468"/>
                </a:moveTo>
                <a:lnTo>
                  <a:pt x="373280" y="357857"/>
                </a:lnTo>
                <a:lnTo>
                  <a:pt x="394544" y="381027"/>
                </a:lnTo>
                <a:lnTo>
                  <a:pt x="396463" y="385754"/>
                </a:lnTo>
                <a:cubicBezTo>
                  <a:pt x="397505" y="388322"/>
                  <a:pt x="400010" y="393619"/>
                  <a:pt x="403697" y="401046"/>
                </a:cubicBezTo>
                <a:lnTo>
                  <a:pt x="403826" y="401298"/>
                </a:lnTo>
                <a:lnTo>
                  <a:pt x="400931" y="398461"/>
                </a:lnTo>
                <a:lnTo>
                  <a:pt x="362997" y="351133"/>
                </a:lnTo>
                <a:close/>
                <a:moveTo>
                  <a:pt x="315331" y="434024"/>
                </a:moveTo>
                <a:lnTo>
                  <a:pt x="315635" y="434324"/>
                </a:lnTo>
                <a:lnTo>
                  <a:pt x="338570" y="463073"/>
                </a:lnTo>
                <a:lnTo>
                  <a:pt x="355376" y="485352"/>
                </a:lnTo>
                <a:lnTo>
                  <a:pt x="349332" y="480069"/>
                </a:lnTo>
                <a:lnTo>
                  <a:pt x="333936" y="458969"/>
                </a:lnTo>
                <a:close/>
                <a:moveTo>
                  <a:pt x="275183" y="515445"/>
                </a:moveTo>
                <a:lnTo>
                  <a:pt x="278055" y="517098"/>
                </a:lnTo>
                <a:lnTo>
                  <a:pt x="278190" y="517257"/>
                </a:lnTo>
                <a:lnTo>
                  <a:pt x="287105" y="527606"/>
                </a:lnTo>
                <a:lnTo>
                  <a:pt x="292419" y="536562"/>
                </a:lnTo>
                <a:cubicBezTo>
                  <a:pt x="297628" y="546569"/>
                  <a:pt x="303819" y="559235"/>
                  <a:pt x="310176" y="572606"/>
                </a:cubicBezTo>
                <a:lnTo>
                  <a:pt x="322035" y="598078"/>
                </a:lnTo>
                <a:lnTo>
                  <a:pt x="321494" y="597508"/>
                </a:lnTo>
                <a:lnTo>
                  <a:pt x="311583" y="586501"/>
                </a:lnTo>
                <a:lnTo>
                  <a:pt x="289477" y="540430"/>
                </a:lnTo>
                <a:close/>
                <a:moveTo>
                  <a:pt x="276069" y="509005"/>
                </a:moveTo>
                <a:lnTo>
                  <a:pt x="290166" y="518040"/>
                </a:lnTo>
                <a:lnTo>
                  <a:pt x="291610" y="518841"/>
                </a:lnTo>
                <a:lnTo>
                  <a:pt x="298536" y="528893"/>
                </a:lnTo>
                <a:lnTo>
                  <a:pt x="282332" y="519561"/>
                </a:lnTo>
                <a:close/>
                <a:moveTo>
                  <a:pt x="398719" y="250661"/>
                </a:moveTo>
                <a:lnTo>
                  <a:pt x="422888" y="269828"/>
                </a:lnTo>
                <a:lnTo>
                  <a:pt x="471673" y="337329"/>
                </a:lnTo>
                <a:lnTo>
                  <a:pt x="446654" y="332440"/>
                </a:lnTo>
                <a:lnTo>
                  <a:pt x="435601" y="312632"/>
                </a:lnTo>
                <a:close/>
                <a:moveTo>
                  <a:pt x="311975" y="429736"/>
                </a:moveTo>
                <a:lnTo>
                  <a:pt x="314389" y="432761"/>
                </a:lnTo>
                <a:lnTo>
                  <a:pt x="315331" y="434024"/>
                </a:lnTo>
                <a:lnTo>
                  <a:pt x="313054" y="431785"/>
                </a:lnTo>
                <a:close/>
                <a:moveTo>
                  <a:pt x="365968" y="316676"/>
                </a:moveTo>
                <a:lnTo>
                  <a:pt x="368629" y="317195"/>
                </a:lnTo>
                <a:lnTo>
                  <a:pt x="373066" y="328124"/>
                </a:lnTo>
                <a:close/>
                <a:moveTo>
                  <a:pt x="311088" y="428336"/>
                </a:moveTo>
                <a:lnTo>
                  <a:pt x="311795" y="429284"/>
                </a:lnTo>
                <a:lnTo>
                  <a:pt x="311975" y="429736"/>
                </a:lnTo>
                <a:close/>
                <a:moveTo>
                  <a:pt x="291810" y="466426"/>
                </a:moveTo>
                <a:lnTo>
                  <a:pt x="299963" y="476795"/>
                </a:lnTo>
                <a:lnTo>
                  <a:pt x="301309" y="478759"/>
                </a:lnTo>
                <a:lnTo>
                  <a:pt x="303284" y="489894"/>
                </a:lnTo>
                <a:close/>
                <a:moveTo>
                  <a:pt x="231343" y="590336"/>
                </a:moveTo>
                <a:lnTo>
                  <a:pt x="242283" y="597025"/>
                </a:lnTo>
                <a:lnTo>
                  <a:pt x="264683" y="616895"/>
                </a:lnTo>
                <a:lnTo>
                  <a:pt x="277455" y="642178"/>
                </a:lnTo>
                <a:lnTo>
                  <a:pt x="255338" y="613853"/>
                </a:lnTo>
                <a:lnTo>
                  <a:pt x="235125" y="596570"/>
                </a:lnTo>
                <a:close/>
                <a:moveTo>
                  <a:pt x="303446" y="438577"/>
                </a:moveTo>
                <a:lnTo>
                  <a:pt x="322679" y="456717"/>
                </a:lnTo>
                <a:lnTo>
                  <a:pt x="327992" y="463590"/>
                </a:lnTo>
                <a:cubicBezTo>
                  <a:pt x="330249" y="466697"/>
                  <a:pt x="331891" y="469115"/>
                  <a:pt x="333585" y="471455"/>
                </a:cubicBezTo>
                <a:lnTo>
                  <a:pt x="334617" y="472749"/>
                </a:lnTo>
                <a:lnTo>
                  <a:pt x="343188" y="489031"/>
                </a:lnTo>
                <a:lnTo>
                  <a:pt x="338434" y="484687"/>
                </a:lnTo>
                <a:cubicBezTo>
                  <a:pt x="327550" y="473016"/>
                  <a:pt x="318810" y="463140"/>
                  <a:pt x="311665" y="454646"/>
                </a:cubicBezTo>
                <a:lnTo>
                  <a:pt x="311428" y="454346"/>
                </a:lnTo>
                <a:close/>
                <a:moveTo>
                  <a:pt x="185590" y="681036"/>
                </a:moveTo>
                <a:lnTo>
                  <a:pt x="207941" y="703871"/>
                </a:lnTo>
                <a:lnTo>
                  <a:pt x="227240" y="727323"/>
                </a:lnTo>
                <a:lnTo>
                  <a:pt x="251202" y="756144"/>
                </a:lnTo>
                <a:lnTo>
                  <a:pt x="250629" y="756076"/>
                </a:lnTo>
                <a:cubicBezTo>
                  <a:pt x="244011" y="755283"/>
                  <a:pt x="237599" y="753967"/>
                  <a:pt x="232009" y="750563"/>
                </a:cubicBezTo>
                <a:lnTo>
                  <a:pt x="215545" y="736975"/>
                </a:lnTo>
                <a:lnTo>
                  <a:pt x="192842" y="700079"/>
                </a:lnTo>
                <a:lnTo>
                  <a:pt x="192310" y="699344"/>
                </a:lnTo>
                <a:close/>
                <a:moveTo>
                  <a:pt x="268853" y="504381"/>
                </a:moveTo>
                <a:lnTo>
                  <a:pt x="272288" y="506582"/>
                </a:lnTo>
                <a:lnTo>
                  <a:pt x="281249" y="518938"/>
                </a:lnTo>
                <a:lnTo>
                  <a:pt x="278055" y="517098"/>
                </a:lnTo>
                <a:lnTo>
                  <a:pt x="272218" y="510262"/>
                </a:lnTo>
                <a:close/>
                <a:moveTo>
                  <a:pt x="306879" y="416943"/>
                </a:moveTo>
                <a:lnTo>
                  <a:pt x="315562" y="425552"/>
                </a:lnTo>
                <a:lnTo>
                  <a:pt x="325213" y="434334"/>
                </a:lnTo>
                <a:lnTo>
                  <a:pt x="336721" y="449911"/>
                </a:lnTo>
                <a:lnTo>
                  <a:pt x="349547" y="468755"/>
                </a:lnTo>
                <a:lnTo>
                  <a:pt x="337757" y="456080"/>
                </a:lnTo>
                <a:lnTo>
                  <a:pt x="315635" y="434324"/>
                </a:lnTo>
                <a:lnTo>
                  <a:pt x="314389" y="432761"/>
                </a:lnTo>
                <a:lnTo>
                  <a:pt x="311795" y="429284"/>
                </a:lnTo>
                <a:close/>
                <a:moveTo>
                  <a:pt x="286405" y="458723"/>
                </a:moveTo>
                <a:lnTo>
                  <a:pt x="290846" y="464455"/>
                </a:lnTo>
                <a:lnTo>
                  <a:pt x="291810" y="466426"/>
                </a:lnTo>
                <a:lnTo>
                  <a:pt x="287067" y="460393"/>
                </a:lnTo>
                <a:lnTo>
                  <a:pt x="286907" y="459967"/>
                </a:lnTo>
                <a:close/>
                <a:moveTo>
                  <a:pt x="359977" y="295886"/>
                </a:moveTo>
                <a:lnTo>
                  <a:pt x="377559" y="312589"/>
                </a:lnTo>
                <a:lnTo>
                  <a:pt x="378244" y="313626"/>
                </a:lnTo>
                <a:lnTo>
                  <a:pt x="381591" y="319728"/>
                </a:lnTo>
                <a:lnTo>
                  <a:pt x="368629" y="317195"/>
                </a:lnTo>
                <a:close/>
                <a:moveTo>
                  <a:pt x="293407" y="431287"/>
                </a:moveTo>
                <a:lnTo>
                  <a:pt x="294471" y="432900"/>
                </a:lnTo>
                <a:lnTo>
                  <a:pt x="311428" y="454346"/>
                </a:lnTo>
                <a:lnTo>
                  <a:pt x="319311" y="469919"/>
                </a:lnTo>
                <a:lnTo>
                  <a:pt x="323297" y="478041"/>
                </a:lnTo>
                <a:lnTo>
                  <a:pt x="297193" y="443018"/>
                </a:lnTo>
                <a:lnTo>
                  <a:pt x="294820" y="440044"/>
                </a:lnTo>
                <a:close/>
                <a:moveTo>
                  <a:pt x="341005" y="324576"/>
                </a:moveTo>
                <a:lnTo>
                  <a:pt x="345080" y="328778"/>
                </a:lnTo>
                <a:lnTo>
                  <a:pt x="362997" y="351133"/>
                </a:lnTo>
                <a:lnTo>
                  <a:pt x="363061" y="351268"/>
                </a:lnTo>
                <a:lnTo>
                  <a:pt x="372314" y="368285"/>
                </a:lnTo>
                <a:close/>
                <a:moveTo>
                  <a:pt x="344482" y="312478"/>
                </a:moveTo>
                <a:lnTo>
                  <a:pt x="357712" y="315063"/>
                </a:lnTo>
                <a:lnTo>
                  <a:pt x="378831" y="342324"/>
                </a:lnTo>
                <a:lnTo>
                  <a:pt x="379185" y="343198"/>
                </a:lnTo>
                <a:lnTo>
                  <a:pt x="348174" y="315673"/>
                </a:lnTo>
                <a:lnTo>
                  <a:pt x="344837" y="313219"/>
                </a:lnTo>
                <a:close/>
                <a:moveTo>
                  <a:pt x="289602" y="425520"/>
                </a:moveTo>
                <a:lnTo>
                  <a:pt x="292992" y="428716"/>
                </a:lnTo>
                <a:lnTo>
                  <a:pt x="293407" y="431287"/>
                </a:lnTo>
                <a:close/>
                <a:moveTo>
                  <a:pt x="291717" y="420821"/>
                </a:moveTo>
                <a:lnTo>
                  <a:pt x="297848" y="427517"/>
                </a:lnTo>
                <a:lnTo>
                  <a:pt x="303446" y="438577"/>
                </a:lnTo>
                <a:lnTo>
                  <a:pt x="292992" y="428716"/>
                </a:lnTo>
                <a:close/>
                <a:moveTo>
                  <a:pt x="213947" y="579698"/>
                </a:moveTo>
                <a:lnTo>
                  <a:pt x="218721" y="582618"/>
                </a:lnTo>
                <a:lnTo>
                  <a:pt x="219256" y="583001"/>
                </a:lnTo>
                <a:lnTo>
                  <a:pt x="235125" y="596570"/>
                </a:lnTo>
                <a:lnTo>
                  <a:pt x="268742" y="651976"/>
                </a:lnTo>
                <a:lnTo>
                  <a:pt x="275296" y="663254"/>
                </a:lnTo>
                <a:lnTo>
                  <a:pt x="274119" y="662958"/>
                </a:lnTo>
                <a:lnTo>
                  <a:pt x="261474" y="648690"/>
                </a:lnTo>
                <a:lnTo>
                  <a:pt x="231045" y="603597"/>
                </a:lnTo>
                <a:close/>
                <a:moveTo>
                  <a:pt x="390311" y="203092"/>
                </a:moveTo>
                <a:lnTo>
                  <a:pt x="414436" y="229089"/>
                </a:lnTo>
                <a:lnTo>
                  <a:pt x="445063" y="262945"/>
                </a:lnTo>
                <a:lnTo>
                  <a:pt x="463079" y="290940"/>
                </a:lnTo>
                <a:lnTo>
                  <a:pt x="492202" y="341339"/>
                </a:lnTo>
                <a:lnTo>
                  <a:pt x="489714" y="340853"/>
                </a:lnTo>
                <a:lnTo>
                  <a:pt x="463412" y="312219"/>
                </a:lnTo>
                <a:lnTo>
                  <a:pt x="419792" y="249044"/>
                </a:lnTo>
                <a:close/>
                <a:moveTo>
                  <a:pt x="290035" y="409146"/>
                </a:moveTo>
                <a:lnTo>
                  <a:pt x="313054" y="431785"/>
                </a:lnTo>
                <a:lnTo>
                  <a:pt x="329214" y="462485"/>
                </a:lnTo>
                <a:lnTo>
                  <a:pt x="323484" y="457476"/>
                </a:lnTo>
                <a:lnTo>
                  <a:pt x="322679" y="456717"/>
                </a:lnTo>
                <a:lnTo>
                  <a:pt x="318716" y="451592"/>
                </a:lnTo>
                <a:cubicBezTo>
                  <a:pt x="314567" y="446497"/>
                  <a:pt x="309139" y="440102"/>
                  <a:pt x="301767" y="431798"/>
                </a:cubicBezTo>
                <a:lnTo>
                  <a:pt x="297848" y="427517"/>
                </a:lnTo>
                <a:lnTo>
                  <a:pt x="294800" y="421496"/>
                </a:lnTo>
                <a:lnTo>
                  <a:pt x="291065" y="416603"/>
                </a:lnTo>
                <a:close/>
                <a:moveTo>
                  <a:pt x="383180" y="214887"/>
                </a:moveTo>
                <a:lnTo>
                  <a:pt x="387337" y="218865"/>
                </a:lnTo>
                <a:cubicBezTo>
                  <a:pt x="396348" y="229052"/>
                  <a:pt x="412951" y="249233"/>
                  <a:pt x="442466" y="286221"/>
                </a:cubicBezTo>
                <a:lnTo>
                  <a:pt x="461173" y="309782"/>
                </a:lnTo>
                <a:lnTo>
                  <a:pt x="428728" y="274459"/>
                </a:lnTo>
                <a:lnTo>
                  <a:pt x="422888" y="269828"/>
                </a:lnTo>
                <a:close/>
                <a:moveTo>
                  <a:pt x="296580" y="391093"/>
                </a:moveTo>
                <a:lnTo>
                  <a:pt x="307012" y="402235"/>
                </a:lnTo>
                <a:cubicBezTo>
                  <a:pt x="331227" y="429035"/>
                  <a:pt x="353473" y="454649"/>
                  <a:pt x="383181" y="486948"/>
                </a:cubicBezTo>
                <a:lnTo>
                  <a:pt x="408389" y="513919"/>
                </a:lnTo>
                <a:lnTo>
                  <a:pt x="408384" y="514344"/>
                </a:lnTo>
                <a:lnTo>
                  <a:pt x="373710" y="479276"/>
                </a:lnTo>
                <a:cubicBezTo>
                  <a:pt x="361498" y="467465"/>
                  <a:pt x="350901" y="457699"/>
                  <a:pt x="341387" y="449053"/>
                </a:cubicBezTo>
                <a:lnTo>
                  <a:pt x="325213" y="434334"/>
                </a:lnTo>
                <a:lnTo>
                  <a:pt x="303040" y="404320"/>
                </a:lnTo>
                <a:lnTo>
                  <a:pt x="300770" y="401608"/>
                </a:lnTo>
                <a:close/>
                <a:moveTo>
                  <a:pt x="288465" y="397773"/>
                </a:moveTo>
                <a:lnTo>
                  <a:pt x="293042" y="403225"/>
                </a:lnTo>
                <a:lnTo>
                  <a:pt x="298778" y="408912"/>
                </a:lnTo>
                <a:lnTo>
                  <a:pt x="311088" y="428336"/>
                </a:lnTo>
                <a:lnTo>
                  <a:pt x="296867" y="409269"/>
                </a:lnTo>
                <a:lnTo>
                  <a:pt x="288599" y="398744"/>
                </a:lnTo>
                <a:close/>
                <a:moveTo>
                  <a:pt x="330238" y="309695"/>
                </a:moveTo>
                <a:lnTo>
                  <a:pt x="343594" y="312304"/>
                </a:lnTo>
                <a:lnTo>
                  <a:pt x="344837" y="313219"/>
                </a:lnTo>
                <a:lnTo>
                  <a:pt x="359326" y="343468"/>
                </a:lnTo>
                <a:lnTo>
                  <a:pt x="345080" y="328778"/>
                </a:lnTo>
                <a:lnTo>
                  <a:pt x="335059" y="316275"/>
                </a:lnTo>
                <a:lnTo>
                  <a:pt x="334221" y="315107"/>
                </a:lnTo>
                <a:close/>
                <a:moveTo>
                  <a:pt x="349367" y="269753"/>
                </a:moveTo>
                <a:lnTo>
                  <a:pt x="365016" y="292643"/>
                </a:lnTo>
                <a:lnTo>
                  <a:pt x="386022" y="320594"/>
                </a:lnTo>
                <a:lnTo>
                  <a:pt x="385977" y="320585"/>
                </a:lnTo>
                <a:lnTo>
                  <a:pt x="377559" y="312589"/>
                </a:lnTo>
                <a:lnTo>
                  <a:pt x="349464" y="269990"/>
                </a:lnTo>
                <a:close/>
                <a:moveTo>
                  <a:pt x="398732" y="161013"/>
                </a:moveTo>
                <a:lnTo>
                  <a:pt x="407046" y="170817"/>
                </a:lnTo>
                <a:cubicBezTo>
                  <a:pt x="413872" y="179150"/>
                  <a:pt x="421982" y="189325"/>
                  <a:pt x="431804" y="201984"/>
                </a:cubicBezTo>
                <a:cubicBezTo>
                  <a:pt x="447495" y="222209"/>
                  <a:pt x="459208" y="245383"/>
                  <a:pt x="475439" y="265176"/>
                </a:cubicBezTo>
                <a:lnTo>
                  <a:pt x="490067" y="280219"/>
                </a:lnTo>
                <a:lnTo>
                  <a:pt x="527744" y="344910"/>
                </a:lnTo>
                <a:lnTo>
                  <a:pt x="529631" y="348652"/>
                </a:lnTo>
                <a:lnTo>
                  <a:pt x="517525" y="346287"/>
                </a:lnTo>
                <a:lnTo>
                  <a:pt x="498286" y="321780"/>
                </a:lnTo>
                <a:lnTo>
                  <a:pt x="480236" y="301827"/>
                </a:lnTo>
                <a:lnTo>
                  <a:pt x="458263" y="256936"/>
                </a:lnTo>
                <a:cubicBezTo>
                  <a:pt x="450020" y="241509"/>
                  <a:pt x="439256" y="223386"/>
                  <a:pt x="427088" y="204057"/>
                </a:cubicBezTo>
                <a:close/>
                <a:moveTo>
                  <a:pt x="327017" y="309065"/>
                </a:moveTo>
                <a:lnTo>
                  <a:pt x="329700" y="309590"/>
                </a:lnTo>
                <a:lnTo>
                  <a:pt x="335059" y="316275"/>
                </a:lnTo>
                <a:lnTo>
                  <a:pt x="341005" y="324576"/>
                </a:lnTo>
                <a:lnTo>
                  <a:pt x="327582" y="310735"/>
                </a:lnTo>
                <a:close/>
                <a:moveTo>
                  <a:pt x="155260" y="664381"/>
                </a:moveTo>
                <a:lnTo>
                  <a:pt x="176292" y="694849"/>
                </a:lnTo>
                <a:lnTo>
                  <a:pt x="210273" y="744514"/>
                </a:lnTo>
                <a:lnTo>
                  <a:pt x="215117" y="756435"/>
                </a:lnTo>
                <a:lnTo>
                  <a:pt x="229126" y="785683"/>
                </a:lnTo>
                <a:lnTo>
                  <a:pt x="216411" y="779692"/>
                </a:lnTo>
                <a:lnTo>
                  <a:pt x="211061" y="772206"/>
                </a:lnTo>
                <a:cubicBezTo>
                  <a:pt x="191453" y="739156"/>
                  <a:pt x="174222" y="704800"/>
                  <a:pt x="157838" y="669998"/>
                </a:cubicBezTo>
                <a:close/>
                <a:moveTo>
                  <a:pt x="286669" y="384763"/>
                </a:moveTo>
                <a:lnTo>
                  <a:pt x="300770" y="401608"/>
                </a:lnTo>
                <a:lnTo>
                  <a:pt x="306879" y="416943"/>
                </a:lnTo>
                <a:lnTo>
                  <a:pt x="298778" y="408912"/>
                </a:lnTo>
                <a:lnTo>
                  <a:pt x="287559" y="391210"/>
                </a:lnTo>
                <a:close/>
                <a:moveTo>
                  <a:pt x="324671" y="302131"/>
                </a:moveTo>
                <a:lnTo>
                  <a:pt x="330238" y="309695"/>
                </a:lnTo>
                <a:lnTo>
                  <a:pt x="329700" y="309590"/>
                </a:lnTo>
                <a:lnTo>
                  <a:pt x="325364" y="304180"/>
                </a:lnTo>
                <a:close/>
                <a:moveTo>
                  <a:pt x="365493" y="210864"/>
                </a:moveTo>
                <a:lnTo>
                  <a:pt x="367509" y="213012"/>
                </a:lnTo>
                <a:cubicBezTo>
                  <a:pt x="378869" y="224568"/>
                  <a:pt x="381855" y="225674"/>
                  <a:pt x="381788" y="223146"/>
                </a:cubicBezTo>
                <a:lnTo>
                  <a:pt x="381083" y="221027"/>
                </a:lnTo>
                <a:lnTo>
                  <a:pt x="398719" y="250661"/>
                </a:lnTo>
                <a:lnTo>
                  <a:pt x="377221" y="233611"/>
                </a:lnTo>
                <a:close/>
                <a:moveTo>
                  <a:pt x="228735" y="488698"/>
                </a:moveTo>
                <a:lnTo>
                  <a:pt x="237742" y="493885"/>
                </a:lnTo>
                <a:lnTo>
                  <a:pt x="297234" y="570566"/>
                </a:lnTo>
                <a:lnTo>
                  <a:pt x="311583" y="586501"/>
                </a:lnTo>
                <a:lnTo>
                  <a:pt x="331141" y="627261"/>
                </a:lnTo>
                <a:lnTo>
                  <a:pt x="309247" y="595199"/>
                </a:lnTo>
                <a:cubicBezTo>
                  <a:pt x="285056" y="561770"/>
                  <a:pt x="259323" y="527821"/>
                  <a:pt x="233319" y="494449"/>
                </a:cubicBezTo>
                <a:close/>
                <a:moveTo>
                  <a:pt x="355447" y="217617"/>
                </a:moveTo>
                <a:lnTo>
                  <a:pt x="364085" y="223194"/>
                </a:lnTo>
                <a:lnTo>
                  <a:pt x="377221" y="233611"/>
                </a:lnTo>
                <a:lnTo>
                  <a:pt x="378425" y="235948"/>
                </a:lnTo>
                <a:cubicBezTo>
                  <a:pt x="405631" y="287735"/>
                  <a:pt x="412202" y="294448"/>
                  <a:pt x="435202" y="325994"/>
                </a:cubicBezTo>
                <a:lnTo>
                  <a:pt x="438700" y="330886"/>
                </a:lnTo>
                <a:lnTo>
                  <a:pt x="430664" y="329316"/>
                </a:lnTo>
                <a:lnTo>
                  <a:pt x="420835" y="312931"/>
                </a:lnTo>
                <a:close/>
                <a:moveTo>
                  <a:pt x="318659" y="293963"/>
                </a:moveTo>
                <a:lnTo>
                  <a:pt x="322984" y="297144"/>
                </a:lnTo>
                <a:lnTo>
                  <a:pt x="324671" y="302131"/>
                </a:lnTo>
                <a:close/>
                <a:moveTo>
                  <a:pt x="189969" y="562024"/>
                </a:moveTo>
                <a:lnTo>
                  <a:pt x="190208" y="562191"/>
                </a:lnTo>
                <a:lnTo>
                  <a:pt x="213212" y="578671"/>
                </a:lnTo>
                <a:lnTo>
                  <a:pt x="213947" y="579698"/>
                </a:lnTo>
                <a:lnTo>
                  <a:pt x="193696" y="567315"/>
                </a:lnTo>
                <a:lnTo>
                  <a:pt x="191928" y="565134"/>
                </a:lnTo>
                <a:close/>
                <a:moveTo>
                  <a:pt x="284129" y="360217"/>
                </a:moveTo>
                <a:lnTo>
                  <a:pt x="284382" y="360474"/>
                </a:lnTo>
                <a:lnTo>
                  <a:pt x="296580" y="391093"/>
                </a:lnTo>
                <a:lnTo>
                  <a:pt x="286141" y="379942"/>
                </a:lnTo>
                <a:close/>
                <a:moveTo>
                  <a:pt x="262550" y="399605"/>
                </a:moveTo>
                <a:lnTo>
                  <a:pt x="294820" y="440044"/>
                </a:lnTo>
                <a:lnTo>
                  <a:pt x="298651" y="463780"/>
                </a:lnTo>
                <a:lnTo>
                  <a:pt x="301124" y="477719"/>
                </a:lnTo>
                <a:lnTo>
                  <a:pt x="290846" y="464455"/>
                </a:lnTo>
                <a:lnTo>
                  <a:pt x="282440" y="447259"/>
                </a:lnTo>
                <a:lnTo>
                  <a:pt x="277650" y="437026"/>
                </a:lnTo>
                <a:close/>
                <a:moveTo>
                  <a:pt x="237386" y="449379"/>
                </a:moveTo>
                <a:lnTo>
                  <a:pt x="247384" y="460657"/>
                </a:lnTo>
                <a:lnTo>
                  <a:pt x="276069" y="509005"/>
                </a:lnTo>
                <a:lnTo>
                  <a:pt x="272288" y="506582"/>
                </a:lnTo>
                <a:lnTo>
                  <a:pt x="261989" y="492382"/>
                </a:lnTo>
                <a:close/>
                <a:moveTo>
                  <a:pt x="261424" y="398194"/>
                </a:moveTo>
                <a:lnTo>
                  <a:pt x="262416" y="399273"/>
                </a:lnTo>
                <a:lnTo>
                  <a:pt x="262550" y="399605"/>
                </a:lnTo>
                <a:close/>
                <a:moveTo>
                  <a:pt x="182245" y="560862"/>
                </a:moveTo>
                <a:lnTo>
                  <a:pt x="193381" y="567123"/>
                </a:lnTo>
                <a:lnTo>
                  <a:pt x="193696" y="567315"/>
                </a:lnTo>
                <a:lnTo>
                  <a:pt x="240278" y="624773"/>
                </a:lnTo>
                <a:lnTo>
                  <a:pt x="261474" y="648690"/>
                </a:lnTo>
                <a:lnTo>
                  <a:pt x="270485" y="662042"/>
                </a:lnTo>
                <a:lnTo>
                  <a:pt x="264622" y="660564"/>
                </a:lnTo>
                <a:cubicBezTo>
                  <a:pt x="249487" y="644334"/>
                  <a:pt x="228976" y="619967"/>
                  <a:pt x="206420" y="591940"/>
                </a:cubicBezTo>
                <a:close/>
                <a:moveTo>
                  <a:pt x="223171" y="475103"/>
                </a:moveTo>
                <a:lnTo>
                  <a:pt x="266131" y="502636"/>
                </a:lnTo>
                <a:lnTo>
                  <a:pt x="269751" y="507373"/>
                </a:lnTo>
                <a:lnTo>
                  <a:pt x="272218" y="510262"/>
                </a:lnTo>
                <a:lnTo>
                  <a:pt x="275183" y="515445"/>
                </a:lnTo>
                <a:lnTo>
                  <a:pt x="237742" y="493885"/>
                </a:lnTo>
                <a:close/>
                <a:moveTo>
                  <a:pt x="338154" y="234156"/>
                </a:moveTo>
                <a:lnTo>
                  <a:pt x="373428" y="279623"/>
                </a:lnTo>
                <a:lnTo>
                  <a:pt x="395182" y="313947"/>
                </a:lnTo>
                <a:lnTo>
                  <a:pt x="339854" y="237320"/>
                </a:lnTo>
                <a:lnTo>
                  <a:pt x="338504" y="235571"/>
                </a:lnTo>
                <a:close/>
                <a:moveTo>
                  <a:pt x="284062" y="344864"/>
                </a:moveTo>
                <a:lnTo>
                  <a:pt x="293756" y="357609"/>
                </a:lnTo>
                <a:cubicBezTo>
                  <a:pt x="307985" y="375350"/>
                  <a:pt x="321106" y="391005"/>
                  <a:pt x="333394" y="405190"/>
                </a:cubicBezTo>
                <a:lnTo>
                  <a:pt x="355134" y="429515"/>
                </a:lnTo>
                <a:lnTo>
                  <a:pt x="296689" y="372987"/>
                </a:lnTo>
                <a:lnTo>
                  <a:pt x="284382" y="360474"/>
                </a:lnTo>
                <a:lnTo>
                  <a:pt x="284077" y="359708"/>
                </a:lnTo>
                <a:lnTo>
                  <a:pt x="284076" y="359698"/>
                </a:lnTo>
                <a:close/>
                <a:moveTo>
                  <a:pt x="159760" y="602171"/>
                </a:moveTo>
                <a:lnTo>
                  <a:pt x="213790" y="678435"/>
                </a:lnTo>
                <a:cubicBezTo>
                  <a:pt x="266364" y="758147"/>
                  <a:pt x="226946" y="716319"/>
                  <a:pt x="270480" y="758455"/>
                </a:cubicBezTo>
                <a:lnTo>
                  <a:pt x="262652" y="757517"/>
                </a:lnTo>
                <a:lnTo>
                  <a:pt x="253305" y="750215"/>
                </a:lnTo>
                <a:lnTo>
                  <a:pt x="207941" y="703871"/>
                </a:lnTo>
                <a:lnTo>
                  <a:pt x="183907" y="674663"/>
                </a:lnTo>
                <a:lnTo>
                  <a:pt x="182837" y="673536"/>
                </a:lnTo>
                <a:lnTo>
                  <a:pt x="178516" y="661766"/>
                </a:lnTo>
                <a:cubicBezTo>
                  <a:pt x="173346" y="646964"/>
                  <a:pt x="169005" y="633764"/>
                  <a:pt x="166035" y="623832"/>
                </a:cubicBezTo>
                <a:close/>
                <a:moveTo>
                  <a:pt x="143898" y="632527"/>
                </a:moveTo>
                <a:lnTo>
                  <a:pt x="182837" y="673536"/>
                </a:lnTo>
                <a:lnTo>
                  <a:pt x="185590" y="681036"/>
                </a:lnTo>
                <a:lnTo>
                  <a:pt x="175319" y="670543"/>
                </a:lnTo>
                <a:lnTo>
                  <a:pt x="154292" y="646872"/>
                </a:lnTo>
                <a:close/>
                <a:moveTo>
                  <a:pt x="284056" y="338736"/>
                </a:moveTo>
                <a:lnTo>
                  <a:pt x="313689" y="372346"/>
                </a:lnTo>
                <a:cubicBezTo>
                  <a:pt x="321194" y="380785"/>
                  <a:pt x="329691" y="390311"/>
                  <a:pt x="339320" y="401081"/>
                </a:cubicBezTo>
                <a:lnTo>
                  <a:pt x="371680" y="437211"/>
                </a:lnTo>
                <a:lnTo>
                  <a:pt x="403557" y="478325"/>
                </a:lnTo>
                <a:lnTo>
                  <a:pt x="384195" y="457621"/>
                </a:lnTo>
                <a:lnTo>
                  <a:pt x="356886" y="431209"/>
                </a:lnTo>
                <a:lnTo>
                  <a:pt x="293756" y="357609"/>
                </a:lnTo>
                <a:lnTo>
                  <a:pt x="284060" y="343045"/>
                </a:lnTo>
                <a:close/>
                <a:moveTo>
                  <a:pt x="299676" y="303723"/>
                </a:moveTo>
                <a:lnTo>
                  <a:pt x="325968" y="308860"/>
                </a:lnTo>
                <a:lnTo>
                  <a:pt x="327065" y="310202"/>
                </a:lnTo>
                <a:lnTo>
                  <a:pt x="327582" y="310735"/>
                </a:lnTo>
                <a:lnTo>
                  <a:pt x="336000" y="335618"/>
                </a:lnTo>
                <a:lnTo>
                  <a:pt x="371494" y="411455"/>
                </a:lnTo>
                <a:lnTo>
                  <a:pt x="369268" y="408196"/>
                </a:lnTo>
                <a:cubicBezTo>
                  <a:pt x="343403" y="367218"/>
                  <a:pt x="344733" y="356340"/>
                  <a:pt x="307565" y="312475"/>
                </a:cubicBezTo>
                <a:close/>
                <a:moveTo>
                  <a:pt x="256712" y="392289"/>
                </a:moveTo>
                <a:lnTo>
                  <a:pt x="261424" y="398194"/>
                </a:lnTo>
                <a:lnTo>
                  <a:pt x="257455" y="393877"/>
                </a:lnTo>
                <a:close/>
                <a:moveTo>
                  <a:pt x="380138" y="133557"/>
                </a:moveTo>
                <a:lnTo>
                  <a:pt x="388170" y="138793"/>
                </a:lnTo>
                <a:cubicBezTo>
                  <a:pt x="406951" y="151094"/>
                  <a:pt x="426407" y="162484"/>
                  <a:pt x="444164" y="176221"/>
                </a:cubicBezTo>
                <a:cubicBezTo>
                  <a:pt x="462447" y="190363"/>
                  <a:pt x="479430" y="206162"/>
                  <a:pt x="496039" y="222237"/>
                </a:cubicBezTo>
                <a:lnTo>
                  <a:pt x="510816" y="236902"/>
                </a:lnTo>
                <a:lnTo>
                  <a:pt x="515316" y="248477"/>
                </a:lnTo>
                <a:cubicBezTo>
                  <a:pt x="519539" y="258343"/>
                  <a:pt x="525000" y="270315"/>
                  <a:pt x="531954" y="284808"/>
                </a:cubicBezTo>
                <a:lnTo>
                  <a:pt x="531986" y="284873"/>
                </a:lnTo>
                <a:lnTo>
                  <a:pt x="560938" y="354769"/>
                </a:lnTo>
                <a:lnTo>
                  <a:pt x="546192" y="351888"/>
                </a:lnTo>
                <a:lnTo>
                  <a:pt x="531782" y="323900"/>
                </a:lnTo>
                <a:cubicBezTo>
                  <a:pt x="523468" y="313183"/>
                  <a:pt x="513682" y="303746"/>
                  <a:pt x="503825" y="294367"/>
                </a:cubicBezTo>
                <a:lnTo>
                  <a:pt x="490067" y="280219"/>
                </a:lnTo>
                <a:lnTo>
                  <a:pt x="466503" y="239760"/>
                </a:lnTo>
                <a:cubicBezTo>
                  <a:pt x="454385" y="220531"/>
                  <a:pt x="439898" y="203016"/>
                  <a:pt x="424819" y="185930"/>
                </a:cubicBezTo>
                <a:lnTo>
                  <a:pt x="386369" y="142364"/>
                </a:lnTo>
                <a:close/>
                <a:moveTo>
                  <a:pt x="334118" y="228929"/>
                </a:moveTo>
                <a:lnTo>
                  <a:pt x="337245" y="230480"/>
                </a:lnTo>
                <a:lnTo>
                  <a:pt x="338154" y="234156"/>
                </a:lnTo>
                <a:lnTo>
                  <a:pt x="334261" y="229139"/>
                </a:lnTo>
                <a:close/>
                <a:moveTo>
                  <a:pt x="286418" y="328099"/>
                </a:moveTo>
                <a:lnTo>
                  <a:pt x="300041" y="345996"/>
                </a:lnTo>
                <a:lnTo>
                  <a:pt x="326097" y="371836"/>
                </a:lnTo>
                <a:lnTo>
                  <a:pt x="328108" y="374089"/>
                </a:lnTo>
                <a:cubicBezTo>
                  <a:pt x="348529" y="397732"/>
                  <a:pt x="366933" y="419502"/>
                  <a:pt x="384134" y="440513"/>
                </a:cubicBezTo>
                <a:lnTo>
                  <a:pt x="386497" y="443508"/>
                </a:lnTo>
                <a:lnTo>
                  <a:pt x="393386" y="458228"/>
                </a:lnTo>
                <a:lnTo>
                  <a:pt x="394784" y="460820"/>
                </a:lnTo>
                <a:lnTo>
                  <a:pt x="371743" y="437281"/>
                </a:lnTo>
                <a:lnTo>
                  <a:pt x="371680" y="437211"/>
                </a:lnTo>
                <a:lnTo>
                  <a:pt x="358687" y="420453"/>
                </a:lnTo>
                <a:lnTo>
                  <a:pt x="285277" y="330935"/>
                </a:lnTo>
                <a:close/>
                <a:moveTo>
                  <a:pt x="306450" y="284983"/>
                </a:moveTo>
                <a:lnTo>
                  <a:pt x="315044" y="291304"/>
                </a:lnTo>
                <a:lnTo>
                  <a:pt x="325364" y="304180"/>
                </a:lnTo>
                <a:lnTo>
                  <a:pt x="327017" y="309065"/>
                </a:lnTo>
                <a:lnTo>
                  <a:pt x="325968" y="308860"/>
                </a:lnTo>
                <a:close/>
                <a:moveTo>
                  <a:pt x="139665" y="630406"/>
                </a:moveTo>
                <a:lnTo>
                  <a:pt x="154292" y="646872"/>
                </a:lnTo>
                <a:lnTo>
                  <a:pt x="192310" y="699344"/>
                </a:lnTo>
                <a:lnTo>
                  <a:pt x="195965" y="709303"/>
                </a:lnTo>
                <a:lnTo>
                  <a:pt x="202045" y="724265"/>
                </a:lnTo>
                <a:lnTo>
                  <a:pt x="183564" y="701725"/>
                </a:lnTo>
                <a:lnTo>
                  <a:pt x="149630" y="652116"/>
                </a:lnTo>
                <a:close/>
                <a:moveTo>
                  <a:pt x="268427" y="361022"/>
                </a:moveTo>
                <a:lnTo>
                  <a:pt x="286141" y="379942"/>
                </a:lnTo>
                <a:lnTo>
                  <a:pt x="286531" y="383766"/>
                </a:lnTo>
                <a:lnTo>
                  <a:pt x="286669" y="384763"/>
                </a:lnTo>
                <a:lnTo>
                  <a:pt x="273513" y="369047"/>
                </a:lnTo>
                <a:close/>
                <a:moveTo>
                  <a:pt x="256337" y="385003"/>
                </a:moveTo>
                <a:lnTo>
                  <a:pt x="271097" y="398645"/>
                </a:lnTo>
                <a:lnTo>
                  <a:pt x="275652" y="404370"/>
                </a:lnTo>
                <a:lnTo>
                  <a:pt x="289602" y="425520"/>
                </a:lnTo>
                <a:lnTo>
                  <a:pt x="266599" y="403823"/>
                </a:lnTo>
                <a:lnTo>
                  <a:pt x="262416" y="399273"/>
                </a:lnTo>
                <a:lnTo>
                  <a:pt x="259078" y="391002"/>
                </a:lnTo>
                <a:close/>
                <a:moveTo>
                  <a:pt x="334419" y="219050"/>
                </a:moveTo>
                <a:lnTo>
                  <a:pt x="342849" y="233259"/>
                </a:lnTo>
                <a:lnTo>
                  <a:pt x="337245" y="230480"/>
                </a:lnTo>
                <a:close/>
                <a:moveTo>
                  <a:pt x="159228" y="583842"/>
                </a:moveTo>
                <a:lnTo>
                  <a:pt x="159585" y="584798"/>
                </a:lnTo>
                <a:lnTo>
                  <a:pt x="159567" y="584784"/>
                </a:lnTo>
                <a:close/>
                <a:moveTo>
                  <a:pt x="282701" y="323216"/>
                </a:moveTo>
                <a:lnTo>
                  <a:pt x="286617" y="327604"/>
                </a:lnTo>
                <a:lnTo>
                  <a:pt x="286418" y="328099"/>
                </a:lnTo>
                <a:close/>
                <a:moveTo>
                  <a:pt x="158199" y="581085"/>
                </a:moveTo>
                <a:lnTo>
                  <a:pt x="158248" y="581118"/>
                </a:lnTo>
                <a:lnTo>
                  <a:pt x="159228" y="583842"/>
                </a:lnTo>
                <a:close/>
                <a:moveTo>
                  <a:pt x="289666" y="301768"/>
                </a:moveTo>
                <a:lnTo>
                  <a:pt x="290503" y="301931"/>
                </a:lnTo>
                <a:lnTo>
                  <a:pt x="331380" y="359264"/>
                </a:lnTo>
                <a:lnTo>
                  <a:pt x="372207" y="415831"/>
                </a:lnTo>
                <a:lnTo>
                  <a:pt x="354158" y="399665"/>
                </a:lnTo>
                <a:lnTo>
                  <a:pt x="326097" y="371836"/>
                </a:lnTo>
                <a:lnTo>
                  <a:pt x="286617" y="327604"/>
                </a:lnTo>
                <a:lnTo>
                  <a:pt x="287441" y="325557"/>
                </a:lnTo>
                <a:cubicBezTo>
                  <a:pt x="288726" y="323948"/>
                  <a:pt x="289961" y="322700"/>
                  <a:pt x="290524" y="319291"/>
                </a:cubicBezTo>
                <a:close/>
                <a:moveTo>
                  <a:pt x="135003" y="620250"/>
                </a:moveTo>
                <a:lnTo>
                  <a:pt x="143898" y="632527"/>
                </a:lnTo>
                <a:lnTo>
                  <a:pt x="137588" y="625881"/>
                </a:lnTo>
                <a:close/>
                <a:moveTo>
                  <a:pt x="153272" y="579775"/>
                </a:moveTo>
                <a:lnTo>
                  <a:pt x="159567" y="584784"/>
                </a:lnTo>
                <a:lnTo>
                  <a:pt x="161815" y="591030"/>
                </a:lnTo>
                <a:cubicBezTo>
                  <a:pt x="162081" y="591722"/>
                  <a:pt x="161292" y="589469"/>
                  <a:pt x="159973" y="585837"/>
                </a:cubicBezTo>
                <a:lnTo>
                  <a:pt x="159585" y="584798"/>
                </a:lnTo>
                <a:lnTo>
                  <a:pt x="161729" y="586503"/>
                </a:lnTo>
                <a:cubicBezTo>
                  <a:pt x="172182" y="594841"/>
                  <a:pt x="185018" y="605016"/>
                  <a:pt x="198181" y="615155"/>
                </a:cubicBezTo>
                <a:lnTo>
                  <a:pt x="218551" y="630235"/>
                </a:lnTo>
                <a:lnTo>
                  <a:pt x="236839" y="649679"/>
                </a:lnTo>
                <a:lnTo>
                  <a:pt x="252270" y="666350"/>
                </a:lnTo>
                <a:lnTo>
                  <a:pt x="264079" y="682655"/>
                </a:lnTo>
                <a:cubicBezTo>
                  <a:pt x="332918" y="777397"/>
                  <a:pt x="249262" y="658950"/>
                  <a:pt x="347226" y="813817"/>
                </a:cubicBezTo>
                <a:lnTo>
                  <a:pt x="354469" y="825180"/>
                </a:lnTo>
                <a:lnTo>
                  <a:pt x="342066" y="823799"/>
                </a:lnTo>
                <a:lnTo>
                  <a:pt x="322355" y="804471"/>
                </a:lnTo>
                <a:lnTo>
                  <a:pt x="310110" y="794793"/>
                </a:lnTo>
                <a:lnTo>
                  <a:pt x="252957" y="728919"/>
                </a:lnTo>
                <a:cubicBezTo>
                  <a:pt x="225356" y="691027"/>
                  <a:pt x="195250" y="654840"/>
                  <a:pt x="170155" y="615244"/>
                </a:cubicBezTo>
                <a:lnTo>
                  <a:pt x="155881" y="588780"/>
                </a:lnTo>
                <a:close/>
                <a:moveTo>
                  <a:pt x="322253" y="223045"/>
                </a:moveTo>
                <a:lnTo>
                  <a:pt x="332911" y="228331"/>
                </a:lnTo>
                <a:lnTo>
                  <a:pt x="338504" y="235571"/>
                </a:lnTo>
                <a:lnTo>
                  <a:pt x="343197" y="254555"/>
                </a:lnTo>
                <a:lnTo>
                  <a:pt x="349367" y="269753"/>
                </a:lnTo>
                <a:lnTo>
                  <a:pt x="347665" y="267263"/>
                </a:lnTo>
                <a:lnTo>
                  <a:pt x="347665" y="267262"/>
                </a:lnTo>
                <a:close/>
                <a:moveTo>
                  <a:pt x="288077" y="290857"/>
                </a:moveTo>
                <a:lnTo>
                  <a:pt x="299676" y="303723"/>
                </a:lnTo>
                <a:lnTo>
                  <a:pt x="290503" y="301931"/>
                </a:lnTo>
                <a:lnTo>
                  <a:pt x="289613" y="300683"/>
                </a:lnTo>
                <a:lnTo>
                  <a:pt x="289583" y="300057"/>
                </a:lnTo>
                <a:close/>
                <a:moveTo>
                  <a:pt x="249477" y="369989"/>
                </a:moveTo>
                <a:lnTo>
                  <a:pt x="260603" y="380199"/>
                </a:lnTo>
                <a:lnTo>
                  <a:pt x="271333" y="390752"/>
                </a:lnTo>
                <a:lnTo>
                  <a:pt x="291065" y="416603"/>
                </a:lnTo>
                <a:lnTo>
                  <a:pt x="291234" y="417830"/>
                </a:lnTo>
                <a:lnTo>
                  <a:pt x="291717" y="420821"/>
                </a:lnTo>
                <a:lnTo>
                  <a:pt x="273156" y="400548"/>
                </a:lnTo>
                <a:lnTo>
                  <a:pt x="271097" y="398645"/>
                </a:lnTo>
                <a:lnTo>
                  <a:pt x="255672" y="379254"/>
                </a:lnTo>
                <a:lnTo>
                  <a:pt x="252240" y="376036"/>
                </a:lnTo>
                <a:close/>
                <a:moveTo>
                  <a:pt x="164459" y="544211"/>
                </a:moveTo>
                <a:lnTo>
                  <a:pt x="175038" y="551598"/>
                </a:lnTo>
                <a:lnTo>
                  <a:pt x="182245" y="560862"/>
                </a:lnTo>
                <a:lnTo>
                  <a:pt x="172432" y="555346"/>
                </a:lnTo>
                <a:lnTo>
                  <a:pt x="166950" y="547699"/>
                </a:lnTo>
                <a:close/>
                <a:moveTo>
                  <a:pt x="126516" y="622741"/>
                </a:moveTo>
                <a:lnTo>
                  <a:pt x="145087" y="645475"/>
                </a:lnTo>
                <a:lnTo>
                  <a:pt x="149630" y="652116"/>
                </a:lnTo>
                <a:lnTo>
                  <a:pt x="155260" y="664381"/>
                </a:lnTo>
                <a:close/>
                <a:moveTo>
                  <a:pt x="148811" y="575674"/>
                </a:moveTo>
                <a:lnTo>
                  <a:pt x="152700" y="577803"/>
                </a:lnTo>
                <a:lnTo>
                  <a:pt x="153272" y="579775"/>
                </a:lnTo>
                <a:lnTo>
                  <a:pt x="149333" y="576642"/>
                </a:lnTo>
                <a:close/>
                <a:moveTo>
                  <a:pt x="246654" y="370799"/>
                </a:moveTo>
                <a:lnTo>
                  <a:pt x="252240" y="376036"/>
                </a:lnTo>
                <a:lnTo>
                  <a:pt x="256337" y="385003"/>
                </a:lnTo>
                <a:lnTo>
                  <a:pt x="250987" y="380058"/>
                </a:lnTo>
                <a:close/>
                <a:moveTo>
                  <a:pt x="364502" y="123365"/>
                </a:moveTo>
                <a:lnTo>
                  <a:pt x="377636" y="131926"/>
                </a:lnTo>
                <a:lnTo>
                  <a:pt x="379582" y="134673"/>
                </a:lnTo>
                <a:lnTo>
                  <a:pt x="386369" y="142364"/>
                </a:lnTo>
                <a:lnTo>
                  <a:pt x="387490" y="143947"/>
                </a:lnTo>
                <a:lnTo>
                  <a:pt x="398732" y="161013"/>
                </a:lnTo>
                <a:lnTo>
                  <a:pt x="389992" y="150706"/>
                </a:lnTo>
                <a:cubicBezTo>
                  <a:pt x="380620" y="140127"/>
                  <a:pt x="374673" y="134350"/>
                  <a:pt x="368729" y="128236"/>
                </a:cubicBezTo>
                <a:close/>
                <a:moveTo>
                  <a:pt x="305047" y="247078"/>
                </a:moveTo>
                <a:lnTo>
                  <a:pt x="326296" y="274507"/>
                </a:lnTo>
                <a:lnTo>
                  <a:pt x="344482" y="312478"/>
                </a:lnTo>
                <a:lnTo>
                  <a:pt x="343594" y="312304"/>
                </a:lnTo>
                <a:lnTo>
                  <a:pt x="322984" y="297144"/>
                </a:lnTo>
                <a:lnTo>
                  <a:pt x="318715" y="284526"/>
                </a:lnTo>
                <a:close/>
                <a:moveTo>
                  <a:pt x="201725" y="461358"/>
                </a:moveTo>
                <a:lnTo>
                  <a:pt x="212391" y="468195"/>
                </a:lnTo>
                <a:lnTo>
                  <a:pt x="228735" y="488698"/>
                </a:lnTo>
                <a:lnTo>
                  <a:pt x="214089" y="480264"/>
                </a:lnTo>
                <a:close/>
                <a:moveTo>
                  <a:pt x="308300" y="236523"/>
                </a:moveTo>
                <a:lnTo>
                  <a:pt x="326050" y="258003"/>
                </a:lnTo>
                <a:lnTo>
                  <a:pt x="338011" y="271578"/>
                </a:lnTo>
                <a:lnTo>
                  <a:pt x="365968" y="316676"/>
                </a:lnTo>
                <a:lnTo>
                  <a:pt x="357712" y="315063"/>
                </a:lnTo>
                <a:lnTo>
                  <a:pt x="326296" y="274507"/>
                </a:lnTo>
                <a:lnTo>
                  <a:pt x="308846" y="238075"/>
                </a:lnTo>
                <a:close/>
                <a:moveTo>
                  <a:pt x="267331" y="319190"/>
                </a:moveTo>
                <a:lnTo>
                  <a:pt x="271301" y="323881"/>
                </a:lnTo>
                <a:lnTo>
                  <a:pt x="284060" y="343045"/>
                </a:lnTo>
                <a:lnTo>
                  <a:pt x="284062" y="344864"/>
                </a:lnTo>
                <a:lnTo>
                  <a:pt x="271328" y="328124"/>
                </a:lnTo>
                <a:close/>
                <a:moveTo>
                  <a:pt x="147953" y="558237"/>
                </a:moveTo>
                <a:cubicBezTo>
                  <a:pt x="147506" y="553839"/>
                  <a:pt x="151237" y="562730"/>
                  <a:pt x="154948" y="572373"/>
                </a:cubicBezTo>
                <a:lnTo>
                  <a:pt x="158199" y="581085"/>
                </a:lnTo>
                <a:lnTo>
                  <a:pt x="156062" y="579643"/>
                </a:lnTo>
                <a:lnTo>
                  <a:pt x="152700" y="577803"/>
                </a:lnTo>
                <a:lnTo>
                  <a:pt x="152284" y="576368"/>
                </a:lnTo>
                <a:cubicBezTo>
                  <a:pt x="149446" y="565958"/>
                  <a:pt x="148177" y="560436"/>
                  <a:pt x="147953" y="558237"/>
                </a:cubicBezTo>
                <a:close/>
                <a:moveTo>
                  <a:pt x="139914" y="570805"/>
                </a:moveTo>
                <a:lnTo>
                  <a:pt x="146586" y="574457"/>
                </a:lnTo>
                <a:lnTo>
                  <a:pt x="149333" y="576642"/>
                </a:lnTo>
                <a:lnTo>
                  <a:pt x="155881" y="588780"/>
                </a:lnTo>
                <a:lnTo>
                  <a:pt x="159760" y="602171"/>
                </a:lnTo>
                <a:lnTo>
                  <a:pt x="157100" y="598416"/>
                </a:lnTo>
                <a:close/>
                <a:moveTo>
                  <a:pt x="319987" y="194725"/>
                </a:moveTo>
                <a:lnTo>
                  <a:pt x="330004" y="201192"/>
                </a:lnTo>
                <a:lnTo>
                  <a:pt x="334419" y="219050"/>
                </a:lnTo>
                <a:lnTo>
                  <a:pt x="325326" y="203723"/>
                </a:lnTo>
                <a:close/>
                <a:moveTo>
                  <a:pt x="338643" y="151213"/>
                </a:moveTo>
                <a:lnTo>
                  <a:pt x="377911" y="207597"/>
                </a:lnTo>
                <a:lnTo>
                  <a:pt x="383180" y="214887"/>
                </a:lnTo>
                <a:lnTo>
                  <a:pt x="377859" y="209795"/>
                </a:lnTo>
                <a:cubicBezTo>
                  <a:pt x="377022" y="209868"/>
                  <a:pt x="377982" y="212362"/>
                  <a:pt x="379163" y="215260"/>
                </a:cubicBezTo>
                <a:lnTo>
                  <a:pt x="381083" y="221027"/>
                </a:lnTo>
                <a:lnTo>
                  <a:pt x="376835" y="213889"/>
                </a:lnTo>
                <a:lnTo>
                  <a:pt x="344761" y="165086"/>
                </a:lnTo>
                <a:lnTo>
                  <a:pt x="341948" y="158557"/>
                </a:lnTo>
                <a:close/>
                <a:moveTo>
                  <a:pt x="186606" y="463923"/>
                </a:moveTo>
                <a:lnTo>
                  <a:pt x="189017" y="465826"/>
                </a:lnTo>
                <a:lnTo>
                  <a:pt x="214089" y="480264"/>
                </a:lnTo>
                <a:lnTo>
                  <a:pt x="232393" y="508251"/>
                </a:lnTo>
                <a:cubicBezTo>
                  <a:pt x="335020" y="664031"/>
                  <a:pt x="209985" y="458763"/>
                  <a:pt x="320580" y="627871"/>
                </a:cubicBezTo>
                <a:lnTo>
                  <a:pt x="341293" y="659738"/>
                </a:lnTo>
                <a:lnTo>
                  <a:pt x="341564" y="676349"/>
                </a:lnTo>
                <a:lnTo>
                  <a:pt x="327945" y="674176"/>
                </a:lnTo>
                <a:lnTo>
                  <a:pt x="294157" y="643041"/>
                </a:lnTo>
                <a:lnTo>
                  <a:pt x="293214" y="642204"/>
                </a:lnTo>
                <a:lnTo>
                  <a:pt x="254643" y="571261"/>
                </a:lnTo>
                <a:close/>
                <a:moveTo>
                  <a:pt x="234010" y="363841"/>
                </a:moveTo>
                <a:lnTo>
                  <a:pt x="239894" y="369806"/>
                </a:lnTo>
                <a:lnTo>
                  <a:pt x="250987" y="380058"/>
                </a:lnTo>
                <a:lnTo>
                  <a:pt x="256712" y="392289"/>
                </a:lnTo>
                <a:close/>
                <a:moveTo>
                  <a:pt x="323678" y="172718"/>
                </a:moveTo>
                <a:lnTo>
                  <a:pt x="343612" y="200366"/>
                </a:lnTo>
                <a:lnTo>
                  <a:pt x="355447" y="217617"/>
                </a:lnTo>
                <a:lnTo>
                  <a:pt x="330004" y="201192"/>
                </a:lnTo>
                <a:lnTo>
                  <a:pt x="328569" y="195390"/>
                </a:lnTo>
                <a:close/>
                <a:moveTo>
                  <a:pt x="405345" y="716"/>
                </a:moveTo>
                <a:lnTo>
                  <a:pt x="413911" y="0"/>
                </a:lnTo>
                <a:lnTo>
                  <a:pt x="414019" y="76"/>
                </a:lnTo>
                <a:lnTo>
                  <a:pt x="433993" y="48298"/>
                </a:lnTo>
                <a:lnTo>
                  <a:pt x="419400" y="23899"/>
                </a:lnTo>
                <a:close/>
                <a:moveTo>
                  <a:pt x="281544" y="256018"/>
                </a:moveTo>
                <a:lnTo>
                  <a:pt x="297331" y="273827"/>
                </a:lnTo>
                <a:lnTo>
                  <a:pt x="306450" y="284983"/>
                </a:lnTo>
                <a:lnTo>
                  <a:pt x="283999" y="268469"/>
                </a:lnTo>
                <a:close/>
                <a:moveTo>
                  <a:pt x="301562" y="212785"/>
                </a:moveTo>
                <a:lnTo>
                  <a:pt x="316548" y="220217"/>
                </a:lnTo>
                <a:lnTo>
                  <a:pt x="317086" y="220899"/>
                </a:lnTo>
                <a:lnTo>
                  <a:pt x="347665" y="267262"/>
                </a:lnTo>
                <a:lnTo>
                  <a:pt x="347665" y="267263"/>
                </a:lnTo>
                <a:lnTo>
                  <a:pt x="347665" y="267263"/>
                </a:lnTo>
                <a:lnTo>
                  <a:pt x="349464" y="269990"/>
                </a:lnTo>
                <a:lnTo>
                  <a:pt x="359977" y="295886"/>
                </a:lnTo>
                <a:lnTo>
                  <a:pt x="356600" y="292678"/>
                </a:lnTo>
                <a:lnTo>
                  <a:pt x="338011" y="271578"/>
                </a:lnTo>
                <a:close/>
                <a:moveTo>
                  <a:pt x="221877" y="375736"/>
                </a:moveTo>
                <a:lnTo>
                  <a:pt x="223484" y="377792"/>
                </a:lnTo>
                <a:lnTo>
                  <a:pt x="233604" y="390787"/>
                </a:lnTo>
                <a:lnTo>
                  <a:pt x="234685" y="392656"/>
                </a:lnTo>
                <a:cubicBezTo>
                  <a:pt x="244457" y="407472"/>
                  <a:pt x="255700" y="421228"/>
                  <a:pt x="267038" y="434919"/>
                </a:cubicBezTo>
                <a:lnTo>
                  <a:pt x="287067" y="460393"/>
                </a:lnTo>
                <a:lnTo>
                  <a:pt x="300762" y="497007"/>
                </a:lnTo>
                <a:lnTo>
                  <a:pt x="292793" y="486052"/>
                </a:lnTo>
                <a:cubicBezTo>
                  <a:pt x="272022" y="456539"/>
                  <a:pt x="253370" y="428785"/>
                  <a:pt x="239153" y="405364"/>
                </a:cubicBezTo>
                <a:close/>
                <a:moveTo>
                  <a:pt x="143349" y="538997"/>
                </a:moveTo>
                <a:lnTo>
                  <a:pt x="172432" y="555346"/>
                </a:lnTo>
                <a:lnTo>
                  <a:pt x="209398" y="606911"/>
                </a:lnTo>
                <a:lnTo>
                  <a:pt x="234931" y="642361"/>
                </a:lnTo>
                <a:lnTo>
                  <a:pt x="218551" y="630235"/>
                </a:lnTo>
                <a:lnTo>
                  <a:pt x="209383" y="620486"/>
                </a:lnTo>
                <a:cubicBezTo>
                  <a:pt x="202274" y="613020"/>
                  <a:pt x="197440" y="608056"/>
                  <a:pt x="195571" y="606308"/>
                </a:cubicBezTo>
                <a:lnTo>
                  <a:pt x="158248" y="581118"/>
                </a:lnTo>
                <a:lnTo>
                  <a:pt x="157324" y="578550"/>
                </a:lnTo>
                <a:cubicBezTo>
                  <a:pt x="154421" y="570400"/>
                  <a:pt x="149938" y="557738"/>
                  <a:pt x="143349" y="538997"/>
                </a:cubicBezTo>
                <a:close/>
                <a:moveTo>
                  <a:pt x="258042" y="295589"/>
                </a:moveTo>
                <a:lnTo>
                  <a:pt x="262305" y="296422"/>
                </a:lnTo>
                <a:lnTo>
                  <a:pt x="282701" y="323216"/>
                </a:lnTo>
                <a:close/>
                <a:moveTo>
                  <a:pt x="257268" y="296692"/>
                </a:moveTo>
                <a:lnTo>
                  <a:pt x="258710" y="298537"/>
                </a:lnTo>
                <a:lnTo>
                  <a:pt x="285277" y="330935"/>
                </a:lnTo>
                <a:lnTo>
                  <a:pt x="284051" y="333983"/>
                </a:lnTo>
                <a:lnTo>
                  <a:pt x="284056" y="338736"/>
                </a:lnTo>
                <a:lnTo>
                  <a:pt x="279445" y="333507"/>
                </a:lnTo>
                <a:lnTo>
                  <a:pt x="271301" y="323881"/>
                </a:lnTo>
                <a:lnTo>
                  <a:pt x="265599" y="315318"/>
                </a:lnTo>
                <a:close/>
                <a:moveTo>
                  <a:pt x="239998" y="331482"/>
                </a:moveTo>
                <a:lnTo>
                  <a:pt x="253066" y="344621"/>
                </a:lnTo>
                <a:lnTo>
                  <a:pt x="273513" y="369047"/>
                </a:lnTo>
                <a:lnTo>
                  <a:pt x="287559" y="391210"/>
                </a:lnTo>
                <a:lnTo>
                  <a:pt x="288465" y="397773"/>
                </a:lnTo>
                <a:lnTo>
                  <a:pt x="278660" y="386091"/>
                </a:lnTo>
                <a:lnTo>
                  <a:pt x="266620" y="370764"/>
                </a:lnTo>
                <a:lnTo>
                  <a:pt x="245141" y="339913"/>
                </a:lnTo>
                <a:close/>
                <a:moveTo>
                  <a:pt x="256111" y="295212"/>
                </a:moveTo>
                <a:lnTo>
                  <a:pt x="256653" y="295318"/>
                </a:lnTo>
                <a:lnTo>
                  <a:pt x="257268" y="296692"/>
                </a:lnTo>
                <a:close/>
                <a:moveTo>
                  <a:pt x="233163" y="341974"/>
                </a:moveTo>
                <a:lnTo>
                  <a:pt x="241517" y="352570"/>
                </a:lnTo>
                <a:lnTo>
                  <a:pt x="249477" y="369989"/>
                </a:lnTo>
                <a:lnTo>
                  <a:pt x="243864" y="364839"/>
                </a:lnTo>
                <a:close/>
                <a:moveTo>
                  <a:pt x="297848" y="206794"/>
                </a:moveTo>
                <a:lnTo>
                  <a:pt x="301562" y="212785"/>
                </a:lnTo>
                <a:lnTo>
                  <a:pt x="299615" y="211819"/>
                </a:lnTo>
                <a:close/>
                <a:moveTo>
                  <a:pt x="255500" y="292741"/>
                </a:moveTo>
                <a:lnTo>
                  <a:pt x="258042" y="295589"/>
                </a:lnTo>
                <a:lnTo>
                  <a:pt x="256653" y="295318"/>
                </a:lnTo>
                <a:close/>
                <a:moveTo>
                  <a:pt x="278481" y="241554"/>
                </a:moveTo>
                <a:lnTo>
                  <a:pt x="296485" y="263838"/>
                </a:lnTo>
                <a:lnTo>
                  <a:pt x="318659" y="293963"/>
                </a:lnTo>
                <a:lnTo>
                  <a:pt x="315044" y="291304"/>
                </a:lnTo>
                <a:lnTo>
                  <a:pt x="295181" y="266521"/>
                </a:lnTo>
                <a:lnTo>
                  <a:pt x="278878" y="243390"/>
                </a:lnTo>
                <a:close/>
                <a:moveTo>
                  <a:pt x="328047" y="135999"/>
                </a:moveTo>
                <a:lnTo>
                  <a:pt x="335324" y="143840"/>
                </a:lnTo>
                <a:lnTo>
                  <a:pt x="338643" y="151213"/>
                </a:lnTo>
                <a:close/>
                <a:moveTo>
                  <a:pt x="107454" y="594144"/>
                </a:moveTo>
                <a:lnTo>
                  <a:pt x="137588" y="625881"/>
                </a:lnTo>
                <a:lnTo>
                  <a:pt x="139665" y="630406"/>
                </a:lnTo>
                <a:close/>
                <a:moveTo>
                  <a:pt x="201937" y="394817"/>
                </a:moveTo>
                <a:lnTo>
                  <a:pt x="209269" y="401591"/>
                </a:lnTo>
                <a:lnTo>
                  <a:pt x="222507" y="416752"/>
                </a:lnTo>
                <a:lnTo>
                  <a:pt x="232726" y="429185"/>
                </a:lnTo>
                <a:cubicBezTo>
                  <a:pt x="245728" y="443370"/>
                  <a:pt x="258870" y="457457"/>
                  <a:pt x="270080" y="473023"/>
                </a:cubicBezTo>
                <a:cubicBezTo>
                  <a:pt x="286562" y="495910"/>
                  <a:pt x="298802" y="513612"/>
                  <a:pt x="307915" y="527371"/>
                </a:cubicBezTo>
                <a:lnTo>
                  <a:pt x="308396" y="528145"/>
                </a:lnTo>
                <a:lnTo>
                  <a:pt x="291610" y="518841"/>
                </a:lnTo>
                <a:lnTo>
                  <a:pt x="265960" y="481611"/>
                </a:lnTo>
                <a:lnTo>
                  <a:pt x="247384" y="460657"/>
                </a:lnTo>
                <a:lnTo>
                  <a:pt x="239848" y="447955"/>
                </a:lnTo>
                <a:lnTo>
                  <a:pt x="205466" y="400213"/>
                </a:lnTo>
                <a:close/>
                <a:moveTo>
                  <a:pt x="249638" y="293947"/>
                </a:moveTo>
                <a:lnTo>
                  <a:pt x="249865" y="293991"/>
                </a:lnTo>
                <a:lnTo>
                  <a:pt x="260508" y="307670"/>
                </a:lnTo>
                <a:lnTo>
                  <a:pt x="265599" y="315318"/>
                </a:lnTo>
                <a:lnTo>
                  <a:pt x="267331" y="319190"/>
                </a:lnTo>
                <a:lnTo>
                  <a:pt x="262295" y="313238"/>
                </a:lnTo>
                <a:cubicBezTo>
                  <a:pt x="255067" y="304243"/>
                  <a:pt x="254758" y="302613"/>
                  <a:pt x="252413" y="298314"/>
                </a:cubicBezTo>
                <a:close/>
                <a:moveTo>
                  <a:pt x="195981" y="405311"/>
                </a:moveTo>
                <a:lnTo>
                  <a:pt x="196523" y="405833"/>
                </a:lnTo>
                <a:lnTo>
                  <a:pt x="206475" y="418601"/>
                </a:lnTo>
                <a:cubicBezTo>
                  <a:pt x="232888" y="452479"/>
                  <a:pt x="236532" y="457290"/>
                  <a:pt x="260929" y="490921"/>
                </a:cubicBezTo>
                <a:lnTo>
                  <a:pt x="261989" y="492382"/>
                </a:lnTo>
                <a:lnTo>
                  <a:pt x="268853" y="504381"/>
                </a:lnTo>
                <a:lnTo>
                  <a:pt x="266131" y="502636"/>
                </a:lnTo>
                <a:lnTo>
                  <a:pt x="266057" y="502539"/>
                </a:lnTo>
                <a:cubicBezTo>
                  <a:pt x="262313" y="496998"/>
                  <a:pt x="259339" y="490148"/>
                  <a:pt x="209617" y="422887"/>
                </a:cubicBezTo>
                <a:close/>
                <a:moveTo>
                  <a:pt x="298489" y="181906"/>
                </a:moveTo>
                <a:lnTo>
                  <a:pt x="307373" y="190412"/>
                </a:lnTo>
                <a:cubicBezTo>
                  <a:pt x="325500" y="207544"/>
                  <a:pt x="308758" y="190520"/>
                  <a:pt x="323789" y="213797"/>
                </a:cubicBezTo>
                <a:lnTo>
                  <a:pt x="334118" y="228929"/>
                </a:lnTo>
                <a:lnTo>
                  <a:pt x="332911" y="228331"/>
                </a:lnTo>
                <a:lnTo>
                  <a:pt x="303130" y="189771"/>
                </a:lnTo>
                <a:lnTo>
                  <a:pt x="299522" y="183494"/>
                </a:lnTo>
                <a:close/>
                <a:moveTo>
                  <a:pt x="102120" y="588140"/>
                </a:moveTo>
                <a:lnTo>
                  <a:pt x="107454" y="594144"/>
                </a:lnTo>
                <a:lnTo>
                  <a:pt x="103221" y="589686"/>
                </a:lnTo>
                <a:close/>
                <a:moveTo>
                  <a:pt x="295094" y="178655"/>
                </a:moveTo>
                <a:lnTo>
                  <a:pt x="297301" y="180080"/>
                </a:lnTo>
                <a:lnTo>
                  <a:pt x="298489" y="181906"/>
                </a:lnTo>
                <a:close/>
                <a:moveTo>
                  <a:pt x="281850" y="203010"/>
                </a:moveTo>
                <a:lnTo>
                  <a:pt x="299615" y="211819"/>
                </a:lnTo>
                <a:lnTo>
                  <a:pt x="308300" y="236523"/>
                </a:lnTo>
                <a:lnTo>
                  <a:pt x="303915" y="231216"/>
                </a:lnTo>
                <a:close/>
                <a:moveTo>
                  <a:pt x="175887" y="419847"/>
                </a:moveTo>
                <a:lnTo>
                  <a:pt x="180976" y="426199"/>
                </a:lnTo>
                <a:cubicBezTo>
                  <a:pt x="193762" y="440547"/>
                  <a:pt x="206878" y="454652"/>
                  <a:pt x="218900" y="469598"/>
                </a:cubicBezTo>
                <a:lnTo>
                  <a:pt x="223171" y="475103"/>
                </a:lnTo>
                <a:lnTo>
                  <a:pt x="212391" y="468195"/>
                </a:lnTo>
                <a:lnTo>
                  <a:pt x="183134" y="431491"/>
                </a:lnTo>
                <a:close/>
                <a:moveTo>
                  <a:pt x="280137" y="200820"/>
                </a:moveTo>
                <a:lnTo>
                  <a:pt x="281850" y="203010"/>
                </a:lnTo>
                <a:lnTo>
                  <a:pt x="281302" y="202738"/>
                </a:lnTo>
                <a:close/>
                <a:moveTo>
                  <a:pt x="223910" y="316394"/>
                </a:moveTo>
                <a:lnTo>
                  <a:pt x="266620" y="370764"/>
                </a:lnTo>
                <a:lnTo>
                  <a:pt x="270633" y="376528"/>
                </a:lnTo>
                <a:lnTo>
                  <a:pt x="278660" y="386091"/>
                </a:lnTo>
                <a:lnTo>
                  <a:pt x="288599" y="398744"/>
                </a:lnTo>
                <a:lnTo>
                  <a:pt x="290035" y="409146"/>
                </a:lnTo>
                <a:lnTo>
                  <a:pt x="271333" y="390752"/>
                </a:lnTo>
                <a:lnTo>
                  <a:pt x="262513" y="379197"/>
                </a:lnTo>
                <a:lnTo>
                  <a:pt x="241517" y="352570"/>
                </a:lnTo>
                <a:lnTo>
                  <a:pt x="235303" y="338969"/>
                </a:lnTo>
                <a:close/>
                <a:moveTo>
                  <a:pt x="325312" y="98455"/>
                </a:moveTo>
                <a:lnTo>
                  <a:pt x="329709" y="101039"/>
                </a:lnTo>
                <a:lnTo>
                  <a:pt x="342055" y="108909"/>
                </a:lnTo>
                <a:lnTo>
                  <a:pt x="384397" y="168676"/>
                </a:lnTo>
                <a:lnTo>
                  <a:pt x="424116" y="230395"/>
                </a:lnTo>
                <a:lnTo>
                  <a:pt x="405495" y="205099"/>
                </a:lnTo>
                <a:cubicBezTo>
                  <a:pt x="396852" y="193348"/>
                  <a:pt x="387074" y="180021"/>
                  <a:pt x="375809" y="164556"/>
                </a:cubicBezTo>
                <a:lnTo>
                  <a:pt x="341738" y="122351"/>
                </a:lnTo>
                <a:lnTo>
                  <a:pt x="339472" y="118508"/>
                </a:lnTo>
                <a:cubicBezTo>
                  <a:pt x="336385" y="113550"/>
                  <a:pt x="333200" y="108811"/>
                  <a:pt x="329167" y="103345"/>
                </a:cubicBezTo>
                <a:close/>
                <a:moveTo>
                  <a:pt x="208226" y="337704"/>
                </a:moveTo>
                <a:lnTo>
                  <a:pt x="217670" y="345597"/>
                </a:lnTo>
                <a:lnTo>
                  <a:pt x="223797" y="352024"/>
                </a:lnTo>
                <a:cubicBezTo>
                  <a:pt x="227085" y="355522"/>
                  <a:pt x="229220" y="357853"/>
                  <a:pt x="229869" y="358652"/>
                </a:cubicBezTo>
                <a:lnTo>
                  <a:pt x="234010" y="363841"/>
                </a:lnTo>
                <a:close/>
                <a:moveTo>
                  <a:pt x="219847" y="311221"/>
                </a:moveTo>
                <a:lnTo>
                  <a:pt x="222796" y="314187"/>
                </a:lnTo>
                <a:lnTo>
                  <a:pt x="223910" y="316394"/>
                </a:lnTo>
                <a:close/>
                <a:moveTo>
                  <a:pt x="91911" y="577775"/>
                </a:moveTo>
                <a:lnTo>
                  <a:pt x="103221" y="589686"/>
                </a:lnTo>
                <a:lnTo>
                  <a:pt x="118976" y="611819"/>
                </a:lnTo>
                <a:lnTo>
                  <a:pt x="126516" y="622741"/>
                </a:lnTo>
                <a:lnTo>
                  <a:pt x="111328" y="604150"/>
                </a:lnTo>
                <a:close/>
                <a:moveTo>
                  <a:pt x="251133" y="245890"/>
                </a:moveTo>
                <a:lnTo>
                  <a:pt x="283778" y="268306"/>
                </a:lnTo>
                <a:lnTo>
                  <a:pt x="283999" y="268469"/>
                </a:lnTo>
                <a:lnTo>
                  <a:pt x="286440" y="280850"/>
                </a:lnTo>
                <a:lnTo>
                  <a:pt x="288077" y="290857"/>
                </a:lnTo>
                <a:lnTo>
                  <a:pt x="271444" y="272405"/>
                </a:lnTo>
                <a:lnTo>
                  <a:pt x="264347" y="264994"/>
                </a:lnTo>
                <a:close/>
                <a:moveTo>
                  <a:pt x="310146" y="116372"/>
                </a:moveTo>
                <a:lnTo>
                  <a:pt x="319815" y="127128"/>
                </a:lnTo>
                <a:lnTo>
                  <a:pt x="344761" y="165086"/>
                </a:lnTo>
                <a:lnTo>
                  <a:pt x="359329" y="198908"/>
                </a:lnTo>
                <a:lnTo>
                  <a:pt x="365493" y="210864"/>
                </a:lnTo>
                <a:lnTo>
                  <a:pt x="353161" y="197721"/>
                </a:lnTo>
                <a:cubicBezTo>
                  <a:pt x="347317" y="191295"/>
                  <a:pt x="340345" y="183455"/>
                  <a:pt x="332048" y="173950"/>
                </a:cubicBezTo>
                <a:lnTo>
                  <a:pt x="321232" y="161383"/>
                </a:lnTo>
                <a:lnTo>
                  <a:pt x="315695" y="135716"/>
                </a:lnTo>
                <a:close/>
                <a:moveTo>
                  <a:pt x="268528" y="196404"/>
                </a:moveTo>
                <a:lnTo>
                  <a:pt x="281302" y="202738"/>
                </a:lnTo>
                <a:lnTo>
                  <a:pt x="300258" y="233955"/>
                </a:lnTo>
                <a:lnTo>
                  <a:pt x="305047" y="247078"/>
                </a:lnTo>
                <a:lnTo>
                  <a:pt x="304726" y="246662"/>
                </a:lnTo>
                <a:cubicBezTo>
                  <a:pt x="298228" y="238789"/>
                  <a:pt x="289128" y="229065"/>
                  <a:pt x="278115" y="218024"/>
                </a:cubicBezTo>
                <a:lnTo>
                  <a:pt x="272142" y="212293"/>
                </a:lnTo>
                <a:close/>
                <a:moveTo>
                  <a:pt x="222366" y="288619"/>
                </a:moveTo>
                <a:lnTo>
                  <a:pt x="243774" y="292801"/>
                </a:lnTo>
                <a:lnTo>
                  <a:pt x="261501" y="315207"/>
                </a:lnTo>
                <a:lnTo>
                  <a:pt x="271328" y="328124"/>
                </a:lnTo>
                <a:lnTo>
                  <a:pt x="272853" y="331534"/>
                </a:lnTo>
                <a:lnTo>
                  <a:pt x="284077" y="359708"/>
                </a:lnTo>
                <a:lnTo>
                  <a:pt x="284129" y="360217"/>
                </a:lnTo>
                <a:lnTo>
                  <a:pt x="238402" y="313725"/>
                </a:lnTo>
                <a:lnTo>
                  <a:pt x="236582" y="310857"/>
                </a:lnTo>
                <a:close/>
                <a:moveTo>
                  <a:pt x="282449" y="162995"/>
                </a:moveTo>
                <a:lnTo>
                  <a:pt x="303130" y="189771"/>
                </a:lnTo>
                <a:lnTo>
                  <a:pt x="322253" y="223045"/>
                </a:lnTo>
                <a:lnTo>
                  <a:pt x="316548" y="220217"/>
                </a:lnTo>
                <a:lnTo>
                  <a:pt x="291293" y="188150"/>
                </a:lnTo>
                <a:close/>
                <a:moveTo>
                  <a:pt x="214075" y="304220"/>
                </a:moveTo>
                <a:lnTo>
                  <a:pt x="217017" y="307619"/>
                </a:lnTo>
                <a:lnTo>
                  <a:pt x="219847" y="311221"/>
                </a:lnTo>
                <a:lnTo>
                  <a:pt x="219031" y="310401"/>
                </a:lnTo>
                <a:lnTo>
                  <a:pt x="215628" y="307111"/>
                </a:lnTo>
                <a:close/>
                <a:moveTo>
                  <a:pt x="215519" y="299767"/>
                </a:moveTo>
                <a:lnTo>
                  <a:pt x="234440" y="322370"/>
                </a:lnTo>
                <a:lnTo>
                  <a:pt x="239998" y="331482"/>
                </a:lnTo>
                <a:lnTo>
                  <a:pt x="222796" y="314187"/>
                </a:lnTo>
                <a:close/>
                <a:moveTo>
                  <a:pt x="199881" y="331955"/>
                </a:moveTo>
                <a:lnTo>
                  <a:pt x="207886" y="337470"/>
                </a:lnTo>
                <a:lnTo>
                  <a:pt x="221282" y="354532"/>
                </a:lnTo>
                <a:lnTo>
                  <a:pt x="257455" y="393877"/>
                </a:lnTo>
                <a:lnTo>
                  <a:pt x="277650" y="437026"/>
                </a:lnTo>
                <a:lnTo>
                  <a:pt x="286405" y="458723"/>
                </a:lnTo>
                <a:lnTo>
                  <a:pt x="266171" y="432608"/>
                </a:lnTo>
                <a:lnTo>
                  <a:pt x="233604" y="390787"/>
                </a:lnTo>
                <a:lnTo>
                  <a:pt x="205580" y="342365"/>
                </a:lnTo>
                <a:close/>
                <a:moveTo>
                  <a:pt x="99721" y="539974"/>
                </a:moveTo>
                <a:lnTo>
                  <a:pt x="100210" y="540355"/>
                </a:lnTo>
                <a:lnTo>
                  <a:pt x="138009" y="567744"/>
                </a:lnTo>
                <a:lnTo>
                  <a:pt x="139914" y="570805"/>
                </a:lnTo>
                <a:lnTo>
                  <a:pt x="113813" y="556520"/>
                </a:lnTo>
                <a:lnTo>
                  <a:pt x="103128" y="548560"/>
                </a:lnTo>
                <a:close/>
                <a:moveTo>
                  <a:pt x="306761" y="104570"/>
                </a:moveTo>
                <a:lnTo>
                  <a:pt x="317982" y="121548"/>
                </a:lnTo>
                <a:lnTo>
                  <a:pt x="328047" y="135999"/>
                </a:lnTo>
                <a:lnTo>
                  <a:pt x="319815" y="127128"/>
                </a:lnTo>
                <a:lnTo>
                  <a:pt x="309370" y="113666"/>
                </a:lnTo>
                <a:close/>
                <a:moveTo>
                  <a:pt x="199835" y="327216"/>
                </a:moveTo>
                <a:lnTo>
                  <a:pt x="205129" y="332610"/>
                </a:lnTo>
                <a:lnTo>
                  <a:pt x="208226" y="337704"/>
                </a:lnTo>
                <a:lnTo>
                  <a:pt x="207886" y="337470"/>
                </a:lnTo>
                <a:close/>
                <a:moveTo>
                  <a:pt x="200568" y="325109"/>
                </a:moveTo>
                <a:lnTo>
                  <a:pt x="243864" y="364839"/>
                </a:lnTo>
                <a:lnTo>
                  <a:pt x="246654" y="370799"/>
                </a:lnTo>
                <a:lnTo>
                  <a:pt x="237027" y="361773"/>
                </a:lnTo>
                <a:lnTo>
                  <a:pt x="217670" y="345597"/>
                </a:lnTo>
                <a:lnTo>
                  <a:pt x="210811" y="338401"/>
                </a:lnTo>
                <a:lnTo>
                  <a:pt x="205129" y="332610"/>
                </a:lnTo>
                <a:close/>
                <a:moveTo>
                  <a:pt x="326172" y="59283"/>
                </a:moveTo>
                <a:lnTo>
                  <a:pt x="346171" y="85553"/>
                </a:lnTo>
                <a:lnTo>
                  <a:pt x="380138" y="133557"/>
                </a:lnTo>
                <a:lnTo>
                  <a:pt x="377636" y="131926"/>
                </a:lnTo>
                <a:close/>
                <a:moveTo>
                  <a:pt x="214083" y="288998"/>
                </a:moveTo>
                <a:lnTo>
                  <a:pt x="238402" y="313725"/>
                </a:lnTo>
                <a:lnTo>
                  <a:pt x="263873" y="353836"/>
                </a:lnTo>
                <a:lnTo>
                  <a:pt x="268427" y="361022"/>
                </a:lnTo>
                <a:lnTo>
                  <a:pt x="253163" y="344719"/>
                </a:lnTo>
                <a:lnTo>
                  <a:pt x="253066" y="344621"/>
                </a:lnTo>
                <a:lnTo>
                  <a:pt x="234440" y="322370"/>
                </a:lnTo>
                <a:close/>
                <a:moveTo>
                  <a:pt x="271853" y="164862"/>
                </a:moveTo>
                <a:lnTo>
                  <a:pt x="281522" y="175744"/>
                </a:lnTo>
                <a:lnTo>
                  <a:pt x="291293" y="188150"/>
                </a:lnTo>
                <a:lnTo>
                  <a:pt x="297848" y="206794"/>
                </a:lnTo>
                <a:close/>
                <a:moveTo>
                  <a:pt x="207374" y="299128"/>
                </a:moveTo>
                <a:lnTo>
                  <a:pt x="215628" y="307111"/>
                </a:lnTo>
                <a:lnTo>
                  <a:pt x="225054" y="324648"/>
                </a:lnTo>
                <a:lnTo>
                  <a:pt x="233163" y="341974"/>
                </a:lnTo>
                <a:lnTo>
                  <a:pt x="229522" y="337356"/>
                </a:lnTo>
                <a:close/>
                <a:moveTo>
                  <a:pt x="211650" y="286525"/>
                </a:moveTo>
                <a:lnTo>
                  <a:pt x="212756" y="286741"/>
                </a:lnTo>
                <a:lnTo>
                  <a:pt x="213373" y="287835"/>
                </a:lnTo>
                <a:lnTo>
                  <a:pt x="214083" y="288998"/>
                </a:lnTo>
                <a:close/>
                <a:moveTo>
                  <a:pt x="263821" y="175708"/>
                </a:moveTo>
                <a:lnTo>
                  <a:pt x="276971" y="195607"/>
                </a:lnTo>
                <a:lnTo>
                  <a:pt x="280137" y="200820"/>
                </a:lnTo>
                <a:lnTo>
                  <a:pt x="273125" y="191856"/>
                </a:lnTo>
                <a:lnTo>
                  <a:pt x="265580" y="183440"/>
                </a:lnTo>
                <a:close/>
                <a:moveTo>
                  <a:pt x="303761" y="85793"/>
                </a:moveTo>
                <a:lnTo>
                  <a:pt x="319863" y="95254"/>
                </a:lnTo>
                <a:lnTo>
                  <a:pt x="341738" y="122351"/>
                </a:lnTo>
                <a:lnTo>
                  <a:pt x="349187" y="134984"/>
                </a:lnTo>
                <a:cubicBezTo>
                  <a:pt x="356467" y="147667"/>
                  <a:pt x="366354" y="165009"/>
                  <a:pt x="384848" y="194576"/>
                </a:cubicBezTo>
                <a:lnTo>
                  <a:pt x="390311" y="203092"/>
                </a:lnTo>
                <a:lnTo>
                  <a:pt x="335324" y="143840"/>
                </a:lnTo>
                <a:lnTo>
                  <a:pt x="323935" y="118540"/>
                </a:lnTo>
                <a:close/>
                <a:moveTo>
                  <a:pt x="191657" y="316932"/>
                </a:moveTo>
                <a:lnTo>
                  <a:pt x="192032" y="317277"/>
                </a:lnTo>
                <a:lnTo>
                  <a:pt x="199835" y="327216"/>
                </a:lnTo>
                <a:lnTo>
                  <a:pt x="194070" y="321340"/>
                </a:lnTo>
                <a:close/>
                <a:moveTo>
                  <a:pt x="339812" y="7037"/>
                </a:moveTo>
                <a:lnTo>
                  <a:pt x="344777" y="5773"/>
                </a:lnTo>
                <a:lnTo>
                  <a:pt x="369534" y="3706"/>
                </a:lnTo>
                <a:lnTo>
                  <a:pt x="383457" y="22972"/>
                </a:lnTo>
                <a:cubicBezTo>
                  <a:pt x="390408" y="32063"/>
                  <a:pt x="398476" y="42072"/>
                  <a:pt x="408074" y="53262"/>
                </a:cubicBezTo>
                <a:lnTo>
                  <a:pt x="456105" y="101680"/>
                </a:lnTo>
                <a:lnTo>
                  <a:pt x="504287" y="218001"/>
                </a:lnTo>
                <a:lnTo>
                  <a:pt x="462966" y="168591"/>
                </a:lnTo>
                <a:cubicBezTo>
                  <a:pt x="446511" y="149448"/>
                  <a:pt x="429749" y="129844"/>
                  <a:pt x="413238" y="108562"/>
                </a:cubicBezTo>
                <a:cubicBezTo>
                  <a:pt x="393377" y="82962"/>
                  <a:pt x="379690" y="63439"/>
                  <a:pt x="368559" y="47282"/>
                </a:cubicBezTo>
                <a:close/>
                <a:moveTo>
                  <a:pt x="185776" y="322830"/>
                </a:moveTo>
                <a:lnTo>
                  <a:pt x="194207" y="328284"/>
                </a:lnTo>
                <a:lnTo>
                  <a:pt x="221877" y="375736"/>
                </a:lnTo>
                <a:lnTo>
                  <a:pt x="195289" y="341717"/>
                </a:lnTo>
                <a:close/>
                <a:moveTo>
                  <a:pt x="299298" y="78549"/>
                </a:moveTo>
                <a:lnTo>
                  <a:pt x="303761" y="85793"/>
                </a:lnTo>
                <a:lnTo>
                  <a:pt x="300892" y="84108"/>
                </a:lnTo>
                <a:close/>
                <a:moveTo>
                  <a:pt x="184429" y="311514"/>
                </a:moveTo>
                <a:lnTo>
                  <a:pt x="194070" y="321340"/>
                </a:lnTo>
                <a:lnTo>
                  <a:pt x="199881" y="331955"/>
                </a:lnTo>
                <a:lnTo>
                  <a:pt x="199851" y="331935"/>
                </a:lnTo>
                <a:lnTo>
                  <a:pt x="194207" y="328284"/>
                </a:lnTo>
                <a:close/>
                <a:moveTo>
                  <a:pt x="70479" y="544113"/>
                </a:moveTo>
                <a:lnTo>
                  <a:pt x="72302" y="546584"/>
                </a:lnTo>
                <a:cubicBezTo>
                  <a:pt x="78145" y="554637"/>
                  <a:pt x="84848" y="563936"/>
                  <a:pt x="92572" y="574726"/>
                </a:cubicBezTo>
                <a:lnTo>
                  <a:pt x="102120" y="588140"/>
                </a:lnTo>
                <a:lnTo>
                  <a:pt x="87732" y="571942"/>
                </a:lnTo>
                <a:lnTo>
                  <a:pt x="85317" y="568818"/>
                </a:lnTo>
                <a:lnTo>
                  <a:pt x="79809" y="561336"/>
                </a:lnTo>
                <a:close/>
                <a:moveTo>
                  <a:pt x="195101" y="275180"/>
                </a:moveTo>
                <a:lnTo>
                  <a:pt x="204409" y="286496"/>
                </a:lnTo>
                <a:lnTo>
                  <a:pt x="204799" y="286961"/>
                </a:lnTo>
                <a:lnTo>
                  <a:pt x="214075" y="304220"/>
                </a:lnTo>
                <a:lnTo>
                  <a:pt x="202732" y="291116"/>
                </a:lnTo>
                <a:lnTo>
                  <a:pt x="202624" y="290930"/>
                </a:lnTo>
                <a:close/>
                <a:moveTo>
                  <a:pt x="134555" y="400746"/>
                </a:moveTo>
                <a:lnTo>
                  <a:pt x="156641" y="420676"/>
                </a:lnTo>
                <a:lnTo>
                  <a:pt x="169141" y="436370"/>
                </a:lnTo>
                <a:lnTo>
                  <a:pt x="186606" y="463923"/>
                </a:lnTo>
                <a:lnTo>
                  <a:pt x="160514" y="443331"/>
                </a:lnTo>
                <a:lnTo>
                  <a:pt x="158785" y="440758"/>
                </a:lnTo>
                <a:close/>
                <a:moveTo>
                  <a:pt x="288581" y="77063"/>
                </a:moveTo>
                <a:lnTo>
                  <a:pt x="292270" y="79042"/>
                </a:lnTo>
                <a:lnTo>
                  <a:pt x="300892" y="84108"/>
                </a:lnTo>
                <a:lnTo>
                  <a:pt x="306761" y="104570"/>
                </a:lnTo>
                <a:close/>
                <a:moveTo>
                  <a:pt x="236911" y="180725"/>
                </a:moveTo>
                <a:lnTo>
                  <a:pt x="241731" y="183115"/>
                </a:lnTo>
                <a:lnTo>
                  <a:pt x="272142" y="212293"/>
                </a:lnTo>
                <a:lnTo>
                  <a:pt x="272485" y="213800"/>
                </a:lnTo>
                <a:lnTo>
                  <a:pt x="278481" y="241554"/>
                </a:lnTo>
                <a:lnTo>
                  <a:pt x="271450" y="232851"/>
                </a:lnTo>
                <a:lnTo>
                  <a:pt x="246614" y="197614"/>
                </a:lnTo>
                <a:close/>
                <a:moveTo>
                  <a:pt x="294150" y="60600"/>
                </a:moveTo>
                <a:lnTo>
                  <a:pt x="313773" y="83821"/>
                </a:lnTo>
                <a:lnTo>
                  <a:pt x="325312" y="98455"/>
                </a:lnTo>
                <a:lnTo>
                  <a:pt x="319863" y="95254"/>
                </a:lnTo>
                <a:lnTo>
                  <a:pt x="304563" y="76301"/>
                </a:lnTo>
                <a:lnTo>
                  <a:pt x="296315" y="68148"/>
                </a:lnTo>
                <a:close/>
                <a:moveTo>
                  <a:pt x="233312" y="185648"/>
                </a:moveTo>
                <a:lnTo>
                  <a:pt x="271450" y="232851"/>
                </a:lnTo>
                <a:lnTo>
                  <a:pt x="278878" y="243390"/>
                </a:lnTo>
                <a:lnTo>
                  <a:pt x="280895" y="252728"/>
                </a:lnTo>
                <a:lnTo>
                  <a:pt x="281544" y="256018"/>
                </a:lnTo>
                <a:lnTo>
                  <a:pt x="266254" y="238770"/>
                </a:lnTo>
                <a:lnTo>
                  <a:pt x="239802" y="216740"/>
                </a:lnTo>
                <a:lnTo>
                  <a:pt x="244611" y="217822"/>
                </a:lnTo>
                <a:cubicBezTo>
                  <a:pt x="241294" y="208390"/>
                  <a:pt x="238639" y="200675"/>
                  <a:pt x="236381" y="194188"/>
                </a:cubicBezTo>
                <a:close/>
                <a:moveTo>
                  <a:pt x="176491" y="303425"/>
                </a:moveTo>
                <a:lnTo>
                  <a:pt x="182169" y="308225"/>
                </a:lnTo>
                <a:lnTo>
                  <a:pt x="182905" y="308901"/>
                </a:lnTo>
                <a:lnTo>
                  <a:pt x="184429" y="311514"/>
                </a:lnTo>
                <a:close/>
                <a:moveTo>
                  <a:pt x="153758" y="350309"/>
                </a:moveTo>
                <a:lnTo>
                  <a:pt x="200873" y="393834"/>
                </a:lnTo>
                <a:lnTo>
                  <a:pt x="205466" y="400213"/>
                </a:lnTo>
                <a:lnTo>
                  <a:pt x="235698" y="446428"/>
                </a:lnTo>
                <a:lnTo>
                  <a:pt x="237386" y="449379"/>
                </a:lnTo>
                <a:lnTo>
                  <a:pt x="212022" y="420766"/>
                </a:lnTo>
                <a:lnTo>
                  <a:pt x="196523" y="405833"/>
                </a:lnTo>
                <a:lnTo>
                  <a:pt x="181716" y="386838"/>
                </a:lnTo>
                <a:lnTo>
                  <a:pt x="157207" y="355303"/>
                </a:lnTo>
                <a:close/>
                <a:moveTo>
                  <a:pt x="215724" y="220366"/>
                </a:moveTo>
                <a:lnTo>
                  <a:pt x="232323" y="232974"/>
                </a:lnTo>
                <a:lnTo>
                  <a:pt x="235474" y="235138"/>
                </a:lnTo>
                <a:lnTo>
                  <a:pt x="246045" y="245883"/>
                </a:lnTo>
                <a:lnTo>
                  <a:pt x="264347" y="264994"/>
                </a:lnTo>
                <a:lnTo>
                  <a:pt x="270152" y="273387"/>
                </a:lnTo>
                <a:lnTo>
                  <a:pt x="289613" y="300683"/>
                </a:lnTo>
                <a:lnTo>
                  <a:pt x="289666" y="301768"/>
                </a:lnTo>
                <a:lnTo>
                  <a:pt x="262305" y="296422"/>
                </a:lnTo>
                <a:lnTo>
                  <a:pt x="254242" y="285829"/>
                </a:lnTo>
                <a:close/>
                <a:moveTo>
                  <a:pt x="206910" y="238302"/>
                </a:moveTo>
                <a:lnTo>
                  <a:pt x="244890" y="280853"/>
                </a:lnTo>
                <a:lnTo>
                  <a:pt x="256111" y="295212"/>
                </a:lnTo>
                <a:lnTo>
                  <a:pt x="249865" y="293991"/>
                </a:lnTo>
                <a:lnTo>
                  <a:pt x="248784" y="292602"/>
                </a:lnTo>
                <a:lnTo>
                  <a:pt x="246249" y="288612"/>
                </a:lnTo>
                <a:cubicBezTo>
                  <a:pt x="242940" y="283875"/>
                  <a:pt x="238002" y="277217"/>
                  <a:pt x="230317" y="267384"/>
                </a:cubicBezTo>
                <a:close/>
                <a:moveTo>
                  <a:pt x="175486" y="302400"/>
                </a:moveTo>
                <a:lnTo>
                  <a:pt x="176491" y="303425"/>
                </a:lnTo>
                <a:lnTo>
                  <a:pt x="175639" y="302704"/>
                </a:lnTo>
                <a:close/>
                <a:moveTo>
                  <a:pt x="252936" y="136062"/>
                </a:moveTo>
                <a:lnTo>
                  <a:pt x="264863" y="153587"/>
                </a:lnTo>
                <a:lnTo>
                  <a:pt x="271853" y="164862"/>
                </a:lnTo>
                <a:lnTo>
                  <a:pt x="256321" y="147383"/>
                </a:lnTo>
                <a:close/>
                <a:moveTo>
                  <a:pt x="175540" y="296270"/>
                </a:moveTo>
                <a:lnTo>
                  <a:pt x="191415" y="316491"/>
                </a:lnTo>
                <a:lnTo>
                  <a:pt x="191657" y="316932"/>
                </a:lnTo>
                <a:lnTo>
                  <a:pt x="182905" y="308901"/>
                </a:lnTo>
                <a:close/>
                <a:moveTo>
                  <a:pt x="287558" y="59492"/>
                </a:moveTo>
                <a:lnTo>
                  <a:pt x="296315" y="68148"/>
                </a:lnTo>
                <a:lnTo>
                  <a:pt x="299298" y="78549"/>
                </a:lnTo>
                <a:close/>
                <a:moveTo>
                  <a:pt x="156759" y="329254"/>
                </a:moveTo>
                <a:lnTo>
                  <a:pt x="175493" y="354394"/>
                </a:lnTo>
                <a:lnTo>
                  <a:pt x="201937" y="394817"/>
                </a:lnTo>
                <a:lnTo>
                  <a:pt x="200873" y="393834"/>
                </a:lnTo>
                <a:lnTo>
                  <a:pt x="170102" y="351108"/>
                </a:lnTo>
                <a:close/>
                <a:moveTo>
                  <a:pt x="218971" y="199393"/>
                </a:moveTo>
                <a:lnTo>
                  <a:pt x="239802" y="216740"/>
                </a:lnTo>
                <a:lnTo>
                  <a:pt x="229343" y="214388"/>
                </a:lnTo>
                <a:close/>
                <a:moveTo>
                  <a:pt x="195880" y="240624"/>
                </a:moveTo>
                <a:lnTo>
                  <a:pt x="224010" y="260761"/>
                </a:lnTo>
                <a:lnTo>
                  <a:pt x="248784" y="292602"/>
                </a:lnTo>
                <a:lnTo>
                  <a:pt x="249638" y="293947"/>
                </a:lnTo>
                <a:lnTo>
                  <a:pt x="243774" y="292801"/>
                </a:lnTo>
                <a:lnTo>
                  <a:pt x="228478" y="273469"/>
                </a:lnTo>
                <a:close/>
                <a:moveTo>
                  <a:pt x="115675" y="404047"/>
                </a:moveTo>
                <a:lnTo>
                  <a:pt x="134615" y="422891"/>
                </a:lnTo>
                <a:lnTo>
                  <a:pt x="160514" y="443331"/>
                </a:lnTo>
                <a:lnTo>
                  <a:pt x="199386" y="501189"/>
                </a:lnTo>
                <a:cubicBezTo>
                  <a:pt x="213173" y="521174"/>
                  <a:pt x="226540" y="541393"/>
                  <a:pt x="237467" y="563021"/>
                </a:cubicBezTo>
                <a:lnTo>
                  <a:pt x="262329" y="612235"/>
                </a:lnTo>
                <a:lnTo>
                  <a:pt x="133022" y="428398"/>
                </a:lnTo>
                <a:close/>
                <a:moveTo>
                  <a:pt x="208321" y="208625"/>
                </a:moveTo>
                <a:lnTo>
                  <a:pt x="216078" y="211404"/>
                </a:lnTo>
                <a:lnTo>
                  <a:pt x="229343" y="214388"/>
                </a:lnTo>
                <a:lnTo>
                  <a:pt x="251133" y="245890"/>
                </a:lnTo>
                <a:lnTo>
                  <a:pt x="235474" y="235138"/>
                </a:lnTo>
                <a:lnTo>
                  <a:pt x="214727" y="214050"/>
                </a:lnTo>
                <a:lnTo>
                  <a:pt x="208634" y="209110"/>
                </a:lnTo>
                <a:close/>
                <a:moveTo>
                  <a:pt x="224270" y="174457"/>
                </a:moveTo>
                <a:lnTo>
                  <a:pt x="230305" y="177449"/>
                </a:lnTo>
                <a:lnTo>
                  <a:pt x="230535" y="177919"/>
                </a:lnTo>
                <a:lnTo>
                  <a:pt x="233312" y="185648"/>
                </a:lnTo>
                <a:close/>
                <a:moveTo>
                  <a:pt x="226084" y="168816"/>
                </a:moveTo>
                <a:lnTo>
                  <a:pt x="234417" y="176385"/>
                </a:lnTo>
                <a:lnTo>
                  <a:pt x="236911" y="180725"/>
                </a:lnTo>
                <a:lnTo>
                  <a:pt x="230305" y="177449"/>
                </a:lnTo>
                <a:close/>
                <a:moveTo>
                  <a:pt x="56885" y="519021"/>
                </a:moveTo>
                <a:lnTo>
                  <a:pt x="57818" y="519092"/>
                </a:lnTo>
                <a:cubicBezTo>
                  <a:pt x="68337" y="523011"/>
                  <a:pt x="77593" y="529366"/>
                  <a:pt x="86591" y="536242"/>
                </a:cubicBezTo>
                <a:lnTo>
                  <a:pt x="103128" y="548560"/>
                </a:lnTo>
                <a:lnTo>
                  <a:pt x="109693" y="565108"/>
                </a:lnTo>
                <a:lnTo>
                  <a:pt x="135003" y="620250"/>
                </a:lnTo>
                <a:lnTo>
                  <a:pt x="116952" y="595336"/>
                </a:lnTo>
                <a:lnTo>
                  <a:pt x="59171" y="523240"/>
                </a:lnTo>
                <a:close/>
                <a:moveTo>
                  <a:pt x="292994" y="18956"/>
                </a:moveTo>
                <a:lnTo>
                  <a:pt x="294833" y="18488"/>
                </a:lnTo>
                <a:lnTo>
                  <a:pt x="322891" y="54653"/>
                </a:lnTo>
                <a:lnTo>
                  <a:pt x="326172" y="59283"/>
                </a:lnTo>
                <a:lnTo>
                  <a:pt x="309836" y="37825"/>
                </a:lnTo>
                <a:close/>
                <a:moveTo>
                  <a:pt x="51676" y="518624"/>
                </a:moveTo>
                <a:lnTo>
                  <a:pt x="55718" y="518932"/>
                </a:lnTo>
                <a:lnTo>
                  <a:pt x="59171" y="523240"/>
                </a:lnTo>
                <a:lnTo>
                  <a:pt x="70479" y="544113"/>
                </a:lnTo>
                <a:close/>
                <a:moveTo>
                  <a:pt x="235262" y="122970"/>
                </a:moveTo>
                <a:lnTo>
                  <a:pt x="243220" y="132639"/>
                </a:lnTo>
                <a:lnTo>
                  <a:pt x="256321" y="147383"/>
                </a:lnTo>
                <a:lnTo>
                  <a:pt x="260743" y="162175"/>
                </a:lnTo>
                <a:lnTo>
                  <a:pt x="263821" y="175708"/>
                </a:lnTo>
                <a:lnTo>
                  <a:pt x="252155" y="158055"/>
                </a:lnTo>
                <a:close/>
                <a:moveTo>
                  <a:pt x="283566" y="21357"/>
                </a:moveTo>
                <a:lnTo>
                  <a:pt x="289894" y="19746"/>
                </a:lnTo>
                <a:lnTo>
                  <a:pt x="305716" y="46413"/>
                </a:lnTo>
                <a:cubicBezTo>
                  <a:pt x="325339" y="74424"/>
                  <a:pt x="338120" y="91823"/>
                  <a:pt x="347481" y="103748"/>
                </a:cubicBezTo>
                <a:lnTo>
                  <a:pt x="364502" y="123365"/>
                </a:lnTo>
                <a:lnTo>
                  <a:pt x="354366" y="116758"/>
                </a:lnTo>
                <a:lnTo>
                  <a:pt x="342055" y="108909"/>
                </a:lnTo>
                <a:lnTo>
                  <a:pt x="284843" y="28154"/>
                </a:lnTo>
                <a:lnTo>
                  <a:pt x="284072" y="25465"/>
                </a:lnTo>
                <a:close/>
                <a:moveTo>
                  <a:pt x="195808" y="204142"/>
                </a:moveTo>
                <a:lnTo>
                  <a:pt x="207809" y="208441"/>
                </a:lnTo>
                <a:lnTo>
                  <a:pt x="208634" y="209110"/>
                </a:lnTo>
                <a:lnTo>
                  <a:pt x="214004" y="217443"/>
                </a:lnTo>
                <a:lnTo>
                  <a:pt x="215724" y="220366"/>
                </a:lnTo>
                <a:lnTo>
                  <a:pt x="197975" y="206884"/>
                </a:lnTo>
                <a:close/>
                <a:moveTo>
                  <a:pt x="263194" y="63522"/>
                </a:moveTo>
                <a:lnTo>
                  <a:pt x="271707" y="68010"/>
                </a:lnTo>
                <a:lnTo>
                  <a:pt x="275547" y="70070"/>
                </a:lnTo>
                <a:lnTo>
                  <a:pt x="309370" y="113666"/>
                </a:lnTo>
                <a:lnTo>
                  <a:pt x="310146" y="116372"/>
                </a:lnTo>
                <a:lnTo>
                  <a:pt x="293781" y="98164"/>
                </a:lnTo>
                <a:cubicBezTo>
                  <a:pt x="268121" y="69167"/>
                  <a:pt x="274795" y="74714"/>
                  <a:pt x="267341" y="67482"/>
                </a:cubicBezTo>
                <a:close/>
                <a:moveTo>
                  <a:pt x="126634" y="342563"/>
                </a:moveTo>
                <a:lnTo>
                  <a:pt x="136099" y="355923"/>
                </a:lnTo>
                <a:lnTo>
                  <a:pt x="175887" y="419847"/>
                </a:lnTo>
                <a:lnTo>
                  <a:pt x="145034" y="381339"/>
                </a:lnTo>
                <a:cubicBezTo>
                  <a:pt x="138118" y="371048"/>
                  <a:pt x="133428" y="359535"/>
                  <a:pt x="128946" y="347894"/>
                </a:cubicBezTo>
                <a:close/>
                <a:moveTo>
                  <a:pt x="180542" y="229644"/>
                </a:moveTo>
                <a:lnTo>
                  <a:pt x="186966" y="234243"/>
                </a:lnTo>
                <a:lnTo>
                  <a:pt x="214889" y="276920"/>
                </a:lnTo>
                <a:lnTo>
                  <a:pt x="222366" y="288619"/>
                </a:lnTo>
                <a:lnTo>
                  <a:pt x="212756" y="286741"/>
                </a:lnTo>
                <a:close/>
                <a:moveTo>
                  <a:pt x="252951" y="75690"/>
                </a:moveTo>
                <a:lnTo>
                  <a:pt x="259352" y="76992"/>
                </a:lnTo>
                <a:cubicBezTo>
                  <a:pt x="280297" y="91708"/>
                  <a:pt x="286394" y="120693"/>
                  <a:pt x="302987" y="140184"/>
                </a:cubicBezTo>
                <a:lnTo>
                  <a:pt x="321232" y="161383"/>
                </a:lnTo>
                <a:lnTo>
                  <a:pt x="323678" y="172718"/>
                </a:lnTo>
                <a:lnTo>
                  <a:pt x="263820" y="89700"/>
                </a:lnTo>
                <a:close/>
                <a:moveTo>
                  <a:pt x="180793" y="225422"/>
                </a:moveTo>
                <a:lnTo>
                  <a:pt x="195880" y="240624"/>
                </a:lnTo>
                <a:lnTo>
                  <a:pt x="186966" y="234243"/>
                </a:lnTo>
                <a:lnTo>
                  <a:pt x="185251" y="231622"/>
                </a:lnTo>
                <a:close/>
                <a:moveTo>
                  <a:pt x="240883" y="95744"/>
                </a:moveTo>
                <a:lnTo>
                  <a:pt x="246992" y="102756"/>
                </a:lnTo>
                <a:lnTo>
                  <a:pt x="278057" y="150503"/>
                </a:lnTo>
                <a:lnTo>
                  <a:pt x="282449" y="162995"/>
                </a:lnTo>
                <a:lnTo>
                  <a:pt x="263042" y="137867"/>
                </a:lnTo>
                <a:lnTo>
                  <a:pt x="248407" y="120910"/>
                </a:lnTo>
                <a:close/>
                <a:moveTo>
                  <a:pt x="78117" y="433544"/>
                </a:moveTo>
                <a:lnTo>
                  <a:pt x="112422" y="471337"/>
                </a:lnTo>
                <a:lnTo>
                  <a:pt x="164459" y="544211"/>
                </a:lnTo>
                <a:lnTo>
                  <a:pt x="144868" y="530531"/>
                </a:lnTo>
                <a:cubicBezTo>
                  <a:pt x="131199" y="518831"/>
                  <a:pt x="118046" y="503743"/>
                  <a:pt x="102628" y="478545"/>
                </a:cubicBezTo>
                <a:close/>
                <a:moveTo>
                  <a:pt x="34828" y="517709"/>
                </a:moveTo>
                <a:lnTo>
                  <a:pt x="36856" y="517494"/>
                </a:lnTo>
                <a:lnTo>
                  <a:pt x="46498" y="518229"/>
                </a:lnTo>
                <a:lnTo>
                  <a:pt x="48483" y="521157"/>
                </a:lnTo>
                <a:lnTo>
                  <a:pt x="85317" y="568818"/>
                </a:lnTo>
                <a:lnTo>
                  <a:pt x="91911" y="577775"/>
                </a:lnTo>
                <a:lnTo>
                  <a:pt x="36522" y="519440"/>
                </a:lnTo>
                <a:close/>
                <a:moveTo>
                  <a:pt x="21054" y="545578"/>
                </a:moveTo>
                <a:lnTo>
                  <a:pt x="36893" y="568043"/>
                </a:lnTo>
                <a:lnTo>
                  <a:pt x="55089" y="612863"/>
                </a:lnTo>
                <a:lnTo>
                  <a:pt x="75941" y="654349"/>
                </a:lnTo>
                <a:lnTo>
                  <a:pt x="74898" y="652932"/>
                </a:lnTo>
                <a:lnTo>
                  <a:pt x="53728" y="619988"/>
                </a:lnTo>
                <a:lnTo>
                  <a:pt x="30302" y="574216"/>
                </a:lnTo>
                <a:close/>
                <a:moveTo>
                  <a:pt x="267788" y="27401"/>
                </a:moveTo>
                <a:lnTo>
                  <a:pt x="278850" y="22557"/>
                </a:lnTo>
                <a:lnTo>
                  <a:pt x="280568" y="22120"/>
                </a:lnTo>
                <a:lnTo>
                  <a:pt x="284843" y="28154"/>
                </a:lnTo>
                <a:lnTo>
                  <a:pt x="294150" y="60600"/>
                </a:lnTo>
                <a:lnTo>
                  <a:pt x="288791" y="54259"/>
                </a:lnTo>
                <a:lnTo>
                  <a:pt x="273213" y="36208"/>
                </a:lnTo>
                <a:close/>
                <a:moveTo>
                  <a:pt x="120077" y="333308"/>
                </a:moveTo>
                <a:lnTo>
                  <a:pt x="124337" y="337268"/>
                </a:lnTo>
                <a:lnTo>
                  <a:pt x="126634" y="342563"/>
                </a:lnTo>
                <a:close/>
                <a:moveTo>
                  <a:pt x="247034" y="68064"/>
                </a:moveTo>
                <a:lnTo>
                  <a:pt x="252951" y="75690"/>
                </a:lnTo>
                <a:lnTo>
                  <a:pt x="248230" y="74730"/>
                </a:lnTo>
                <a:lnTo>
                  <a:pt x="247475" y="72644"/>
                </a:lnTo>
                <a:close/>
                <a:moveTo>
                  <a:pt x="174197" y="218777"/>
                </a:moveTo>
                <a:lnTo>
                  <a:pt x="174691" y="219275"/>
                </a:lnTo>
                <a:lnTo>
                  <a:pt x="180542" y="229644"/>
                </a:lnTo>
                <a:lnTo>
                  <a:pt x="179299" y="228755"/>
                </a:lnTo>
                <a:close/>
                <a:moveTo>
                  <a:pt x="170800" y="222670"/>
                </a:moveTo>
                <a:lnTo>
                  <a:pt x="179299" y="228755"/>
                </a:lnTo>
                <a:lnTo>
                  <a:pt x="208637" y="286130"/>
                </a:lnTo>
                <a:lnTo>
                  <a:pt x="215519" y="299767"/>
                </a:lnTo>
                <a:lnTo>
                  <a:pt x="204799" y="286961"/>
                </a:lnTo>
                <a:lnTo>
                  <a:pt x="197318" y="273042"/>
                </a:lnTo>
                <a:cubicBezTo>
                  <a:pt x="189468" y="258372"/>
                  <a:pt x="182948" y="246122"/>
                  <a:pt x="177566" y="235959"/>
                </a:cubicBezTo>
                <a:lnTo>
                  <a:pt x="171665" y="224751"/>
                </a:lnTo>
                <a:close/>
                <a:moveTo>
                  <a:pt x="152516" y="259508"/>
                </a:moveTo>
                <a:lnTo>
                  <a:pt x="173227" y="292304"/>
                </a:lnTo>
                <a:lnTo>
                  <a:pt x="175540" y="296270"/>
                </a:lnTo>
                <a:lnTo>
                  <a:pt x="165208" y="283111"/>
                </a:lnTo>
                <a:close/>
                <a:moveTo>
                  <a:pt x="228899" y="98307"/>
                </a:moveTo>
                <a:lnTo>
                  <a:pt x="248407" y="120910"/>
                </a:lnTo>
                <a:lnTo>
                  <a:pt x="252936" y="136062"/>
                </a:lnTo>
                <a:lnTo>
                  <a:pt x="239513" y="116337"/>
                </a:lnTo>
                <a:close/>
                <a:moveTo>
                  <a:pt x="258990" y="31253"/>
                </a:moveTo>
                <a:lnTo>
                  <a:pt x="266210" y="28092"/>
                </a:lnTo>
                <a:lnTo>
                  <a:pt x="273213" y="36208"/>
                </a:lnTo>
                <a:lnTo>
                  <a:pt x="287558" y="59492"/>
                </a:lnTo>
                <a:close/>
                <a:moveTo>
                  <a:pt x="238662" y="72784"/>
                </a:moveTo>
                <a:lnTo>
                  <a:pt x="248230" y="74730"/>
                </a:lnTo>
                <a:lnTo>
                  <a:pt x="252698" y="87086"/>
                </a:lnTo>
                <a:cubicBezTo>
                  <a:pt x="255349" y="93329"/>
                  <a:pt x="259042" y="101151"/>
                  <a:pt x="264168" y="110996"/>
                </a:cubicBezTo>
                <a:cubicBezTo>
                  <a:pt x="270724" y="123590"/>
                  <a:pt x="282461" y="132799"/>
                  <a:pt x="290279" y="144652"/>
                </a:cubicBezTo>
                <a:lnTo>
                  <a:pt x="319987" y="194725"/>
                </a:lnTo>
                <a:lnTo>
                  <a:pt x="297301" y="180080"/>
                </a:lnTo>
                <a:lnTo>
                  <a:pt x="278057" y="150503"/>
                </a:lnTo>
                <a:lnTo>
                  <a:pt x="268635" y="123704"/>
                </a:lnTo>
                <a:cubicBezTo>
                  <a:pt x="264079" y="113202"/>
                  <a:pt x="258034" y="103472"/>
                  <a:pt x="251770" y="93848"/>
                </a:cubicBezTo>
                <a:close/>
                <a:moveTo>
                  <a:pt x="134048" y="290146"/>
                </a:moveTo>
                <a:lnTo>
                  <a:pt x="137978" y="292601"/>
                </a:lnTo>
                <a:lnTo>
                  <a:pt x="172671" y="314518"/>
                </a:lnTo>
                <a:lnTo>
                  <a:pt x="182462" y="325344"/>
                </a:lnTo>
                <a:cubicBezTo>
                  <a:pt x="182478" y="325362"/>
                  <a:pt x="186535" y="330531"/>
                  <a:pt x="193687" y="339668"/>
                </a:cubicBezTo>
                <a:lnTo>
                  <a:pt x="195289" y="341717"/>
                </a:lnTo>
                <a:lnTo>
                  <a:pt x="195518" y="342172"/>
                </a:lnTo>
                <a:cubicBezTo>
                  <a:pt x="214248" y="374794"/>
                  <a:pt x="277458" y="470993"/>
                  <a:pt x="300311" y="498091"/>
                </a:cubicBezTo>
                <a:lnTo>
                  <a:pt x="301654" y="499463"/>
                </a:lnTo>
                <a:lnTo>
                  <a:pt x="305979" y="511990"/>
                </a:lnTo>
                <a:lnTo>
                  <a:pt x="304779" y="510799"/>
                </a:lnTo>
                <a:cubicBezTo>
                  <a:pt x="287911" y="493474"/>
                  <a:pt x="272439" y="474862"/>
                  <a:pt x="256982" y="456236"/>
                </a:cubicBezTo>
                <a:lnTo>
                  <a:pt x="222507" y="416752"/>
                </a:lnTo>
                <a:lnTo>
                  <a:pt x="196214" y="384763"/>
                </a:lnTo>
                <a:cubicBezTo>
                  <a:pt x="182812" y="364683"/>
                  <a:pt x="170977" y="346810"/>
                  <a:pt x="160543" y="330919"/>
                </a:cubicBezTo>
                <a:close/>
                <a:moveTo>
                  <a:pt x="150045" y="255595"/>
                </a:moveTo>
                <a:lnTo>
                  <a:pt x="151536" y="257685"/>
                </a:lnTo>
                <a:lnTo>
                  <a:pt x="152516" y="259508"/>
                </a:lnTo>
                <a:close/>
                <a:moveTo>
                  <a:pt x="151988" y="248715"/>
                </a:moveTo>
                <a:lnTo>
                  <a:pt x="153285" y="249665"/>
                </a:lnTo>
                <a:lnTo>
                  <a:pt x="158591" y="254168"/>
                </a:lnTo>
                <a:lnTo>
                  <a:pt x="181491" y="293734"/>
                </a:lnTo>
                <a:lnTo>
                  <a:pt x="200568" y="325109"/>
                </a:lnTo>
                <a:lnTo>
                  <a:pt x="192032" y="317277"/>
                </a:lnTo>
                <a:lnTo>
                  <a:pt x="191415" y="316491"/>
                </a:lnTo>
                <a:lnTo>
                  <a:pt x="177647" y="291340"/>
                </a:lnTo>
                <a:cubicBezTo>
                  <a:pt x="167500" y="274239"/>
                  <a:pt x="160121" y="261846"/>
                  <a:pt x="154175" y="252126"/>
                </a:cubicBezTo>
                <a:close/>
                <a:moveTo>
                  <a:pt x="19032" y="524051"/>
                </a:moveTo>
                <a:lnTo>
                  <a:pt x="97680" y="612167"/>
                </a:lnTo>
                <a:cubicBezTo>
                  <a:pt x="122896" y="640418"/>
                  <a:pt x="142170" y="673026"/>
                  <a:pt x="160278" y="706522"/>
                </a:cubicBezTo>
                <a:lnTo>
                  <a:pt x="193449" y="765998"/>
                </a:lnTo>
                <a:lnTo>
                  <a:pt x="159637" y="742521"/>
                </a:lnTo>
                <a:lnTo>
                  <a:pt x="156111" y="736704"/>
                </a:lnTo>
                <a:cubicBezTo>
                  <a:pt x="147744" y="723392"/>
                  <a:pt x="137472" y="707582"/>
                  <a:pt x="124487" y="688414"/>
                </a:cubicBezTo>
                <a:cubicBezTo>
                  <a:pt x="79716" y="622322"/>
                  <a:pt x="59725" y="598417"/>
                  <a:pt x="40737" y="573496"/>
                </a:cubicBezTo>
                <a:lnTo>
                  <a:pt x="36893" y="568043"/>
                </a:lnTo>
                <a:close/>
                <a:moveTo>
                  <a:pt x="168562" y="208530"/>
                </a:moveTo>
                <a:lnTo>
                  <a:pt x="168867" y="208840"/>
                </a:lnTo>
                <a:lnTo>
                  <a:pt x="180793" y="225422"/>
                </a:lnTo>
                <a:lnTo>
                  <a:pt x="174691" y="219275"/>
                </a:lnTo>
                <a:lnTo>
                  <a:pt x="172136" y="214745"/>
                </a:lnTo>
                <a:close/>
                <a:moveTo>
                  <a:pt x="248870" y="35685"/>
                </a:moveTo>
                <a:lnTo>
                  <a:pt x="258742" y="31362"/>
                </a:lnTo>
                <a:lnTo>
                  <a:pt x="262762" y="37997"/>
                </a:lnTo>
                <a:lnTo>
                  <a:pt x="288581" y="77063"/>
                </a:lnTo>
                <a:lnTo>
                  <a:pt x="275547" y="70070"/>
                </a:lnTo>
                <a:close/>
                <a:moveTo>
                  <a:pt x="114107" y="313679"/>
                </a:moveTo>
                <a:lnTo>
                  <a:pt x="152222" y="348890"/>
                </a:lnTo>
                <a:lnTo>
                  <a:pt x="157207" y="355303"/>
                </a:lnTo>
                <a:lnTo>
                  <a:pt x="157394" y="355575"/>
                </a:lnTo>
                <a:lnTo>
                  <a:pt x="195981" y="405311"/>
                </a:lnTo>
                <a:lnTo>
                  <a:pt x="153274" y="364163"/>
                </a:lnTo>
                <a:lnTo>
                  <a:pt x="124337" y="337268"/>
                </a:lnTo>
                <a:close/>
                <a:moveTo>
                  <a:pt x="85267" y="373794"/>
                </a:moveTo>
                <a:lnTo>
                  <a:pt x="86660" y="375180"/>
                </a:lnTo>
                <a:lnTo>
                  <a:pt x="89152" y="377889"/>
                </a:lnTo>
                <a:cubicBezTo>
                  <a:pt x="116598" y="406745"/>
                  <a:pt x="123890" y="413711"/>
                  <a:pt x="229671" y="587580"/>
                </a:cubicBezTo>
                <a:lnTo>
                  <a:pt x="231343" y="590336"/>
                </a:lnTo>
                <a:lnTo>
                  <a:pt x="218721" y="582618"/>
                </a:lnTo>
                <a:lnTo>
                  <a:pt x="213212" y="578671"/>
                </a:lnTo>
                <a:lnTo>
                  <a:pt x="186938" y="541946"/>
                </a:lnTo>
                <a:cubicBezTo>
                  <a:pt x="172576" y="522293"/>
                  <a:pt x="158870" y="503893"/>
                  <a:pt x="146773" y="487817"/>
                </a:cubicBezTo>
                <a:lnTo>
                  <a:pt x="140245" y="479403"/>
                </a:lnTo>
                <a:close/>
                <a:moveTo>
                  <a:pt x="15227" y="519787"/>
                </a:moveTo>
                <a:lnTo>
                  <a:pt x="17215" y="519577"/>
                </a:lnTo>
                <a:lnTo>
                  <a:pt x="19032" y="524051"/>
                </a:lnTo>
                <a:close/>
                <a:moveTo>
                  <a:pt x="202931" y="121060"/>
                </a:moveTo>
                <a:lnTo>
                  <a:pt x="216519" y="132890"/>
                </a:lnTo>
                <a:cubicBezTo>
                  <a:pt x="225954" y="141407"/>
                  <a:pt x="233851" y="148875"/>
                  <a:pt x="240699" y="155687"/>
                </a:cubicBezTo>
                <a:lnTo>
                  <a:pt x="265580" y="183440"/>
                </a:lnTo>
                <a:lnTo>
                  <a:pt x="268528" y="196404"/>
                </a:lnTo>
                <a:lnTo>
                  <a:pt x="241731" y="183115"/>
                </a:lnTo>
                <a:lnTo>
                  <a:pt x="240024" y="181477"/>
                </a:lnTo>
                <a:lnTo>
                  <a:pt x="234417" y="176385"/>
                </a:lnTo>
                <a:lnTo>
                  <a:pt x="204748" y="124747"/>
                </a:lnTo>
                <a:close/>
                <a:moveTo>
                  <a:pt x="82754" y="370933"/>
                </a:moveTo>
                <a:lnTo>
                  <a:pt x="84968" y="373341"/>
                </a:lnTo>
                <a:lnTo>
                  <a:pt x="85267" y="373794"/>
                </a:lnTo>
                <a:close/>
                <a:moveTo>
                  <a:pt x="161813" y="205947"/>
                </a:moveTo>
                <a:lnTo>
                  <a:pt x="165507" y="209950"/>
                </a:lnTo>
                <a:lnTo>
                  <a:pt x="170800" y="222670"/>
                </a:lnTo>
                <a:lnTo>
                  <a:pt x="170431" y="222406"/>
                </a:lnTo>
                <a:lnTo>
                  <a:pt x="164636" y="211399"/>
                </a:lnTo>
                <a:close/>
                <a:moveTo>
                  <a:pt x="162246" y="202116"/>
                </a:moveTo>
                <a:lnTo>
                  <a:pt x="168060" y="208020"/>
                </a:lnTo>
                <a:lnTo>
                  <a:pt x="172136" y="214745"/>
                </a:lnTo>
                <a:lnTo>
                  <a:pt x="174197" y="218777"/>
                </a:lnTo>
                <a:lnTo>
                  <a:pt x="166427" y="210948"/>
                </a:lnTo>
                <a:lnTo>
                  <a:pt x="165507" y="209950"/>
                </a:lnTo>
                <a:close/>
                <a:moveTo>
                  <a:pt x="223349" y="72691"/>
                </a:moveTo>
                <a:lnTo>
                  <a:pt x="233811" y="72086"/>
                </a:lnTo>
                <a:lnTo>
                  <a:pt x="240883" y="95744"/>
                </a:lnTo>
                <a:lnTo>
                  <a:pt x="232886" y="86564"/>
                </a:lnTo>
                <a:close/>
                <a:moveTo>
                  <a:pt x="122010" y="282626"/>
                </a:moveTo>
                <a:lnTo>
                  <a:pt x="131799" y="288741"/>
                </a:lnTo>
                <a:lnTo>
                  <a:pt x="137727" y="298086"/>
                </a:lnTo>
                <a:lnTo>
                  <a:pt x="156759" y="329254"/>
                </a:lnTo>
                <a:close/>
                <a:moveTo>
                  <a:pt x="167941" y="182412"/>
                </a:moveTo>
                <a:lnTo>
                  <a:pt x="168226" y="182638"/>
                </a:lnTo>
                <a:lnTo>
                  <a:pt x="188964" y="201690"/>
                </a:lnTo>
                <a:lnTo>
                  <a:pt x="193666" y="203374"/>
                </a:lnTo>
                <a:lnTo>
                  <a:pt x="197444" y="206481"/>
                </a:lnTo>
                <a:lnTo>
                  <a:pt x="197975" y="206884"/>
                </a:lnTo>
                <a:lnTo>
                  <a:pt x="199314" y="208578"/>
                </a:lnTo>
                <a:cubicBezTo>
                  <a:pt x="204575" y="215132"/>
                  <a:pt x="212117" y="224583"/>
                  <a:pt x="223663" y="239466"/>
                </a:cubicBezTo>
                <a:cubicBezTo>
                  <a:pt x="234378" y="253277"/>
                  <a:pt x="243415" y="268110"/>
                  <a:pt x="251404" y="283583"/>
                </a:cubicBezTo>
                <a:lnTo>
                  <a:pt x="255500" y="292741"/>
                </a:lnTo>
                <a:lnTo>
                  <a:pt x="244890" y="280853"/>
                </a:lnTo>
                <a:lnTo>
                  <a:pt x="210336" y="236638"/>
                </a:lnTo>
                <a:close/>
                <a:moveTo>
                  <a:pt x="228297" y="53642"/>
                </a:moveTo>
                <a:lnTo>
                  <a:pt x="233589" y="64632"/>
                </a:lnTo>
                <a:lnTo>
                  <a:pt x="238662" y="72784"/>
                </a:lnTo>
                <a:lnTo>
                  <a:pt x="234914" y="72022"/>
                </a:lnTo>
                <a:lnTo>
                  <a:pt x="233811" y="72086"/>
                </a:lnTo>
                <a:close/>
                <a:moveTo>
                  <a:pt x="230642" y="46936"/>
                </a:moveTo>
                <a:lnTo>
                  <a:pt x="233031" y="48876"/>
                </a:lnTo>
                <a:cubicBezTo>
                  <a:pt x="245697" y="58924"/>
                  <a:pt x="246636" y="59111"/>
                  <a:pt x="246398" y="61469"/>
                </a:cubicBezTo>
                <a:lnTo>
                  <a:pt x="247034" y="68064"/>
                </a:lnTo>
                <a:close/>
                <a:moveTo>
                  <a:pt x="157811" y="198337"/>
                </a:moveTo>
                <a:lnTo>
                  <a:pt x="157903" y="198394"/>
                </a:lnTo>
                <a:lnTo>
                  <a:pt x="161813" y="205947"/>
                </a:lnTo>
                <a:lnTo>
                  <a:pt x="161094" y="205167"/>
                </a:lnTo>
                <a:close/>
                <a:moveTo>
                  <a:pt x="137639" y="238204"/>
                </a:moveTo>
                <a:lnTo>
                  <a:pt x="140287" y="240143"/>
                </a:lnTo>
                <a:lnTo>
                  <a:pt x="150045" y="255595"/>
                </a:lnTo>
                <a:close/>
                <a:moveTo>
                  <a:pt x="228748" y="44495"/>
                </a:moveTo>
                <a:lnTo>
                  <a:pt x="238717" y="40130"/>
                </a:lnTo>
                <a:lnTo>
                  <a:pt x="239758" y="41134"/>
                </a:lnTo>
                <a:cubicBezTo>
                  <a:pt x="248057" y="49094"/>
                  <a:pt x="254021" y="54777"/>
                  <a:pt x="258376" y="58922"/>
                </a:cubicBezTo>
                <a:lnTo>
                  <a:pt x="263194" y="63522"/>
                </a:lnTo>
                <a:lnTo>
                  <a:pt x="244726" y="53786"/>
                </a:lnTo>
                <a:lnTo>
                  <a:pt x="229817" y="45873"/>
                </a:lnTo>
                <a:close/>
                <a:moveTo>
                  <a:pt x="228420" y="45131"/>
                </a:moveTo>
                <a:lnTo>
                  <a:pt x="229817" y="45873"/>
                </a:lnTo>
                <a:lnTo>
                  <a:pt x="230642" y="46936"/>
                </a:lnTo>
                <a:close/>
                <a:moveTo>
                  <a:pt x="139911" y="228763"/>
                </a:moveTo>
                <a:lnTo>
                  <a:pt x="151188" y="236389"/>
                </a:lnTo>
                <a:cubicBezTo>
                  <a:pt x="159549" y="243498"/>
                  <a:pt x="169575" y="253545"/>
                  <a:pt x="180727" y="265695"/>
                </a:cubicBezTo>
                <a:lnTo>
                  <a:pt x="202732" y="291116"/>
                </a:lnTo>
                <a:lnTo>
                  <a:pt x="207374" y="299128"/>
                </a:lnTo>
                <a:lnTo>
                  <a:pt x="177299" y="270045"/>
                </a:lnTo>
                <a:lnTo>
                  <a:pt x="158591" y="254168"/>
                </a:lnTo>
                <a:lnTo>
                  <a:pt x="155656" y="249097"/>
                </a:lnTo>
                <a:close/>
                <a:moveTo>
                  <a:pt x="227912" y="44861"/>
                </a:moveTo>
                <a:lnTo>
                  <a:pt x="228026" y="44811"/>
                </a:lnTo>
                <a:lnTo>
                  <a:pt x="228420" y="45131"/>
                </a:lnTo>
                <a:close/>
                <a:moveTo>
                  <a:pt x="224738" y="46251"/>
                </a:moveTo>
                <a:lnTo>
                  <a:pt x="225931" y="45729"/>
                </a:lnTo>
                <a:lnTo>
                  <a:pt x="228297" y="53642"/>
                </a:lnTo>
                <a:close/>
                <a:moveTo>
                  <a:pt x="155364" y="185576"/>
                </a:moveTo>
                <a:lnTo>
                  <a:pt x="168562" y="208530"/>
                </a:lnTo>
                <a:lnTo>
                  <a:pt x="168060" y="208020"/>
                </a:lnTo>
                <a:lnTo>
                  <a:pt x="157348" y="190344"/>
                </a:lnTo>
                <a:close/>
                <a:moveTo>
                  <a:pt x="208173" y="73568"/>
                </a:moveTo>
                <a:lnTo>
                  <a:pt x="214746" y="73188"/>
                </a:lnTo>
                <a:lnTo>
                  <a:pt x="216761" y="77688"/>
                </a:lnTo>
                <a:lnTo>
                  <a:pt x="228899" y="98307"/>
                </a:lnTo>
                <a:lnTo>
                  <a:pt x="228506" y="97851"/>
                </a:lnTo>
                <a:lnTo>
                  <a:pt x="214306" y="83906"/>
                </a:lnTo>
                <a:close/>
                <a:moveTo>
                  <a:pt x="166972" y="159446"/>
                </a:moveTo>
                <a:lnTo>
                  <a:pt x="186047" y="174063"/>
                </a:lnTo>
                <a:lnTo>
                  <a:pt x="208321" y="208625"/>
                </a:lnTo>
                <a:lnTo>
                  <a:pt x="207809" y="208441"/>
                </a:lnTo>
                <a:lnTo>
                  <a:pt x="185677" y="190498"/>
                </a:lnTo>
                <a:lnTo>
                  <a:pt x="181313" y="183766"/>
                </a:lnTo>
                <a:cubicBezTo>
                  <a:pt x="178276" y="178672"/>
                  <a:pt x="174070" y="171409"/>
                  <a:pt x="166972" y="159446"/>
                </a:cubicBezTo>
                <a:close/>
                <a:moveTo>
                  <a:pt x="159433" y="171529"/>
                </a:moveTo>
                <a:lnTo>
                  <a:pt x="173424" y="180564"/>
                </a:lnTo>
                <a:lnTo>
                  <a:pt x="185677" y="190498"/>
                </a:lnTo>
                <a:lnTo>
                  <a:pt x="188645" y="195077"/>
                </a:lnTo>
                <a:lnTo>
                  <a:pt x="195808" y="204142"/>
                </a:lnTo>
                <a:lnTo>
                  <a:pt x="193666" y="203374"/>
                </a:lnTo>
                <a:lnTo>
                  <a:pt x="174678" y="187762"/>
                </a:lnTo>
                <a:lnTo>
                  <a:pt x="168226" y="182638"/>
                </a:lnTo>
                <a:lnTo>
                  <a:pt x="167843" y="182286"/>
                </a:lnTo>
                <a:close/>
                <a:moveTo>
                  <a:pt x="6430" y="488697"/>
                </a:moveTo>
                <a:lnTo>
                  <a:pt x="34828" y="517709"/>
                </a:lnTo>
                <a:lnTo>
                  <a:pt x="17215" y="519577"/>
                </a:lnTo>
                <a:lnTo>
                  <a:pt x="7479" y="495595"/>
                </a:lnTo>
                <a:close/>
                <a:moveTo>
                  <a:pt x="152541" y="175242"/>
                </a:moveTo>
                <a:lnTo>
                  <a:pt x="197899" y="227106"/>
                </a:lnTo>
                <a:lnTo>
                  <a:pt x="206910" y="238302"/>
                </a:lnTo>
                <a:lnTo>
                  <a:pt x="163200" y="189330"/>
                </a:lnTo>
                <a:close/>
                <a:moveTo>
                  <a:pt x="138431" y="202704"/>
                </a:moveTo>
                <a:lnTo>
                  <a:pt x="152522" y="211126"/>
                </a:lnTo>
                <a:lnTo>
                  <a:pt x="155421" y="214885"/>
                </a:lnTo>
                <a:cubicBezTo>
                  <a:pt x="166690" y="228534"/>
                  <a:pt x="169056" y="227991"/>
                  <a:pt x="167737" y="222249"/>
                </a:cubicBezTo>
                <a:lnTo>
                  <a:pt x="166809" y="219813"/>
                </a:lnTo>
                <a:lnTo>
                  <a:pt x="170431" y="222406"/>
                </a:lnTo>
                <a:lnTo>
                  <a:pt x="171665" y="224751"/>
                </a:lnTo>
                <a:lnTo>
                  <a:pt x="176068" y="235330"/>
                </a:lnTo>
                <a:lnTo>
                  <a:pt x="195101" y="275180"/>
                </a:lnTo>
                <a:lnTo>
                  <a:pt x="155664" y="227239"/>
                </a:lnTo>
                <a:close/>
                <a:moveTo>
                  <a:pt x="207096" y="56105"/>
                </a:moveTo>
                <a:lnTo>
                  <a:pt x="217286" y="49514"/>
                </a:lnTo>
                <a:lnTo>
                  <a:pt x="218059" y="49176"/>
                </a:lnTo>
                <a:lnTo>
                  <a:pt x="220881" y="69100"/>
                </a:lnTo>
                <a:lnTo>
                  <a:pt x="223349" y="72691"/>
                </a:lnTo>
                <a:lnTo>
                  <a:pt x="214746" y="73188"/>
                </a:lnTo>
                <a:close/>
                <a:moveTo>
                  <a:pt x="128024" y="220725"/>
                </a:moveTo>
                <a:lnTo>
                  <a:pt x="138452" y="227777"/>
                </a:lnTo>
                <a:lnTo>
                  <a:pt x="139310" y="228942"/>
                </a:lnTo>
                <a:lnTo>
                  <a:pt x="151988" y="248715"/>
                </a:lnTo>
                <a:lnTo>
                  <a:pt x="140287" y="240143"/>
                </a:lnTo>
                <a:close/>
                <a:moveTo>
                  <a:pt x="164954" y="143687"/>
                </a:moveTo>
                <a:lnTo>
                  <a:pt x="194535" y="159583"/>
                </a:lnTo>
                <a:lnTo>
                  <a:pt x="214379" y="192754"/>
                </a:lnTo>
                <a:lnTo>
                  <a:pt x="218971" y="199393"/>
                </a:lnTo>
                <a:lnTo>
                  <a:pt x="217459" y="198133"/>
                </a:lnTo>
                <a:lnTo>
                  <a:pt x="186047" y="174063"/>
                </a:lnTo>
                <a:lnTo>
                  <a:pt x="171092" y="150858"/>
                </a:lnTo>
                <a:close/>
                <a:moveTo>
                  <a:pt x="150476" y="172814"/>
                </a:moveTo>
                <a:lnTo>
                  <a:pt x="150778" y="172912"/>
                </a:lnTo>
                <a:lnTo>
                  <a:pt x="152541" y="175242"/>
                </a:lnTo>
                <a:lnTo>
                  <a:pt x="150516" y="172927"/>
                </a:lnTo>
                <a:close/>
                <a:moveTo>
                  <a:pt x="50054" y="381508"/>
                </a:moveTo>
                <a:lnTo>
                  <a:pt x="50999" y="383081"/>
                </a:lnTo>
                <a:lnTo>
                  <a:pt x="62541" y="400016"/>
                </a:lnTo>
                <a:lnTo>
                  <a:pt x="77454" y="432326"/>
                </a:lnTo>
                <a:lnTo>
                  <a:pt x="78117" y="433544"/>
                </a:lnTo>
                <a:lnTo>
                  <a:pt x="72489" y="427343"/>
                </a:lnTo>
                <a:close/>
                <a:moveTo>
                  <a:pt x="8788" y="462279"/>
                </a:moveTo>
                <a:lnTo>
                  <a:pt x="15792" y="470353"/>
                </a:lnTo>
                <a:lnTo>
                  <a:pt x="24555" y="483086"/>
                </a:lnTo>
                <a:cubicBezTo>
                  <a:pt x="30248" y="490897"/>
                  <a:pt x="33988" y="495040"/>
                  <a:pt x="46237" y="511251"/>
                </a:cubicBezTo>
                <a:lnTo>
                  <a:pt x="51676" y="518624"/>
                </a:lnTo>
                <a:lnTo>
                  <a:pt x="46498" y="518229"/>
                </a:lnTo>
                <a:lnTo>
                  <a:pt x="10063" y="464488"/>
                </a:lnTo>
                <a:close/>
                <a:moveTo>
                  <a:pt x="108787" y="252467"/>
                </a:moveTo>
                <a:lnTo>
                  <a:pt x="112018" y="255201"/>
                </a:lnTo>
                <a:lnTo>
                  <a:pt x="113431" y="257542"/>
                </a:lnTo>
                <a:cubicBezTo>
                  <a:pt x="118922" y="266411"/>
                  <a:pt x="125483" y="276809"/>
                  <a:pt x="133280" y="288964"/>
                </a:cubicBezTo>
                <a:lnTo>
                  <a:pt x="134048" y="290146"/>
                </a:lnTo>
                <a:lnTo>
                  <a:pt x="131799" y="288741"/>
                </a:lnTo>
                <a:close/>
                <a:moveTo>
                  <a:pt x="147466" y="171840"/>
                </a:moveTo>
                <a:lnTo>
                  <a:pt x="150395" y="172788"/>
                </a:lnTo>
                <a:lnTo>
                  <a:pt x="150516" y="172927"/>
                </a:lnTo>
                <a:lnTo>
                  <a:pt x="153043" y="179999"/>
                </a:lnTo>
                <a:lnTo>
                  <a:pt x="155364" y="185576"/>
                </a:lnTo>
                <a:close/>
                <a:moveTo>
                  <a:pt x="169510" y="118144"/>
                </a:moveTo>
                <a:lnTo>
                  <a:pt x="194589" y="140211"/>
                </a:lnTo>
                <a:lnTo>
                  <a:pt x="202149" y="147076"/>
                </a:lnTo>
                <a:lnTo>
                  <a:pt x="224270" y="174457"/>
                </a:lnTo>
                <a:lnTo>
                  <a:pt x="197621" y="161241"/>
                </a:lnTo>
                <a:lnTo>
                  <a:pt x="194535" y="159583"/>
                </a:lnTo>
                <a:lnTo>
                  <a:pt x="173647" y="124667"/>
                </a:lnTo>
                <a:close/>
                <a:moveTo>
                  <a:pt x="125267" y="209851"/>
                </a:moveTo>
                <a:lnTo>
                  <a:pt x="139911" y="228763"/>
                </a:lnTo>
                <a:lnTo>
                  <a:pt x="138452" y="227777"/>
                </a:lnTo>
                <a:close/>
                <a:moveTo>
                  <a:pt x="147192" y="163624"/>
                </a:moveTo>
                <a:lnTo>
                  <a:pt x="149705" y="165247"/>
                </a:lnTo>
                <a:lnTo>
                  <a:pt x="150695" y="166532"/>
                </a:lnTo>
                <a:lnTo>
                  <a:pt x="167843" y="182286"/>
                </a:lnTo>
                <a:lnTo>
                  <a:pt x="167941" y="182412"/>
                </a:lnTo>
                <a:lnTo>
                  <a:pt x="159559" y="175754"/>
                </a:lnTo>
                <a:lnTo>
                  <a:pt x="150778" y="172912"/>
                </a:lnTo>
                <a:lnTo>
                  <a:pt x="150272" y="172243"/>
                </a:lnTo>
                <a:close/>
                <a:moveTo>
                  <a:pt x="106017" y="245261"/>
                </a:moveTo>
                <a:lnTo>
                  <a:pt x="113064" y="249792"/>
                </a:lnTo>
                <a:lnTo>
                  <a:pt x="175639" y="302704"/>
                </a:lnTo>
                <a:lnTo>
                  <a:pt x="185776" y="322830"/>
                </a:lnTo>
                <a:lnTo>
                  <a:pt x="183553" y="321392"/>
                </a:lnTo>
                <a:lnTo>
                  <a:pt x="172671" y="314518"/>
                </a:lnTo>
                <a:lnTo>
                  <a:pt x="141876" y="280468"/>
                </a:lnTo>
                <a:lnTo>
                  <a:pt x="112018" y="255201"/>
                </a:lnTo>
                <a:close/>
                <a:moveTo>
                  <a:pt x="189566" y="67445"/>
                </a:moveTo>
                <a:lnTo>
                  <a:pt x="193544" y="64871"/>
                </a:lnTo>
                <a:lnTo>
                  <a:pt x="199585" y="69448"/>
                </a:lnTo>
                <a:lnTo>
                  <a:pt x="214306" y="83906"/>
                </a:lnTo>
                <a:lnTo>
                  <a:pt x="225696" y="103104"/>
                </a:lnTo>
                <a:lnTo>
                  <a:pt x="235262" y="122970"/>
                </a:lnTo>
                <a:close/>
                <a:moveTo>
                  <a:pt x="141940" y="164918"/>
                </a:moveTo>
                <a:lnTo>
                  <a:pt x="145240" y="167968"/>
                </a:lnTo>
                <a:lnTo>
                  <a:pt x="147466" y="171840"/>
                </a:lnTo>
                <a:lnTo>
                  <a:pt x="145810" y="171304"/>
                </a:lnTo>
                <a:close/>
                <a:moveTo>
                  <a:pt x="140114" y="159053"/>
                </a:moveTo>
                <a:lnTo>
                  <a:pt x="140462" y="159278"/>
                </a:lnTo>
                <a:lnTo>
                  <a:pt x="150272" y="172243"/>
                </a:lnTo>
                <a:lnTo>
                  <a:pt x="150476" y="172814"/>
                </a:lnTo>
                <a:lnTo>
                  <a:pt x="150395" y="172788"/>
                </a:lnTo>
                <a:lnTo>
                  <a:pt x="150144" y="172502"/>
                </a:lnTo>
                <a:lnTo>
                  <a:pt x="145240" y="167968"/>
                </a:lnTo>
                <a:close/>
                <a:moveTo>
                  <a:pt x="143194" y="152437"/>
                </a:moveTo>
                <a:lnTo>
                  <a:pt x="157903" y="169572"/>
                </a:lnTo>
                <a:lnTo>
                  <a:pt x="159433" y="171529"/>
                </a:lnTo>
                <a:lnTo>
                  <a:pt x="149705" y="165247"/>
                </a:lnTo>
                <a:lnTo>
                  <a:pt x="146101" y="160570"/>
                </a:lnTo>
                <a:close/>
                <a:moveTo>
                  <a:pt x="933" y="447844"/>
                </a:moveTo>
                <a:lnTo>
                  <a:pt x="40143" y="488118"/>
                </a:lnTo>
                <a:lnTo>
                  <a:pt x="56885" y="519021"/>
                </a:lnTo>
                <a:lnTo>
                  <a:pt x="55718" y="518932"/>
                </a:lnTo>
                <a:lnTo>
                  <a:pt x="28822" y="485373"/>
                </a:lnTo>
                <a:lnTo>
                  <a:pt x="15792" y="470353"/>
                </a:lnTo>
                <a:lnTo>
                  <a:pt x="13245" y="466651"/>
                </a:lnTo>
                <a:close/>
                <a:moveTo>
                  <a:pt x="131" y="447278"/>
                </a:moveTo>
                <a:lnTo>
                  <a:pt x="8788" y="462279"/>
                </a:lnTo>
                <a:lnTo>
                  <a:pt x="1057" y="453367"/>
                </a:lnTo>
                <a:close/>
                <a:moveTo>
                  <a:pt x="0" y="446419"/>
                </a:moveTo>
                <a:lnTo>
                  <a:pt x="933" y="447844"/>
                </a:lnTo>
                <a:lnTo>
                  <a:pt x="85" y="446972"/>
                </a:lnTo>
                <a:close/>
                <a:moveTo>
                  <a:pt x="71444" y="295676"/>
                </a:moveTo>
                <a:lnTo>
                  <a:pt x="84224" y="309907"/>
                </a:lnTo>
                <a:cubicBezTo>
                  <a:pt x="106222" y="336586"/>
                  <a:pt x="130494" y="366036"/>
                  <a:pt x="155767" y="397158"/>
                </a:cubicBezTo>
                <a:lnTo>
                  <a:pt x="183134" y="431491"/>
                </a:lnTo>
                <a:lnTo>
                  <a:pt x="201725" y="461358"/>
                </a:lnTo>
                <a:lnTo>
                  <a:pt x="156641" y="420676"/>
                </a:lnTo>
                <a:lnTo>
                  <a:pt x="114849" y="368205"/>
                </a:lnTo>
                <a:lnTo>
                  <a:pt x="107354" y="355829"/>
                </a:lnTo>
                <a:close/>
                <a:moveTo>
                  <a:pt x="52080" y="336022"/>
                </a:moveTo>
                <a:lnTo>
                  <a:pt x="82754" y="370933"/>
                </a:lnTo>
                <a:lnTo>
                  <a:pt x="66567" y="353337"/>
                </a:lnTo>
                <a:close/>
                <a:moveTo>
                  <a:pt x="111525" y="209975"/>
                </a:moveTo>
                <a:lnTo>
                  <a:pt x="115535" y="212279"/>
                </a:lnTo>
                <a:lnTo>
                  <a:pt x="120319" y="215515"/>
                </a:lnTo>
                <a:lnTo>
                  <a:pt x="133193" y="231970"/>
                </a:lnTo>
                <a:lnTo>
                  <a:pt x="137639" y="238204"/>
                </a:lnTo>
                <a:lnTo>
                  <a:pt x="123657" y="227961"/>
                </a:lnTo>
                <a:close/>
                <a:moveTo>
                  <a:pt x="129088" y="168100"/>
                </a:moveTo>
                <a:lnTo>
                  <a:pt x="134403" y="167613"/>
                </a:lnTo>
                <a:lnTo>
                  <a:pt x="145810" y="171304"/>
                </a:lnTo>
                <a:lnTo>
                  <a:pt x="157348" y="190344"/>
                </a:lnTo>
                <a:lnTo>
                  <a:pt x="162246" y="202116"/>
                </a:lnTo>
                <a:lnTo>
                  <a:pt x="159645" y="199473"/>
                </a:lnTo>
                <a:lnTo>
                  <a:pt x="157903" y="198394"/>
                </a:lnTo>
                <a:lnTo>
                  <a:pt x="157369" y="197363"/>
                </a:lnTo>
                <a:cubicBezTo>
                  <a:pt x="154154" y="191071"/>
                  <a:pt x="153942" y="190462"/>
                  <a:pt x="155185" y="192873"/>
                </a:cubicBezTo>
                <a:lnTo>
                  <a:pt x="157811" y="198337"/>
                </a:lnTo>
                <a:lnTo>
                  <a:pt x="151490" y="194420"/>
                </a:lnTo>
                <a:lnTo>
                  <a:pt x="150492" y="193675"/>
                </a:lnTo>
                <a:lnTo>
                  <a:pt x="136704" y="178728"/>
                </a:lnTo>
                <a:close/>
                <a:moveTo>
                  <a:pt x="166103" y="82621"/>
                </a:moveTo>
                <a:lnTo>
                  <a:pt x="179660" y="73852"/>
                </a:lnTo>
                <a:lnTo>
                  <a:pt x="179719" y="73975"/>
                </a:lnTo>
                <a:lnTo>
                  <a:pt x="202931" y="121060"/>
                </a:lnTo>
                <a:lnTo>
                  <a:pt x="183105" y="103799"/>
                </a:lnTo>
                <a:lnTo>
                  <a:pt x="179667" y="101200"/>
                </a:lnTo>
                <a:close/>
                <a:moveTo>
                  <a:pt x="93427" y="231425"/>
                </a:moveTo>
                <a:lnTo>
                  <a:pt x="98629" y="232642"/>
                </a:lnTo>
                <a:lnTo>
                  <a:pt x="100002" y="235297"/>
                </a:lnTo>
                <a:lnTo>
                  <a:pt x="106017" y="245261"/>
                </a:lnTo>
                <a:lnTo>
                  <a:pt x="102307" y="242875"/>
                </a:lnTo>
                <a:close/>
                <a:moveTo>
                  <a:pt x="80892" y="256968"/>
                </a:moveTo>
                <a:lnTo>
                  <a:pt x="92869" y="264421"/>
                </a:lnTo>
                <a:lnTo>
                  <a:pt x="93019" y="264586"/>
                </a:lnTo>
                <a:cubicBezTo>
                  <a:pt x="96549" y="268949"/>
                  <a:pt x="102698" y="277025"/>
                  <a:pt x="113760" y="292384"/>
                </a:cubicBezTo>
                <a:lnTo>
                  <a:pt x="153758" y="350309"/>
                </a:lnTo>
                <a:lnTo>
                  <a:pt x="152222" y="348890"/>
                </a:lnTo>
                <a:lnTo>
                  <a:pt x="144339" y="338747"/>
                </a:lnTo>
                <a:close/>
                <a:moveTo>
                  <a:pt x="37402" y="344354"/>
                </a:moveTo>
                <a:lnTo>
                  <a:pt x="55384" y="370022"/>
                </a:lnTo>
                <a:lnTo>
                  <a:pt x="140245" y="479403"/>
                </a:lnTo>
                <a:lnTo>
                  <a:pt x="151241" y="500525"/>
                </a:lnTo>
                <a:lnTo>
                  <a:pt x="189969" y="562024"/>
                </a:lnTo>
                <a:lnTo>
                  <a:pt x="175038" y="551598"/>
                </a:lnTo>
                <a:lnTo>
                  <a:pt x="135955" y="501357"/>
                </a:lnTo>
                <a:cubicBezTo>
                  <a:pt x="112644" y="470489"/>
                  <a:pt x="90621" y="440438"/>
                  <a:pt x="73219" y="415683"/>
                </a:cubicBezTo>
                <a:lnTo>
                  <a:pt x="62541" y="400016"/>
                </a:lnTo>
                <a:lnTo>
                  <a:pt x="46796" y="365902"/>
                </a:lnTo>
                <a:close/>
                <a:moveTo>
                  <a:pt x="121462" y="168799"/>
                </a:moveTo>
                <a:lnTo>
                  <a:pt x="122095" y="168741"/>
                </a:lnTo>
                <a:lnTo>
                  <a:pt x="138311" y="184579"/>
                </a:lnTo>
                <a:lnTo>
                  <a:pt x="150492" y="193675"/>
                </a:lnTo>
                <a:lnTo>
                  <a:pt x="161094" y="205167"/>
                </a:lnTo>
                <a:lnTo>
                  <a:pt x="161734" y="206498"/>
                </a:lnTo>
                <a:lnTo>
                  <a:pt x="166809" y="219813"/>
                </a:lnTo>
                <a:lnTo>
                  <a:pt x="165560" y="218919"/>
                </a:lnTo>
                <a:lnTo>
                  <a:pt x="152522" y="211126"/>
                </a:lnTo>
                <a:lnTo>
                  <a:pt x="140990" y="196172"/>
                </a:lnTo>
                <a:close/>
                <a:moveTo>
                  <a:pt x="44676" y="327173"/>
                </a:moveTo>
                <a:lnTo>
                  <a:pt x="52080" y="336022"/>
                </a:lnTo>
                <a:lnTo>
                  <a:pt x="48267" y="331681"/>
                </a:lnTo>
                <a:close/>
                <a:moveTo>
                  <a:pt x="157601" y="89038"/>
                </a:moveTo>
                <a:lnTo>
                  <a:pt x="160325" y="86576"/>
                </a:lnTo>
                <a:lnTo>
                  <a:pt x="179667" y="101200"/>
                </a:lnTo>
                <a:lnTo>
                  <a:pt x="181733" y="104030"/>
                </a:lnTo>
                <a:cubicBezTo>
                  <a:pt x="202659" y="132280"/>
                  <a:pt x="212934" y="145089"/>
                  <a:pt x="219671" y="155701"/>
                </a:cubicBezTo>
                <a:lnTo>
                  <a:pt x="226084" y="168816"/>
                </a:lnTo>
                <a:lnTo>
                  <a:pt x="202149" y="147076"/>
                </a:lnTo>
                <a:lnTo>
                  <a:pt x="169568" y="106751"/>
                </a:lnTo>
                <a:close/>
                <a:moveTo>
                  <a:pt x="127365" y="151495"/>
                </a:moveTo>
                <a:cubicBezTo>
                  <a:pt x="126263" y="150364"/>
                  <a:pt x="126390" y="150196"/>
                  <a:pt x="128501" y="151554"/>
                </a:cubicBezTo>
                <a:lnTo>
                  <a:pt x="137158" y="157144"/>
                </a:lnTo>
                <a:lnTo>
                  <a:pt x="137493" y="157581"/>
                </a:lnTo>
                <a:lnTo>
                  <a:pt x="141940" y="164918"/>
                </a:lnTo>
                <a:lnTo>
                  <a:pt x="133609" y="157218"/>
                </a:lnTo>
                <a:cubicBezTo>
                  <a:pt x="130801" y="154722"/>
                  <a:pt x="128468" y="152627"/>
                  <a:pt x="127365" y="151495"/>
                </a:cubicBezTo>
                <a:close/>
                <a:moveTo>
                  <a:pt x="17179" y="374781"/>
                </a:moveTo>
                <a:lnTo>
                  <a:pt x="64945" y="419033"/>
                </a:lnTo>
                <a:lnTo>
                  <a:pt x="72489" y="427343"/>
                </a:lnTo>
                <a:lnTo>
                  <a:pt x="108649" y="501221"/>
                </a:lnTo>
                <a:lnTo>
                  <a:pt x="148811" y="575674"/>
                </a:lnTo>
                <a:lnTo>
                  <a:pt x="146586" y="574457"/>
                </a:lnTo>
                <a:lnTo>
                  <a:pt x="139576" y="568880"/>
                </a:lnTo>
                <a:lnTo>
                  <a:pt x="138009" y="567744"/>
                </a:lnTo>
                <a:lnTo>
                  <a:pt x="91474" y="492981"/>
                </a:lnTo>
                <a:lnTo>
                  <a:pt x="56101" y="443862"/>
                </a:lnTo>
                <a:lnTo>
                  <a:pt x="35436" y="409363"/>
                </a:lnTo>
                <a:close/>
                <a:moveTo>
                  <a:pt x="147157" y="98476"/>
                </a:moveTo>
                <a:lnTo>
                  <a:pt x="153437" y="92800"/>
                </a:lnTo>
                <a:lnTo>
                  <a:pt x="169510" y="118144"/>
                </a:lnTo>
                <a:close/>
                <a:moveTo>
                  <a:pt x="103433" y="181785"/>
                </a:moveTo>
                <a:cubicBezTo>
                  <a:pt x="112759" y="193806"/>
                  <a:pt x="119524" y="202388"/>
                  <a:pt x="125060" y="209569"/>
                </a:cubicBezTo>
                <a:lnTo>
                  <a:pt x="125267" y="209851"/>
                </a:lnTo>
                <a:lnTo>
                  <a:pt x="124700" y="209118"/>
                </a:lnTo>
                <a:lnTo>
                  <a:pt x="112510" y="196159"/>
                </a:lnTo>
                <a:close/>
                <a:moveTo>
                  <a:pt x="125957" y="134432"/>
                </a:moveTo>
                <a:lnTo>
                  <a:pt x="146101" y="160570"/>
                </a:lnTo>
                <a:lnTo>
                  <a:pt x="147192" y="163624"/>
                </a:lnTo>
                <a:lnTo>
                  <a:pt x="140462" y="159278"/>
                </a:lnTo>
                <a:lnTo>
                  <a:pt x="139550" y="158072"/>
                </a:lnTo>
                <a:close/>
                <a:moveTo>
                  <a:pt x="57947" y="272746"/>
                </a:moveTo>
                <a:lnTo>
                  <a:pt x="74714" y="282842"/>
                </a:lnTo>
                <a:lnTo>
                  <a:pt x="96289" y="299731"/>
                </a:lnTo>
                <a:lnTo>
                  <a:pt x="120077" y="333308"/>
                </a:lnTo>
                <a:lnTo>
                  <a:pt x="115061" y="328646"/>
                </a:lnTo>
                <a:cubicBezTo>
                  <a:pt x="100330" y="315379"/>
                  <a:pt x="84006" y="301082"/>
                  <a:pt x="67290" y="286953"/>
                </a:cubicBezTo>
                <a:lnTo>
                  <a:pt x="65345" y="285374"/>
                </a:lnTo>
                <a:close/>
                <a:moveTo>
                  <a:pt x="89774" y="205853"/>
                </a:moveTo>
                <a:lnTo>
                  <a:pt x="123064" y="227526"/>
                </a:lnTo>
                <a:lnTo>
                  <a:pt x="123657" y="227961"/>
                </a:lnTo>
                <a:lnTo>
                  <a:pt x="134311" y="243756"/>
                </a:lnTo>
                <a:lnTo>
                  <a:pt x="165208" y="283111"/>
                </a:lnTo>
                <a:lnTo>
                  <a:pt x="174073" y="299595"/>
                </a:lnTo>
                <a:lnTo>
                  <a:pt x="175486" y="302400"/>
                </a:lnTo>
                <a:lnTo>
                  <a:pt x="172120" y="298970"/>
                </a:lnTo>
                <a:cubicBezTo>
                  <a:pt x="143347" y="270200"/>
                  <a:pt x="112180" y="240376"/>
                  <a:pt x="100009" y="232964"/>
                </a:cubicBezTo>
                <a:lnTo>
                  <a:pt x="98629" y="232642"/>
                </a:lnTo>
                <a:lnTo>
                  <a:pt x="88433" y="212918"/>
                </a:lnTo>
                <a:cubicBezTo>
                  <a:pt x="83386" y="197392"/>
                  <a:pt x="124778" y="250854"/>
                  <a:pt x="91895" y="208583"/>
                </a:cubicBezTo>
                <a:close/>
                <a:moveTo>
                  <a:pt x="76157" y="229348"/>
                </a:moveTo>
                <a:lnTo>
                  <a:pt x="81484" y="229486"/>
                </a:lnTo>
                <a:lnTo>
                  <a:pt x="102307" y="242875"/>
                </a:lnTo>
                <a:lnTo>
                  <a:pt x="104476" y="245672"/>
                </a:lnTo>
                <a:lnTo>
                  <a:pt x="108787" y="252467"/>
                </a:lnTo>
                <a:lnTo>
                  <a:pt x="95888" y="241552"/>
                </a:lnTo>
                <a:lnTo>
                  <a:pt x="77075" y="230377"/>
                </a:lnTo>
                <a:close/>
                <a:moveTo>
                  <a:pt x="132563" y="111663"/>
                </a:moveTo>
                <a:lnTo>
                  <a:pt x="135372" y="109125"/>
                </a:lnTo>
                <a:lnTo>
                  <a:pt x="164954" y="143687"/>
                </a:lnTo>
                <a:lnTo>
                  <a:pt x="135547" y="127884"/>
                </a:lnTo>
                <a:close/>
                <a:moveTo>
                  <a:pt x="53717" y="275935"/>
                </a:moveTo>
                <a:lnTo>
                  <a:pt x="65345" y="285374"/>
                </a:lnTo>
                <a:lnTo>
                  <a:pt x="68008" y="289921"/>
                </a:lnTo>
                <a:lnTo>
                  <a:pt x="71444" y="295676"/>
                </a:lnTo>
                <a:close/>
                <a:moveTo>
                  <a:pt x="70125" y="229192"/>
                </a:moveTo>
                <a:lnTo>
                  <a:pt x="75306" y="229326"/>
                </a:lnTo>
                <a:lnTo>
                  <a:pt x="77075" y="230377"/>
                </a:lnTo>
                <a:lnTo>
                  <a:pt x="113412" y="271088"/>
                </a:lnTo>
                <a:lnTo>
                  <a:pt x="122010" y="282626"/>
                </a:lnTo>
                <a:lnTo>
                  <a:pt x="93089" y="264558"/>
                </a:lnTo>
                <a:lnTo>
                  <a:pt x="92869" y="264421"/>
                </a:lnTo>
                <a:lnTo>
                  <a:pt x="88000" y="259069"/>
                </a:lnTo>
                <a:cubicBezTo>
                  <a:pt x="86838" y="258057"/>
                  <a:pt x="86990" y="257619"/>
                  <a:pt x="70125" y="229192"/>
                </a:cubicBezTo>
                <a:close/>
                <a:moveTo>
                  <a:pt x="96548" y="172066"/>
                </a:moveTo>
                <a:lnTo>
                  <a:pt x="115044" y="169408"/>
                </a:lnTo>
                <a:lnTo>
                  <a:pt x="138431" y="202704"/>
                </a:lnTo>
                <a:lnTo>
                  <a:pt x="103433" y="181785"/>
                </a:lnTo>
                <a:close/>
                <a:moveTo>
                  <a:pt x="119601" y="123377"/>
                </a:moveTo>
                <a:lnTo>
                  <a:pt x="122420" y="120829"/>
                </a:lnTo>
                <a:lnTo>
                  <a:pt x="135547" y="127884"/>
                </a:lnTo>
                <a:lnTo>
                  <a:pt x="136741" y="134378"/>
                </a:lnTo>
                <a:lnTo>
                  <a:pt x="143194" y="152437"/>
                </a:lnTo>
                <a:lnTo>
                  <a:pt x="122343" y="128147"/>
                </a:lnTo>
                <a:close/>
                <a:moveTo>
                  <a:pt x="118076" y="124755"/>
                </a:moveTo>
                <a:lnTo>
                  <a:pt x="118840" y="124065"/>
                </a:lnTo>
                <a:lnTo>
                  <a:pt x="122343" y="128147"/>
                </a:lnTo>
                <a:lnTo>
                  <a:pt x="125957" y="134432"/>
                </a:lnTo>
                <a:lnTo>
                  <a:pt x="119565" y="126138"/>
                </a:lnTo>
                <a:close/>
                <a:moveTo>
                  <a:pt x="2698" y="364021"/>
                </a:moveTo>
                <a:lnTo>
                  <a:pt x="21728" y="396133"/>
                </a:lnTo>
                <a:lnTo>
                  <a:pt x="56101" y="443862"/>
                </a:lnTo>
                <a:lnTo>
                  <a:pt x="65363" y="459325"/>
                </a:lnTo>
                <a:cubicBezTo>
                  <a:pt x="74740" y="475983"/>
                  <a:pt x="81788" y="493764"/>
                  <a:pt x="88509" y="511713"/>
                </a:cubicBezTo>
                <a:lnTo>
                  <a:pt x="99721" y="539974"/>
                </a:lnTo>
                <a:lnTo>
                  <a:pt x="61938" y="510504"/>
                </a:lnTo>
                <a:lnTo>
                  <a:pt x="40143" y="488118"/>
                </a:lnTo>
                <a:lnTo>
                  <a:pt x="23108" y="456674"/>
                </a:lnTo>
                <a:lnTo>
                  <a:pt x="79" y="410596"/>
                </a:lnTo>
                <a:lnTo>
                  <a:pt x="510" y="376148"/>
                </a:lnTo>
                <a:close/>
                <a:moveTo>
                  <a:pt x="114657" y="127845"/>
                </a:moveTo>
                <a:lnTo>
                  <a:pt x="115050" y="127489"/>
                </a:lnTo>
                <a:lnTo>
                  <a:pt x="122511" y="135552"/>
                </a:lnTo>
                <a:lnTo>
                  <a:pt x="139550" y="158072"/>
                </a:lnTo>
                <a:lnTo>
                  <a:pt x="140114" y="159053"/>
                </a:lnTo>
                <a:lnTo>
                  <a:pt x="137158" y="157144"/>
                </a:lnTo>
                <a:close/>
                <a:moveTo>
                  <a:pt x="5142" y="350472"/>
                </a:moveTo>
                <a:lnTo>
                  <a:pt x="8324" y="358010"/>
                </a:lnTo>
                <a:lnTo>
                  <a:pt x="17179" y="374781"/>
                </a:lnTo>
                <a:lnTo>
                  <a:pt x="12792" y="370718"/>
                </a:lnTo>
                <a:lnTo>
                  <a:pt x="3271" y="360842"/>
                </a:lnTo>
                <a:close/>
                <a:moveTo>
                  <a:pt x="102808" y="141596"/>
                </a:moveTo>
                <a:lnTo>
                  <a:pt x="107113" y="136213"/>
                </a:lnTo>
                <a:lnTo>
                  <a:pt x="111325" y="143314"/>
                </a:lnTo>
                <a:lnTo>
                  <a:pt x="129088" y="168100"/>
                </a:lnTo>
                <a:lnTo>
                  <a:pt x="122095" y="168741"/>
                </a:lnTo>
                <a:lnTo>
                  <a:pt x="119869" y="166566"/>
                </a:lnTo>
                <a:lnTo>
                  <a:pt x="119464" y="165999"/>
                </a:lnTo>
                <a:close/>
                <a:moveTo>
                  <a:pt x="86890" y="173454"/>
                </a:moveTo>
                <a:lnTo>
                  <a:pt x="90095" y="172994"/>
                </a:lnTo>
                <a:lnTo>
                  <a:pt x="98494" y="181257"/>
                </a:lnTo>
                <a:lnTo>
                  <a:pt x="112510" y="196159"/>
                </a:lnTo>
                <a:lnTo>
                  <a:pt x="128024" y="220725"/>
                </a:lnTo>
                <a:lnTo>
                  <a:pt x="120319" y="215515"/>
                </a:lnTo>
                <a:lnTo>
                  <a:pt x="111658" y="204443"/>
                </a:lnTo>
                <a:cubicBezTo>
                  <a:pt x="104705" y="195788"/>
                  <a:pt x="98355" y="188063"/>
                  <a:pt x="93743" y="182503"/>
                </a:cubicBezTo>
                <a:lnTo>
                  <a:pt x="89859" y="177855"/>
                </a:lnTo>
                <a:close/>
                <a:moveTo>
                  <a:pt x="99738" y="145435"/>
                </a:moveTo>
                <a:lnTo>
                  <a:pt x="99820" y="145332"/>
                </a:lnTo>
                <a:lnTo>
                  <a:pt x="114014" y="160848"/>
                </a:lnTo>
                <a:lnTo>
                  <a:pt x="119869" y="166566"/>
                </a:lnTo>
                <a:lnTo>
                  <a:pt x="121462" y="168799"/>
                </a:lnTo>
                <a:lnTo>
                  <a:pt x="115436" y="169352"/>
                </a:lnTo>
                <a:lnTo>
                  <a:pt x="115044" y="169408"/>
                </a:lnTo>
                <a:lnTo>
                  <a:pt x="111673" y="164609"/>
                </a:lnTo>
                <a:close/>
                <a:moveTo>
                  <a:pt x="27668" y="286462"/>
                </a:moveTo>
                <a:lnTo>
                  <a:pt x="33526" y="293633"/>
                </a:lnTo>
                <a:lnTo>
                  <a:pt x="64377" y="327497"/>
                </a:lnTo>
                <a:lnTo>
                  <a:pt x="94591" y="374450"/>
                </a:lnTo>
                <a:lnTo>
                  <a:pt x="115675" y="404047"/>
                </a:lnTo>
                <a:lnTo>
                  <a:pt x="86660" y="375180"/>
                </a:lnTo>
                <a:lnTo>
                  <a:pt x="84968" y="373341"/>
                </a:lnTo>
                <a:close/>
                <a:moveTo>
                  <a:pt x="83159" y="166168"/>
                </a:moveTo>
                <a:lnTo>
                  <a:pt x="88043" y="160061"/>
                </a:lnTo>
                <a:lnTo>
                  <a:pt x="96548" y="172066"/>
                </a:lnTo>
                <a:lnTo>
                  <a:pt x="90095" y="172994"/>
                </a:lnTo>
                <a:close/>
                <a:moveTo>
                  <a:pt x="12626" y="308989"/>
                </a:moveTo>
                <a:lnTo>
                  <a:pt x="19037" y="318139"/>
                </a:lnTo>
                <a:lnTo>
                  <a:pt x="50054" y="381508"/>
                </a:lnTo>
                <a:lnTo>
                  <a:pt x="38208" y="361782"/>
                </a:lnTo>
                <a:lnTo>
                  <a:pt x="12431" y="310071"/>
                </a:lnTo>
                <a:close/>
                <a:moveTo>
                  <a:pt x="31015" y="269474"/>
                </a:moveTo>
                <a:lnTo>
                  <a:pt x="66556" y="307573"/>
                </a:lnTo>
                <a:lnTo>
                  <a:pt x="114849" y="368205"/>
                </a:lnTo>
                <a:lnTo>
                  <a:pt x="134555" y="400746"/>
                </a:lnTo>
                <a:lnTo>
                  <a:pt x="115186" y="383268"/>
                </a:lnTo>
                <a:lnTo>
                  <a:pt x="64377" y="327497"/>
                </a:lnTo>
                <a:lnTo>
                  <a:pt x="58808" y="318843"/>
                </a:lnTo>
                <a:close/>
                <a:moveTo>
                  <a:pt x="16739" y="296958"/>
                </a:moveTo>
                <a:lnTo>
                  <a:pt x="37402" y="344354"/>
                </a:lnTo>
                <a:lnTo>
                  <a:pt x="19037" y="318139"/>
                </a:lnTo>
                <a:lnTo>
                  <a:pt x="13322" y="306463"/>
                </a:lnTo>
                <a:close/>
                <a:moveTo>
                  <a:pt x="17945" y="293602"/>
                </a:moveTo>
                <a:lnTo>
                  <a:pt x="44676" y="327173"/>
                </a:lnTo>
                <a:lnTo>
                  <a:pt x="30198" y="309868"/>
                </a:lnTo>
                <a:lnTo>
                  <a:pt x="17766" y="294101"/>
                </a:lnTo>
                <a:close/>
                <a:moveTo>
                  <a:pt x="23077" y="279327"/>
                </a:moveTo>
                <a:lnTo>
                  <a:pt x="24109" y="281067"/>
                </a:lnTo>
                <a:lnTo>
                  <a:pt x="27668" y="286462"/>
                </a:lnTo>
                <a:lnTo>
                  <a:pt x="22698" y="280380"/>
                </a:lnTo>
                <a:close/>
                <a:moveTo>
                  <a:pt x="65661" y="190154"/>
                </a:moveTo>
                <a:lnTo>
                  <a:pt x="69610" y="183112"/>
                </a:lnTo>
                <a:lnTo>
                  <a:pt x="82517" y="166971"/>
                </a:lnTo>
                <a:lnTo>
                  <a:pt x="86890" y="173454"/>
                </a:lnTo>
                <a:lnTo>
                  <a:pt x="86257" y="173545"/>
                </a:lnTo>
                <a:lnTo>
                  <a:pt x="89859" y="177855"/>
                </a:lnTo>
                <a:lnTo>
                  <a:pt x="111525" y="209975"/>
                </a:lnTo>
                <a:lnTo>
                  <a:pt x="78017" y="190721"/>
                </a:lnTo>
                <a:lnTo>
                  <a:pt x="89774" y="205853"/>
                </a:lnTo>
                <a:close/>
                <a:moveTo>
                  <a:pt x="56212" y="207003"/>
                </a:moveTo>
                <a:lnTo>
                  <a:pt x="63777" y="193514"/>
                </a:lnTo>
                <a:lnTo>
                  <a:pt x="65384" y="195266"/>
                </a:lnTo>
                <a:lnTo>
                  <a:pt x="93427" y="231425"/>
                </a:lnTo>
                <a:lnTo>
                  <a:pt x="85587" y="229592"/>
                </a:lnTo>
                <a:lnTo>
                  <a:pt x="81484" y="229486"/>
                </a:lnTo>
                <a:lnTo>
                  <a:pt x="69269" y="221631"/>
                </a:lnTo>
                <a:close/>
                <a:moveTo>
                  <a:pt x="28332" y="264709"/>
                </a:moveTo>
                <a:lnTo>
                  <a:pt x="31015" y="269474"/>
                </a:lnTo>
                <a:lnTo>
                  <a:pt x="27842" y="266073"/>
                </a:lnTo>
                <a:close/>
                <a:moveTo>
                  <a:pt x="51593" y="215241"/>
                </a:moveTo>
                <a:lnTo>
                  <a:pt x="53052" y="212639"/>
                </a:lnTo>
                <a:lnTo>
                  <a:pt x="68893" y="221389"/>
                </a:lnTo>
                <a:lnTo>
                  <a:pt x="69269" y="221631"/>
                </a:lnTo>
                <a:lnTo>
                  <a:pt x="76157" y="229348"/>
                </a:lnTo>
                <a:lnTo>
                  <a:pt x="75306" y="229326"/>
                </a:lnTo>
                <a:close/>
                <a:moveTo>
                  <a:pt x="31217" y="256684"/>
                </a:moveTo>
                <a:lnTo>
                  <a:pt x="31614" y="256891"/>
                </a:lnTo>
                <a:lnTo>
                  <a:pt x="42511" y="263452"/>
                </a:lnTo>
                <a:lnTo>
                  <a:pt x="42851" y="263836"/>
                </a:lnTo>
                <a:lnTo>
                  <a:pt x="53717" y="275935"/>
                </a:lnTo>
                <a:lnTo>
                  <a:pt x="30943" y="257448"/>
                </a:lnTo>
                <a:close/>
                <a:moveTo>
                  <a:pt x="47785" y="222030"/>
                </a:moveTo>
                <a:lnTo>
                  <a:pt x="50305" y="217537"/>
                </a:lnTo>
                <a:lnTo>
                  <a:pt x="52949" y="220952"/>
                </a:lnTo>
                <a:lnTo>
                  <a:pt x="80892" y="256968"/>
                </a:lnTo>
                <a:lnTo>
                  <a:pt x="77647" y="254949"/>
                </a:lnTo>
                <a:cubicBezTo>
                  <a:pt x="73728" y="252513"/>
                  <a:pt x="71187" y="250933"/>
                  <a:pt x="70473" y="250488"/>
                </a:cubicBezTo>
                <a:cubicBezTo>
                  <a:pt x="76314" y="260333"/>
                  <a:pt x="81492" y="270603"/>
                  <a:pt x="87996" y="280024"/>
                </a:cubicBezTo>
                <a:cubicBezTo>
                  <a:pt x="96064" y="291708"/>
                  <a:pt x="107142" y="301306"/>
                  <a:pt x="114107" y="313679"/>
                </a:cubicBezTo>
                <a:lnTo>
                  <a:pt x="96289" y="299731"/>
                </a:lnTo>
                <a:lnTo>
                  <a:pt x="79408" y="275904"/>
                </a:lnTo>
                <a:cubicBezTo>
                  <a:pt x="66265" y="255976"/>
                  <a:pt x="58871" y="243644"/>
                  <a:pt x="54493" y="235698"/>
                </a:cubicBezTo>
                <a:close/>
                <a:moveTo>
                  <a:pt x="36335" y="242449"/>
                </a:moveTo>
                <a:lnTo>
                  <a:pt x="38236" y="239058"/>
                </a:lnTo>
                <a:lnTo>
                  <a:pt x="39199" y="240745"/>
                </a:lnTo>
                <a:lnTo>
                  <a:pt x="57947" y="272746"/>
                </a:lnTo>
                <a:lnTo>
                  <a:pt x="42511" y="263452"/>
                </a:lnTo>
                <a:lnTo>
                  <a:pt x="32743" y="252441"/>
                </a:ln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幼圆" panose="02010509060101010101" pitchFamily="49" charset="-122"/>
            </a:endParaRPr>
          </a:p>
        </p:txBody>
      </p:sp>
      <p:sp>
        <p:nvSpPr>
          <p:cNvPr id="9" name="文本框 8"/>
          <p:cNvSpPr txBox="1"/>
          <p:nvPr/>
        </p:nvSpPr>
        <p:spPr>
          <a:xfrm>
            <a:off x="3527954" y="775381"/>
            <a:ext cx="1975221" cy="3770263"/>
          </a:xfrm>
          <a:prstGeom prst="rect">
            <a:avLst/>
          </a:prstGeom>
          <a:noFill/>
        </p:spPr>
        <p:txBody>
          <a:bodyPr wrap="none" rtlCol="0">
            <a:spAutoFit/>
          </a:bodyPr>
          <a:lstStyle/>
          <a:p>
            <a:r>
              <a:rPr lang="en-US" altLang="zh-CN" sz="23900" smtClean="0">
                <a:latin typeface="Slim Joe" panose="02000000000000000000" pitchFamily="50" charset="0"/>
                <a:ea typeface="幼圆" panose="02010509060101010101" pitchFamily="49" charset="-122"/>
              </a:rPr>
              <a:t>2</a:t>
            </a:r>
            <a:endParaRPr lang="zh-CN" altLang="en-US" sz="23900">
              <a:latin typeface="Slim Joe" panose="02000000000000000000" pitchFamily="50" charset="0"/>
              <a:ea typeface="幼圆" panose="02010509060101010101" pitchFamily="49" charset="-122"/>
            </a:endParaRPr>
          </a:p>
        </p:txBody>
      </p:sp>
    </p:spTree>
    <p:extLst>
      <p:ext uri="{BB962C8B-B14F-4D97-AF65-F5344CB8AC3E}">
        <p14:creationId xmlns="" xmlns:p14="http://schemas.microsoft.com/office/powerpoint/2010/main" val="3545509608"/>
      </p:ext>
    </p:extLst>
  </p:cSld>
  <p:clrMapOvr>
    <a:masterClrMapping/>
  </p:clrMapOvr>
  <mc:AlternateContent xmlns:mc="http://schemas.openxmlformats.org/markup-compatibility/2006">
    <mc:Choice xmlns=""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8592E714-8771-4256-B120-A1444CD7D5F3}" type="slidenum">
              <a:rPr lang="zh-HK" altLang="en-US" smtClean="0"/>
              <a:pPr/>
              <a:t>2</a:t>
            </a:fld>
            <a:endParaRPr lang="zh-HK" altLang="en-US"/>
          </a:p>
        </p:txBody>
      </p:sp>
      <p:pic>
        <p:nvPicPr>
          <p:cNvPr id="1027" name="Picture 3"/>
          <p:cNvPicPr>
            <a:picLocks noChangeAspect="1" noChangeArrowheads="1"/>
          </p:cNvPicPr>
          <p:nvPr/>
        </p:nvPicPr>
        <p:blipFill>
          <a:blip r:embed="rId3" cstate="print"/>
          <a:srcRect/>
          <a:stretch>
            <a:fillRect/>
          </a:stretch>
        </p:blipFill>
        <p:spPr bwMode="auto">
          <a:xfrm>
            <a:off x="2385" y="1656080"/>
            <a:ext cx="12187230" cy="3708400"/>
          </a:xfrm>
          <a:prstGeom prst="rect">
            <a:avLst/>
          </a:prstGeom>
          <a:noFill/>
          <a:ln w="9525">
            <a:noFill/>
            <a:miter lim="800000"/>
            <a:headEnd/>
            <a:tailEnd/>
          </a:ln>
        </p:spPr>
      </p:pic>
      <p:grpSp>
        <p:nvGrpSpPr>
          <p:cNvPr id="42" name="组合 41"/>
          <p:cNvGrpSpPr/>
          <p:nvPr/>
        </p:nvGrpSpPr>
        <p:grpSpPr>
          <a:xfrm>
            <a:off x="377368" y="449038"/>
            <a:ext cx="10910064" cy="923756"/>
            <a:chOff x="0" y="260350"/>
            <a:chExt cx="10910064" cy="923756"/>
          </a:xfrm>
        </p:grpSpPr>
        <p:sp>
          <p:nvSpPr>
            <p:cNvPr id="43" name="文本框 34"/>
            <p:cNvSpPr txBox="1"/>
            <p:nvPr/>
          </p:nvSpPr>
          <p:spPr>
            <a:xfrm>
              <a:off x="201202" y="353109"/>
              <a:ext cx="10708862" cy="830997"/>
            </a:xfrm>
            <a:prstGeom prst="rect">
              <a:avLst/>
            </a:prstGeom>
            <a:noFill/>
          </p:spPr>
          <p:txBody>
            <a:bodyPr wrap="square" rtlCol="0">
              <a:spAutoFit/>
            </a:bodyPr>
            <a:lstStyle/>
            <a:p>
              <a:pPr lvl="0"/>
              <a:r>
                <a:rPr lang="en-US" altLang="zh-CN" sz="2400" b="1" dirty="0" err="1" smtClean="0">
                  <a:solidFill>
                    <a:srgbClr val="8B0012"/>
                  </a:solidFill>
                  <a:latin typeface="微软雅黑" panose="020B0503020204020204" pitchFamily="34" charset="-122"/>
                  <a:ea typeface="微软雅黑" panose="020B0503020204020204" pitchFamily="34" charset="-122"/>
                </a:rPr>
                <a:t>simNet</a:t>
              </a:r>
              <a:r>
                <a:rPr lang="en-US" altLang="zh-CN" sz="2400" b="1" dirty="0" smtClean="0">
                  <a:solidFill>
                    <a:srgbClr val="8B0012"/>
                  </a:solidFill>
                  <a:latin typeface="微软雅黑" panose="020B0503020204020204" pitchFamily="34" charset="-122"/>
                  <a:ea typeface="微软雅黑" panose="020B0503020204020204" pitchFamily="34" charset="-122"/>
                </a:rPr>
                <a:t>: Stepwise Image-Topic Merging Network for </a:t>
              </a:r>
            </a:p>
            <a:p>
              <a:pPr lvl="0"/>
              <a:r>
                <a:rPr lang="en-US" altLang="zh-CN" sz="2400" b="1" dirty="0" smtClean="0">
                  <a:solidFill>
                    <a:srgbClr val="8B0012"/>
                  </a:solidFill>
                  <a:latin typeface="微软雅黑" panose="020B0503020204020204" pitchFamily="34" charset="-122"/>
                  <a:ea typeface="微软雅黑" panose="020B0503020204020204" pitchFamily="34" charset="-122"/>
                </a:rPr>
                <a:t>Generating Detailed and Comprehensive Image Captions</a:t>
              </a:r>
            </a:p>
          </p:txBody>
        </p:sp>
        <p:sp>
          <p:nvSpPr>
            <p:cNvPr id="44" name="矩形 43"/>
            <p:cNvSpPr/>
            <p:nvPr/>
          </p:nvSpPr>
          <p:spPr>
            <a:xfrm>
              <a:off x="0" y="260350"/>
              <a:ext cx="201202" cy="831850"/>
            </a:xfrm>
            <a:prstGeom prst="rect">
              <a:avLst/>
            </a:prstGeom>
            <a:solidFill>
              <a:srgbClr val="8B0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rgbClr val="D7343F"/>
                </a:solidFill>
              </a:endParaRPr>
            </a:p>
          </p:txBody>
        </p:sp>
      </p:grpSp>
    </p:spTree>
    <p:extLst>
      <p:ext uri="{BB962C8B-B14F-4D97-AF65-F5344CB8AC3E}">
        <p14:creationId xmlns:p14="http://schemas.microsoft.com/office/powerpoint/2010/main" xmlns="" val="4188836823"/>
      </p:ext>
    </p:extLst>
  </p:cSld>
  <p:clrMapOvr>
    <a:masterClrMapping/>
  </p:clrMapOvr>
  <p:transition>
    <p:wip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8592E714-8771-4256-B120-A1444CD7D5F3}" type="slidenum">
              <a:rPr lang="zh-HK" altLang="en-US" smtClean="0"/>
              <a:pPr/>
              <a:t>3</a:t>
            </a:fld>
            <a:endParaRPr lang="zh-HK" altLang="en-US"/>
          </a:p>
        </p:txBody>
      </p:sp>
      <p:grpSp>
        <p:nvGrpSpPr>
          <p:cNvPr id="2" name="组合 33"/>
          <p:cNvGrpSpPr/>
          <p:nvPr/>
        </p:nvGrpSpPr>
        <p:grpSpPr>
          <a:xfrm>
            <a:off x="377367" y="449038"/>
            <a:ext cx="11716309" cy="831850"/>
            <a:chOff x="0" y="260350"/>
            <a:chExt cx="10910064" cy="831850"/>
          </a:xfrm>
        </p:grpSpPr>
        <p:sp>
          <p:nvSpPr>
            <p:cNvPr id="8" name="文本框 34"/>
            <p:cNvSpPr txBox="1"/>
            <p:nvPr/>
          </p:nvSpPr>
          <p:spPr>
            <a:xfrm>
              <a:off x="201202" y="353109"/>
              <a:ext cx="10708862" cy="646331"/>
            </a:xfrm>
            <a:prstGeom prst="rect">
              <a:avLst/>
            </a:prstGeom>
            <a:noFill/>
          </p:spPr>
          <p:txBody>
            <a:bodyPr wrap="square" rtlCol="0">
              <a:spAutoFit/>
            </a:bodyPr>
            <a:lstStyle/>
            <a:p>
              <a:r>
                <a:rPr lang="en-US" altLang="zh-CN" sz="3600" b="1" dirty="0" smtClean="0">
                  <a:solidFill>
                    <a:srgbClr val="8B0012"/>
                  </a:solidFill>
                  <a:latin typeface="微软雅黑" panose="020B0503020204020204" pitchFamily="34" charset="-122"/>
                  <a:ea typeface="微软雅黑" panose="020B0503020204020204" pitchFamily="34" charset="-122"/>
                </a:rPr>
                <a:t>Approach: Image Encoder</a:t>
              </a:r>
              <a:endParaRPr lang="en-US" altLang="zh-CN" sz="3600" b="1" dirty="0">
                <a:solidFill>
                  <a:srgbClr val="8B0012"/>
                </a:solidFill>
                <a:latin typeface="微软雅黑" panose="020B0503020204020204" pitchFamily="34" charset="-122"/>
                <a:ea typeface="微软雅黑" panose="020B0503020204020204" pitchFamily="34" charset="-122"/>
              </a:endParaRPr>
            </a:p>
          </p:txBody>
        </p:sp>
        <p:sp>
          <p:nvSpPr>
            <p:cNvPr id="9" name="矩形 8"/>
            <p:cNvSpPr/>
            <p:nvPr/>
          </p:nvSpPr>
          <p:spPr>
            <a:xfrm>
              <a:off x="0" y="260350"/>
              <a:ext cx="201202" cy="831850"/>
            </a:xfrm>
            <a:prstGeom prst="rect">
              <a:avLst/>
            </a:prstGeom>
            <a:solidFill>
              <a:srgbClr val="8B0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rgbClr val="D7343F"/>
                </a:solidFill>
              </a:endParaRPr>
            </a:p>
          </p:txBody>
        </p:sp>
      </p:grpSp>
      <p:pic>
        <p:nvPicPr>
          <p:cNvPr id="2050" name="Picture 2"/>
          <p:cNvPicPr>
            <a:picLocks noChangeAspect="1" noChangeArrowheads="1"/>
          </p:cNvPicPr>
          <p:nvPr/>
        </p:nvPicPr>
        <p:blipFill>
          <a:blip r:embed="rId3" cstate="print"/>
          <a:srcRect/>
          <a:stretch>
            <a:fillRect/>
          </a:stretch>
        </p:blipFill>
        <p:spPr bwMode="auto">
          <a:xfrm>
            <a:off x="1919605" y="1504950"/>
            <a:ext cx="8312150" cy="3035300"/>
          </a:xfrm>
          <a:prstGeom prst="rect">
            <a:avLst/>
          </a:prstGeom>
          <a:noFill/>
          <a:ln w="9525">
            <a:noFill/>
            <a:miter lim="800000"/>
            <a:headEnd/>
            <a:tailEnd/>
          </a:ln>
        </p:spPr>
      </p:pic>
      <p:sp>
        <p:nvSpPr>
          <p:cNvPr id="11" name="椭圆 1">
            <a:extLst>
              <a:ext uri="{FF2B5EF4-FFF2-40B4-BE49-F238E27FC236}">
                <a16:creationId xmlns:a16="http://schemas.microsoft.com/office/drawing/2014/main" xmlns="" id="{72989C7A-A260-4455-AA1D-6C9178EA5289}"/>
              </a:ext>
            </a:extLst>
          </p:cNvPr>
          <p:cNvSpPr/>
          <p:nvPr/>
        </p:nvSpPr>
        <p:spPr>
          <a:xfrm rot="5400000">
            <a:off x="3830726" y="3251611"/>
            <a:ext cx="1737362" cy="98470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65">
            <a:extLst>
              <a:ext uri="{FF2B5EF4-FFF2-40B4-BE49-F238E27FC236}">
                <a16:creationId xmlns:a16="http://schemas.microsoft.com/office/drawing/2014/main" xmlns="" id="{34F3046E-BC8C-4ACB-A52F-1B731E5EBB14}"/>
              </a:ext>
            </a:extLst>
          </p:cNvPr>
          <p:cNvSpPr txBox="1"/>
          <p:nvPr/>
        </p:nvSpPr>
        <p:spPr>
          <a:xfrm>
            <a:off x="142240" y="4698810"/>
            <a:ext cx="11612880" cy="2554545"/>
          </a:xfrm>
          <a:prstGeom prst="rect">
            <a:avLst/>
          </a:prstGeom>
          <a:noFill/>
        </p:spPr>
        <p:txBody>
          <a:bodyPr wrap="square" rtlCol="0">
            <a:spAutoFit/>
          </a:bodyPr>
          <a:lstStyle/>
          <a:p>
            <a:r>
              <a:rPr lang="en-US" altLang="zh-CN" sz="2000" dirty="0" smtClean="0"/>
              <a:t>Image Encoder: We use a ResNet152 (</a:t>
            </a:r>
            <a:r>
              <a:rPr lang="en-US" altLang="zh-CN" sz="2000" dirty="0" smtClean="0">
                <a:solidFill>
                  <a:srgbClr val="0070C0"/>
                </a:solidFill>
              </a:rPr>
              <a:t>He et al., 2016</a:t>
            </a:r>
            <a:r>
              <a:rPr lang="en-US" altLang="zh-CN" sz="2000" dirty="0" smtClean="0"/>
              <a:t>), which is commonly used in image captioning, to    </a:t>
            </a:r>
          </a:p>
          <a:p>
            <a:r>
              <a:rPr lang="en-US" altLang="zh-CN" sz="2000" dirty="0" smtClean="0"/>
              <a:t>                             generate the visual features. </a:t>
            </a:r>
            <a:br>
              <a:rPr lang="en-US" altLang="zh-CN" sz="2000" dirty="0" smtClean="0"/>
            </a:br>
            <a:endParaRPr lang="en-US" altLang="zh-CN" sz="2000" dirty="0" smtClean="0"/>
          </a:p>
          <a:p>
            <a:r>
              <a:rPr lang="en-US" altLang="zh-CN" sz="2000" dirty="0" smtClean="0">
                <a:solidFill>
                  <a:srgbClr val="0070C0"/>
                </a:solidFill>
              </a:rPr>
              <a:t>He et al., 2016</a:t>
            </a:r>
            <a:r>
              <a:rPr lang="en-US" altLang="zh-CN" sz="2000" dirty="0" smtClean="0"/>
              <a:t>: </a:t>
            </a:r>
            <a:r>
              <a:rPr lang="en-US" altLang="zh-CN" sz="2000" dirty="0" smtClean="0">
                <a:solidFill>
                  <a:srgbClr val="000000"/>
                </a:solidFill>
                <a:latin typeface="NimbusRomNo9L-Regu"/>
              </a:rPr>
              <a:t>Deep residual learning for image recognition. In CVPR 2016.</a:t>
            </a:r>
            <a:r>
              <a:rPr lang="en-US" altLang="zh-CN" sz="2000" dirty="0" smtClean="0"/>
              <a:t> </a:t>
            </a:r>
            <a:br>
              <a:rPr lang="en-US" altLang="zh-CN" sz="2000" dirty="0" smtClean="0"/>
            </a:br>
            <a:r>
              <a:rPr lang="en-US" altLang="zh-CN" sz="2000" dirty="0" smtClean="0"/>
              <a:t> </a:t>
            </a:r>
            <a:br>
              <a:rPr lang="en-US" altLang="zh-CN" sz="2000" dirty="0" smtClean="0"/>
            </a:br>
            <a:endParaRPr lang="en-US" altLang="zh-CN" sz="2000" dirty="0" smtClean="0"/>
          </a:p>
          <a:p>
            <a:r>
              <a:rPr lang="en-US" altLang="zh-CN" sz="2000" dirty="0" smtClean="0"/>
              <a:t>                            </a:t>
            </a:r>
            <a:br>
              <a:rPr lang="en-US" altLang="zh-CN" sz="2000" dirty="0" smtClean="0"/>
            </a:br>
            <a:endParaRPr lang="zh-CN" altLang="en-US" sz="2000" dirty="0"/>
          </a:p>
        </p:txBody>
      </p:sp>
    </p:spTree>
    <p:extLst>
      <p:ext uri="{BB962C8B-B14F-4D97-AF65-F5344CB8AC3E}">
        <p14:creationId xmlns:p14="http://schemas.microsoft.com/office/powerpoint/2010/main" xmlns="" val="4188836823"/>
      </p:ext>
    </p:extLst>
  </p:cSld>
  <p:clrMapOvr>
    <a:masterClrMapping/>
  </p:clrMapOvr>
  <p:transition>
    <p:wip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8592E714-8771-4256-B120-A1444CD7D5F3}" type="slidenum">
              <a:rPr lang="zh-HK" altLang="en-US" smtClean="0"/>
              <a:pPr/>
              <a:t>4</a:t>
            </a:fld>
            <a:endParaRPr lang="zh-HK" altLang="en-US"/>
          </a:p>
        </p:txBody>
      </p:sp>
      <p:grpSp>
        <p:nvGrpSpPr>
          <p:cNvPr id="2" name="组合 33"/>
          <p:cNvGrpSpPr/>
          <p:nvPr/>
        </p:nvGrpSpPr>
        <p:grpSpPr>
          <a:xfrm>
            <a:off x="377367" y="449038"/>
            <a:ext cx="11716309" cy="831850"/>
            <a:chOff x="0" y="260350"/>
            <a:chExt cx="10910064" cy="831850"/>
          </a:xfrm>
        </p:grpSpPr>
        <p:sp>
          <p:nvSpPr>
            <p:cNvPr id="8" name="文本框 34"/>
            <p:cNvSpPr txBox="1"/>
            <p:nvPr/>
          </p:nvSpPr>
          <p:spPr>
            <a:xfrm>
              <a:off x="201202" y="353109"/>
              <a:ext cx="10708862" cy="646331"/>
            </a:xfrm>
            <a:prstGeom prst="rect">
              <a:avLst/>
            </a:prstGeom>
            <a:noFill/>
          </p:spPr>
          <p:txBody>
            <a:bodyPr wrap="square" rtlCol="0">
              <a:spAutoFit/>
            </a:bodyPr>
            <a:lstStyle/>
            <a:p>
              <a:r>
                <a:rPr lang="en-US" altLang="zh-CN" sz="3600" b="1" dirty="0" smtClean="0">
                  <a:solidFill>
                    <a:srgbClr val="8B0012"/>
                  </a:solidFill>
                  <a:latin typeface="微软雅黑" panose="020B0503020204020204" pitchFamily="34" charset="-122"/>
                  <a:ea typeface="微软雅黑" panose="020B0503020204020204" pitchFamily="34" charset="-122"/>
                </a:rPr>
                <a:t>Approach: Image Encoder</a:t>
              </a:r>
              <a:endParaRPr lang="en-US" altLang="zh-CN" sz="3600" b="1" dirty="0">
                <a:solidFill>
                  <a:srgbClr val="8B0012"/>
                </a:solidFill>
                <a:latin typeface="微软雅黑" panose="020B0503020204020204" pitchFamily="34" charset="-122"/>
                <a:ea typeface="微软雅黑" panose="020B0503020204020204" pitchFamily="34" charset="-122"/>
              </a:endParaRPr>
            </a:p>
          </p:txBody>
        </p:sp>
        <p:sp>
          <p:nvSpPr>
            <p:cNvPr id="9" name="矩形 8"/>
            <p:cNvSpPr/>
            <p:nvPr/>
          </p:nvSpPr>
          <p:spPr>
            <a:xfrm>
              <a:off x="0" y="260350"/>
              <a:ext cx="201202" cy="831850"/>
            </a:xfrm>
            <a:prstGeom prst="rect">
              <a:avLst/>
            </a:prstGeom>
            <a:solidFill>
              <a:srgbClr val="8B0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rgbClr val="D7343F"/>
                </a:solidFill>
              </a:endParaRPr>
            </a:p>
          </p:txBody>
        </p:sp>
      </p:grpSp>
      <p:pic>
        <p:nvPicPr>
          <p:cNvPr id="2050" name="Picture 2"/>
          <p:cNvPicPr>
            <a:picLocks noChangeAspect="1" noChangeArrowheads="1"/>
          </p:cNvPicPr>
          <p:nvPr/>
        </p:nvPicPr>
        <p:blipFill>
          <a:blip r:embed="rId3" cstate="print"/>
          <a:srcRect/>
          <a:stretch>
            <a:fillRect/>
          </a:stretch>
        </p:blipFill>
        <p:spPr bwMode="auto">
          <a:xfrm>
            <a:off x="1919605" y="1504950"/>
            <a:ext cx="8312150" cy="3035300"/>
          </a:xfrm>
          <a:prstGeom prst="rect">
            <a:avLst/>
          </a:prstGeom>
          <a:noFill/>
          <a:ln w="9525">
            <a:noFill/>
            <a:miter lim="800000"/>
            <a:headEnd/>
            <a:tailEnd/>
          </a:ln>
        </p:spPr>
      </p:pic>
      <p:sp>
        <p:nvSpPr>
          <p:cNvPr id="11" name="椭圆 1">
            <a:extLst>
              <a:ext uri="{FF2B5EF4-FFF2-40B4-BE49-F238E27FC236}">
                <a16:creationId xmlns:a16="http://schemas.microsoft.com/office/drawing/2014/main" xmlns="" id="{72989C7A-A260-4455-AA1D-6C9178EA5289}"/>
              </a:ext>
            </a:extLst>
          </p:cNvPr>
          <p:cNvSpPr/>
          <p:nvPr/>
        </p:nvSpPr>
        <p:spPr>
          <a:xfrm rot="5400000">
            <a:off x="3830726" y="3251611"/>
            <a:ext cx="1737362" cy="98470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Picture 2"/>
          <p:cNvPicPr>
            <a:picLocks noChangeAspect="1" noChangeArrowheads="1"/>
          </p:cNvPicPr>
          <p:nvPr/>
        </p:nvPicPr>
        <p:blipFill>
          <a:blip r:embed="rId4" cstate="print"/>
          <a:srcRect/>
          <a:stretch>
            <a:fillRect/>
          </a:stretch>
        </p:blipFill>
        <p:spPr bwMode="auto">
          <a:xfrm>
            <a:off x="2766060" y="4684395"/>
            <a:ext cx="6477000" cy="1390650"/>
          </a:xfrm>
          <a:prstGeom prst="rect">
            <a:avLst/>
          </a:prstGeom>
          <a:noFill/>
          <a:ln w="9525">
            <a:noFill/>
            <a:miter lim="800000"/>
            <a:headEnd/>
            <a:tailEnd/>
          </a:ln>
        </p:spPr>
      </p:pic>
    </p:spTree>
    <p:extLst>
      <p:ext uri="{BB962C8B-B14F-4D97-AF65-F5344CB8AC3E}">
        <p14:creationId xmlns:p14="http://schemas.microsoft.com/office/powerpoint/2010/main" xmlns="" val="4188836823"/>
      </p:ext>
    </p:extLst>
  </p:cSld>
  <p:clrMapOvr>
    <a:masterClrMapping/>
  </p:clrMapOvr>
  <p:transition>
    <p:wip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8592E714-8771-4256-B120-A1444CD7D5F3}" type="slidenum">
              <a:rPr lang="zh-HK" altLang="en-US" smtClean="0"/>
              <a:pPr/>
              <a:t>5</a:t>
            </a:fld>
            <a:endParaRPr lang="zh-HK" altLang="en-US"/>
          </a:p>
        </p:txBody>
      </p:sp>
      <p:grpSp>
        <p:nvGrpSpPr>
          <p:cNvPr id="2" name="组合 33"/>
          <p:cNvGrpSpPr/>
          <p:nvPr/>
        </p:nvGrpSpPr>
        <p:grpSpPr>
          <a:xfrm>
            <a:off x="377367" y="449038"/>
            <a:ext cx="11716309" cy="831850"/>
            <a:chOff x="0" y="260350"/>
            <a:chExt cx="10910064" cy="831850"/>
          </a:xfrm>
        </p:grpSpPr>
        <p:sp>
          <p:nvSpPr>
            <p:cNvPr id="8" name="文本框 34"/>
            <p:cNvSpPr txBox="1"/>
            <p:nvPr/>
          </p:nvSpPr>
          <p:spPr>
            <a:xfrm>
              <a:off x="201202" y="353109"/>
              <a:ext cx="10708862" cy="646331"/>
            </a:xfrm>
            <a:prstGeom prst="rect">
              <a:avLst/>
            </a:prstGeom>
            <a:noFill/>
          </p:spPr>
          <p:txBody>
            <a:bodyPr wrap="square" rtlCol="0">
              <a:spAutoFit/>
            </a:bodyPr>
            <a:lstStyle/>
            <a:p>
              <a:r>
                <a:rPr lang="en-US" altLang="zh-CN" sz="3600" b="1" dirty="0" smtClean="0">
                  <a:solidFill>
                    <a:srgbClr val="8B0012"/>
                  </a:solidFill>
                  <a:latin typeface="微软雅黑" panose="020B0503020204020204" pitchFamily="34" charset="-122"/>
                  <a:ea typeface="微软雅黑" panose="020B0503020204020204" pitchFamily="34" charset="-122"/>
                </a:rPr>
                <a:t>Approach: Topic Extractor  </a:t>
              </a:r>
              <a:endParaRPr lang="en-US" altLang="zh-CN" sz="3600" b="1" dirty="0">
                <a:solidFill>
                  <a:srgbClr val="8B0012"/>
                </a:solidFill>
                <a:latin typeface="微软雅黑" panose="020B0503020204020204" pitchFamily="34" charset="-122"/>
                <a:ea typeface="微软雅黑" panose="020B0503020204020204" pitchFamily="34" charset="-122"/>
              </a:endParaRPr>
            </a:p>
          </p:txBody>
        </p:sp>
        <p:sp>
          <p:nvSpPr>
            <p:cNvPr id="9" name="矩形 8"/>
            <p:cNvSpPr/>
            <p:nvPr/>
          </p:nvSpPr>
          <p:spPr>
            <a:xfrm>
              <a:off x="0" y="260350"/>
              <a:ext cx="201202" cy="831850"/>
            </a:xfrm>
            <a:prstGeom prst="rect">
              <a:avLst/>
            </a:prstGeom>
            <a:solidFill>
              <a:srgbClr val="8B0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rgbClr val="D7343F"/>
                </a:solidFill>
              </a:endParaRPr>
            </a:p>
          </p:txBody>
        </p:sp>
      </p:grpSp>
      <p:pic>
        <p:nvPicPr>
          <p:cNvPr id="2050" name="Picture 2"/>
          <p:cNvPicPr>
            <a:picLocks noChangeAspect="1" noChangeArrowheads="1"/>
          </p:cNvPicPr>
          <p:nvPr/>
        </p:nvPicPr>
        <p:blipFill>
          <a:blip r:embed="rId3" cstate="print"/>
          <a:srcRect/>
          <a:stretch>
            <a:fillRect/>
          </a:stretch>
        </p:blipFill>
        <p:spPr bwMode="auto">
          <a:xfrm>
            <a:off x="1919605" y="1504950"/>
            <a:ext cx="8312150" cy="3035300"/>
          </a:xfrm>
          <a:prstGeom prst="rect">
            <a:avLst/>
          </a:prstGeom>
          <a:noFill/>
          <a:ln w="9525">
            <a:noFill/>
            <a:miter lim="800000"/>
            <a:headEnd/>
            <a:tailEnd/>
          </a:ln>
        </p:spPr>
      </p:pic>
      <p:sp>
        <p:nvSpPr>
          <p:cNvPr id="11" name="椭圆 1">
            <a:extLst>
              <a:ext uri="{FF2B5EF4-FFF2-40B4-BE49-F238E27FC236}">
                <a16:creationId xmlns:a16="http://schemas.microsoft.com/office/drawing/2014/main" xmlns="" id="{72989C7A-A260-4455-AA1D-6C9178EA5289}"/>
              </a:ext>
            </a:extLst>
          </p:cNvPr>
          <p:cNvSpPr/>
          <p:nvPr/>
        </p:nvSpPr>
        <p:spPr>
          <a:xfrm rot="5400000">
            <a:off x="3790086" y="2062890"/>
            <a:ext cx="1737362" cy="98470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65">
            <a:extLst>
              <a:ext uri="{FF2B5EF4-FFF2-40B4-BE49-F238E27FC236}">
                <a16:creationId xmlns:a16="http://schemas.microsoft.com/office/drawing/2014/main" xmlns="" id="{34F3046E-BC8C-4ACB-A52F-1B731E5EBB14}"/>
              </a:ext>
            </a:extLst>
          </p:cNvPr>
          <p:cNvSpPr txBox="1"/>
          <p:nvPr/>
        </p:nvSpPr>
        <p:spPr>
          <a:xfrm>
            <a:off x="142240" y="4698810"/>
            <a:ext cx="11612880" cy="2862322"/>
          </a:xfrm>
          <a:prstGeom prst="rect">
            <a:avLst/>
          </a:prstGeom>
          <a:noFill/>
        </p:spPr>
        <p:txBody>
          <a:bodyPr wrap="square" rtlCol="0">
            <a:spAutoFit/>
          </a:bodyPr>
          <a:lstStyle/>
          <a:p>
            <a:r>
              <a:rPr lang="en-US" altLang="zh-CN" sz="2000" dirty="0" smtClean="0"/>
              <a:t>Topic Extractor: We adopt the weakly-supervised approach of Multiple Instance Learning (</a:t>
            </a:r>
            <a:r>
              <a:rPr lang="en-US" altLang="zh-CN" sz="2000" dirty="0" smtClean="0">
                <a:solidFill>
                  <a:srgbClr val="0070C0"/>
                </a:solidFill>
              </a:rPr>
              <a:t>Zhang et al., 2006</a:t>
            </a:r>
            <a:r>
              <a:rPr lang="en-US" altLang="zh-CN" sz="2000" dirty="0" smtClean="0"/>
              <a:t>)</a:t>
            </a:r>
          </a:p>
          <a:p>
            <a:r>
              <a:rPr lang="en-US" altLang="zh-CN" sz="2000" dirty="0" smtClean="0"/>
              <a:t>                             to build a topic extractor. Please refer to </a:t>
            </a:r>
            <a:r>
              <a:rPr lang="en-US" altLang="zh-CN" sz="2000" dirty="0" smtClean="0">
                <a:solidFill>
                  <a:srgbClr val="0070C0"/>
                </a:solidFill>
              </a:rPr>
              <a:t>Fang et al. (2015) </a:t>
            </a:r>
            <a:r>
              <a:rPr lang="en-US" altLang="zh-CN" sz="2000" dirty="0" smtClean="0"/>
              <a:t>for detailed explanation. </a:t>
            </a:r>
          </a:p>
          <a:p>
            <a:r>
              <a:rPr lang="en-US" altLang="zh-CN" sz="2000" dirty="0" smtClean="0">
                <a:solidFill>
                  <a:srgbClr val="0070C0"/>
                </a:solidFill>
              </a:rPr>
              <a:t>Zhang et al., 2006</a:t>
            </a:r>
            <a:r>
              <a:rPr lang="en-US" altLang="zh-CN" sz="2000" dirty="0" smtClean="0"/>
              <a:t>: </a:t>
            </a:r>
            <a:r>
              <a:rPr lang="en-US" altLang="zh-CN" sz="2000" dirty="0" smtClean="0">
                <a:solidFill>
                  <a:srgbClr val="000000"/>
                </a:solidFill>
                <a:latin typeface="NimbusRomNo9L-Regu"/>
              </a:rPr>
              <a:t>Multiple instance boosting for object detection. In NIPS 2006.</a:t>
            </a:r>
            <a:r>
              <a:rPr lang="en-US" altLang="zh-CN" sz="2000" dirty="0" smtClean="0"/>
              <a:t> </a:t>
            </a:r>
          </a:p>
          <a:p>
            <a:r>
              <a:rPr lang="en-US" altLang="zh-CN" sz="2000" dirty="0" smtClean="0">
                <a:solidFill>
                  <a:srgbClr val="0070C0"/>
                </a:solidFill>
              </a:rPr>
              <a:t>Fang et al., 2015</a:t>
            </a:r>
            <a:r>
              <a:rPr lang="en-US" altLang="zh-CN" sz="2000" dirty="0" smtClean="0"/>
              <a:t>:</a:t>
            </a:r>
            <a:r>
              <a:rPr lang="en-US" altLang="zh-CN" sz="2000" dirty="0" smtClean="0">
                <a:solidFill>
                  <a:srgbClr val="0070C0"/>
                </a:solidFill>
              </a:rPr>
              <a:t> </a:t>
            </a:r>
            <a:r>
              <a:rPr lang="en-US" altLang="zh-CN" sz="2000" dirty="0" smtClean="0">
                <a:solidFill>
                  <a:srgbClr val="000000"/>
                </a:solidFill>
                <a:latin typeface="NimbusRomNo9L-Regu"/>
              </a:rPr>
              <a:t>From captions to visual concepts and back. In </a:t>
            </a:r>
            <a:r>
              <a:rPr lang="en-US" altLang="zh-CN" sz="2000" dirty="0" smtClean="0">
                <a:solidFill>
                  <a:srgbClr val="000000"/>
                </a:solidFill>
                <a:latin typeface="NimbusRomNo9L-Regu"/>
              </a:rPr>
              <a:t>CVPR2015</a:t>
            </a:r>
          </a:p>
          <a:p>
            <a:r>
              <a:rPr lang="en-US" altLang="zh-CN" sz="2000" dirty="0" smtClean="0"/>
              <a:t/>
            </a:r>
            <a:br>
              <a:rPr lang="en-US" altLang="zh-CN" sz="2000" dirty="0" smtClean="0"/>
            </a:br>
            <a:r>
              <a:rPr lang="en-US" altLang="zh-CN" sz="2000" dirty="0" smtClean="0"/>
              <a:t> </a:t>
            </a:r>
            <a:br>
              <a:rPr lang="en-US" altLang="zh-CN" sz="2000" dirty="0" smtClean="0"/>
            </a:br>
            <a:endParaRPr lang="en-US" altLang="zh-CN" sz="2000" dirty="0" smtClean="0"/>
          </a:p>
          <a:p>
            <a:r>
              <a:rPr lang="en-US" altLang="zh-CN" sz="2000" dirty="0" smtClean="0"/>
              <a:t>                            </a:t>
            </a:r>
            <a:br>
              <a:rPr lang="en-US" altLang="zh-CN" sz="2000" dirty="0" smtClean="0"/>
            </a:br>
            <a:endParaRPr lang="zh-CN" altLang="en-US" sz="2000" dirty="0"/>
          </a:p>
        </p:txBody>
      </p:sp>
    </p:spTree>
    <p:extLst>
      <p:ext uri="{BB962C8B-B14F-4D97-AF65-F5344CB8AC3E}">
        <p14:creationId xmlns:p14="http://schemas.microsoft.com/office/powerpoint/2010/main" xmlns="" val="4188836823"/>
      </p:ext>
    </p:extLst>
  </p:cSld>
  <p:clrMapOvr>
    <a:masterClrMapping/>
  </p:clrMapOvr>
  <p:transition>
    <p:wip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8592E714-8771-4256-B120-A1444CD7D5F3}" type="slidenum">
              <a:rPr lang="zh-HK" altLang="en-US" smtClean="0"/>
              <a:pPr/>
              <a:t>6</a:t>
            </a:fld>
            <a:endParaRPr lang="zh-HK" altLang="en-US"/>
          </a:p>
        </p:txBody>
      </p:sp>
      <p:grpSp>
        <p:nvGrpSpPr>
          <p:cNvPr id="2" name="组合 33"/>
          <p:cNvGrpSpPr/>
          <p:nvPr/>
        </p:nvGrpSpPr>
        <p:grpSpPr>
          <a:xfrm>
            <a:off x="377367" y="449038"/>
            <a:ext cx="11716309" cy="831850"/>
            <a:chOff x="0" y="260350"/>
            <a:chExt cx="10910064" cy="831850"/>
          </a:xfrm>
        </p:grpSpPr>
        <p:sp>
          <p:nvSpPr>
            <p:cNvPr id="8" name="文本框 34"/>
            <p:cNvSpPr txBox="1"/>
            <p:nvPr/>
          </p:nvSpPr>
          <p:spPr>
            <a:xfrm>
              <a:off x="201202" y="353109"/>
              <a:ext cx="10708862" cy="646331"/>
            </a:xfrm>
            <a:prstGeom prst="rect">
              <a:avLst/>
            </a:prstGeom>
            <a:noFill/>
          </p:spPr>
          <p:txBody>
            <a:bodyPr wrap="square" rtlCol="0">
              <a:spAutoFit/>
            </a:bodyPr>
            <a:lstStyle/>
            <a:p>
              <a:r>
                <a:rPr lang="en-US" altLang="zh-CN" sz="3600" b="1" dirty="0" smtClean="0">
                  <a:solidFill>
                    <a:srgbClr val="8B0012"/>
                  </a:solidFill>
                  <a:latin typeface="微软雅黑" panose="020B0503020204020204" pitchFamily="34" charset="-122"/>
                  <a:ea typeface="微软雅黑" panose="020B0503020204020204" pitchFamily="34" charset="-122"/>
                </a:rPr>
                <a:t>Approach: Visual Attention</a:t>
              </a:r>
              <a:endParaRPr lang="en-US" altLang="zh-CN" sz="3600" b="1" dirty="0">
                <a:solidFill>
                  <a:srgbClr val="8B0012"/>
                </a:solidFill>
                <a:latin typeface="微软雅黑" panose="020B0503020204020204" pitchFamily="34" charset="-122"/>
                <a:ea typeface="微软雅黑" panose="020B0503020204020204" pitchFamily="34" charset="-122"/>
              </a:endParaRPr>
            </a:p>
          </p:txBody>
        </p:sp>
        <p:sp>
          <p:nvSpPr>
            <p:cNvPr id="9" name="矩形 8"/>
            <p:cNvSpPr/>
            <p:nvPr/>
          </p:nvSpPr>
          <p:spPr>
            <a:xfrm>
              <a:off x="0" y="260350"/>
              <a:ext cx="201202" cy="831850"/>
            </a:xfrm>
            <a:prstGeom prst="rect">
              <a:avLst/>
            </a:prstGeom>
            <a:solidFill>
              <a:srgbClr val="8B0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rgbClr val="D7343F"/>
                </a:solidFill>
              </a:endParaRPr>
            </a:p>
          </p:txBody>
        </p:sp>
      </p:grpSp>
      <p:pic>
        <p:nvPicPr>
          <p:cNvPr id="2050" name="Picture 2"/>
          <p:cNvPicPr>
            <a:picLocks noChangeAspect="1" noChangeArrowheads="1"/>
          </p:cNvPicPr>
          <p:nvPr/>
        </p:nvPicPr>
        <p:blipFill>
          <a:blip r:embed="rId3" cstate="print"/>
          <a:srcRect/>
          <a:stretch>
            <a:fillRect/>
          </a:stretch>
        </p:blipFill>
        <p:spPr bwMode="auto">
          <a:xfrm>
            <a:off x="0" y="1962150"/>
            <a:ext cx="7061835" cy="2578730"/>
          </a:xfrm>
          <a:prstGeom prst="rect">
            <a:avLst/>
          </a:prstGeom>
          <a:noFill/>
          <a:ln w="9525">
            <a:noFill/>
            <a:miter lim="800000"/>
            <a:headEnd/>
            <a:tailEnd/>
          </a:ln>
        </p:spPr>
      </p:pic>
      <p:sp>
        <p:nvSpPr>
          <p:cNvPr id="11" name="椭圆 1">
            <a:extLst>
              <a:ext uri="{FF2B5EF4-FFF2-40B4-BE49-F238E27FC236}">
                <a16:creationId xmlns:a16="http://schemas.microsoft.com/office/drawing/2014/main" xmlns="" id="{72989C7A-A260-4455-AA1D-6C9178EA5289}"/>
              </a:ext>
            </a:extLst>
          </p:cNvPr>
          <p:cNvSpPr/>
          <p:nvPr/>
        </p:nvSpPr>
        <p:spPr>
          <a:xfrm rot="5400000">
            <a:off x="3546246" y="2946808"/>
            <a:ext cx="985521" cy="177718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14"/>
          <p:cNvSpPr txBox="1"/>
          <p:nvPr/>
        </p:nvSpPr>
        <p:spPr>
          <a:xfrm>
            <a:off x="7203440" y="2001520"/>
            <a:ext cx="2918876" cy="523220"/>
          </a:xfrm>
          <a:prstGeom prst="rect">
            <a:avLst/>
          </a:prstGeom>
          <a:noFill/>
        </p:spPr>
        <p:txBody>
          <a:bodyPr wrap="none" rtlCol="0">
            <a:spAutoFit/>
          </a:bodyPr>
          <a:lstStyle/>
          <a:p>
            <a:r>
              <a:rPr lang="en-US" altLang="zh-CN" sz="2800" dirty="0" smtClean="0"/>
              <a:t>Input Attention[</a:t>
            </a:r>
            <a:r>
              <a:rPr lang="en-US" altLang="zh-CN" sz="2800" dirty="0" smtClean="0">
                <a:solidFill>
                  <a:srgbClr val="00B050"/>
                </a:solidFill>
              </a:rPr>
              <a:t>1</a:t>
            </a:r>
            <a:r>
              <a:rPr lang="en-US" altLang="zh-CN" sz="2800" dirty="0" smtClean="0"/>
              <a:t>]:</a:t>
            </a:r>
            <a:endParaRPr lang="zh-CN" altLang="en-US" sz="2800" dirty="0"/>
          </a:p>
        </p:txBody>
      </p:sp>
      <p:pic>
        <p:nvPicPr>
          <p:cNvPr id="3077" name="Picture 5"/>
          <p:cNvPicPr>
            <a:picLocks noChangeAspect="1" noChangeArrowheads="1"/>
          </p:cNvPicPr>
          <p:nvPr/>
        </p:nvPicPr>
        <p:blipFill>
          <a:blip r:embed="rId4" cstate="print"/>
          <a:srcRect/>
          <a:stretch>
            <a:fillRect/>
          </a:stretch>
        </p:blipFill>
        <p:spPr bwMode="auto">
          <a:xfrm>
            <a:off x="7189788" y="2569071"/>
            <a:ext cx="4829492" cy="847863"/>
          </a:xfrm>
          <a:prstGeom prst="rect">
            <a:avLst/>
          </a:prstGeom>
          <a:noFill/>
          <a:ln w="9525">
            <a:noFill/>
            <a:miter lim="800000"/>
            <a:headEnd/>
            <a:tailEnd/>
          </a:ln>
        </p:spPr>
      </p:pic>
      <p:pic>
        <p:nvPicPr>
          <p:cNvPr id="3078" name="Picture 6"/>
          <p:cNvPicPr>
            <a:picLocks noChangeAspect="1" noChangeArrowheads="1"/>
          </p:cNvPicPr>
          <p:nvPr/>
        </p:nvPicPr>
        <p:blipFill>
          <a:blip r:embed="rId5" cstate="print"/>
          <a:srcRect/>
          <a:stretch>
            <a:fillRect/>
          </a:stretch>
        </p:blipFill>
        <p:spPr bwMode="auto">
          <a:xfrm>
            <a:off x="7174864" y="3476004"/>
            <a:ext cx="4837804" cy="365745"/>
          </a:xfrm>
          <a:prstGeom prst="rect">
            <a:avLst/>
          </a:prstGeom>
          <a:noFill/>
          <a:ln w="9525">
            <a:noFill/>
            <a:miter lim="800000"/>
            <a:headEnd/>
            <a:tailEnd/>
          </a:ln>
        </p:spPr>
      </p:pic>
      <p:pic>
        <p:nvPicPr>
          <p:cNvPr id="3079" name="Picture 7"/>
          <p:cNvPicPr>
            <a:picLocks noChangeAspect="1" noChangeArrowheads="1"/>
          </p:cNvPicPr>
          <p:nvPr/>
        </p:nvPicPr>
        <p:blipFill>
          <a:blip r:embed="rId6" cstate="print"/>
          <a:srcRect/>
          <a:stretch>
            <a:fillRect/>
          </a:stretch>
        </p:blipFill>
        <p:spPr bwMode="auto">
          <a:xfrm>
            <a:off x="7194549" y="3952302"/>
            <a:ext cx="4821180" cy="773051"/>
          </a:xfrm>
          <a:prstGeom prst="rect">
            <a:avLst/>
          </a:prstGeom>
          <a:noFill/>
          <a:ln w="9525">
            <a:noFill/>
            <a:miter lim="800000"/>
            <a:headEnd/>
            <a:tailEnd/>
          </a:ln>
        </p:spPr>
      </p:pic>
      <p:sp>
        <p:nvSpPr>
          <p:cNvPr id="12" name="文本框 65">
            <a:extLst>
              <a:ext uri="{FF2B5EF4-FFF2-40B4-BE49-F238E27FC236}">
                <a16:creationId xmlns:a16="http://schemas.microsoft.com/office/drawing/2014/main" xmlns="" id="{34F3046E-BC8C-4ACB-A52F-1B731E5EBB14}"/>
              </a:ext>
            </a:extLst>
          </p:cNvPr>
          <p:cNvSpPr txBox="1"/>
          <p:nvPr/>
        </p:nvSpPr>
        <p:spPr>
          <a:xfrm>
            <a:off x="172720" y="4919008"/>
            <a:ext cx="11612880" cy="1938992"/>
          </a:xfrm>
          <a:prstGeom prst="rect">
            <a:avLst/>
          </a:prstGeom>
          <a:noFill/>
        </p:spPr>
        <p:txBody>
          <a:bodyPr wrap="square" rtlCol="0">
            <a:spAutoFit/>
          </a:bodyPr>
          <a:lstStyle/>
          <a:p>
            <a:r>
              <a:rPr lang="en-US" altLang="zh-CN" sz="2000" dirty="0" smtClean="0"/>
              <a:t>[</a:t>
            </a:r>
            <a:r>
              <a:rPr lang="en-US" altLang="zh-CN" sz="2000" dirty="0" smtClean="0">
                <a:solidFill>
                  <a:srgbClr val="00B050"/>
                </a:solidFill>
              </a:rPr>
              <a:t>1</a:t>
            </a:r>
            <a:r>
              <a:rPr lang="en-US" altLang="zh-CN" sz="2000" dirty="0" smtClean="0"/>
              <a:t>]</a:t>
            </a:r>
            <a:r>
              <a:rPr lang="en-US" altLang="zh-CN" sz="2000" dirty="0" smtClean="0">
                <a:solidFill>
                  <a:srgbClr val="000000"/>
                </a:solidFill>
                <a:latin typeface="NimbusRomNo9L-Regu"/>
              </a:rPr>
              <a:t>: Show, attend and tell: Neural image caption generation with visual attention.  In PMLR 2015</a:t>
            </a:r>
            <a:r>
              <a:rPr lang="en-US" altLang="zh-CN" sz="2000" dirty="0" smtClean="0"/>
              <a:t/>
            </a:r>
            <a:br>
              <a:rPr lang="en-US" altLang="zh-CN" sz="2000" dirty="0" smtClean="0"/>
            </a:br>
            <a:r>
              <a:rPr lang="en-US" altLang="zh-CN" sz="2000" dirty="0" smtClean="0"/>
              <a:t/>
            </a:r>
            <a:br>
              <a:rPr lang="en-US" altLang="zh-CN" sz="2000" dirty="0" smtClean="0"/>
            </a:br>
            <a:r>
              <a:rPr lang="en-US" altLang="zh-CN" sz="2000" dirty="0" smtClean="0"/>
              <a:t> </a:t>
            </a:r>
            <a:br>
              <a:rPr lang="en-US" altLang="zh-CN" sz="2000" dirty="0" smtClean="0"/>
            </a:br>
            <a:endParaRPr lang="en-US" altLang="zh-CN" sz="2000" dirty="0" smtClean="0"/>
          </a:p>
          <a:p>
            <a:r>
              <a:rPr lang="en-US" altLang="zh-CN" sz="2000" dirty="0" smtClean="0"/>
              <a:t>                            </a:t>
            </a:r>
            <a:r>
              <a:rPr lang="en-US" altLang="zh-CN" sz="2000" dirty="0" smtClean="0"/>
              <a:t/>
            </a:r>
            <a:br>
              <a:rPr lang="en-US" altLang="zh-CN" sz="2000" dirty="0" smtClean="0"/>
            </a:br>
            <a:endParaRPr lang="zh-CN" altLang="en-US" sz="2000" dirty="0"/>
          </a:p>
        </p:txBody>
      </p:sp>
      <p:sp>
        <p:nvSpPr>
          <p:cNvPr id="16" name="椭圆 1">
            <a:extLst>
              <a:ext uri="{FF2B5EF4-FFF2-40B4-BE49-F238E27FC236}">
                <a16:creationId xmlns:a16="http://schemas.microsoft.com/office/drawing/2014/main" xmlns="" id="{72989C7A-A260-4455-AA1D-6C9178EA5289}"/>
              </a:ext>
            </a:extLst>
          </p:cNvPr>
          <p:cNvSpPr/>
          <p:nvPr/>
        </p:nvSpPr>
        <p:spPr>
          <a:xfrm rot="5400000">
            <a:off x="5344566" y="-273913"/>
            <a:ext cx="558800" cy="1083990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xmlns="" val="4188836823"/>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down)">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079"/>
                                        </p:tgtEl>
                                        <p:attrNameLst>
                                          <p:attrName>style.visibility</p:attrName>
                                        </p:attrNameLst>
                                      </p:cBhvr>
                                      <p:to>
                                        <p:strVal val="visible"/>
                                      </p:to>
                                    </p:set>
                                    <p:animEffect transition="in" filter="blinds(horizontal)">
                                      <p:cBhvr>
                                        <p:cTn id="12" dur="500"/>
                                        <p:tgtEl>
                                          <p:spTgt spid="30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8592E714-8771-4256-B120-A1444CD7D5F3}" type="slidenum">
              <a:rPr lang="zh-HK" altLang="en-US" smtClean="0"/>
              <a:pPr/>
              <a:t>7</a:t>
            </a:fld>
            <a:endParaRPr lang="zh-HK" altLang="en-US"/>
          </a:p>
        </p:txBody>
      </p:sp>
      <p:grpSp>
        <p:nvGrpSpPr>
          <p:cNvPr id="2" name="组合 33"/>
          <p:cNvGrpSpPr/>
          <p:nvPr/>
        </p:nvGrpSpPr>
        <p:grpSpPr>
          <a:xfrm>
            <a:off x="377367" y="449038"/>
            <a:ext cx="11716309" cy="831850"/>
            <a:chOff x="0" y="260350"/>
            <a:chExt cx="10910064" cy="831850"/>
          </a:xfrm>
        </p:grpSpPr>
        <p:sp>
          <p:nvSpPr>
            <p:cNvPr id="8" name="文本框 34"/>
            <p:cNvSpPr txBox="1"/>
            <p:nvPr/>
          </p:nvSpPr>
          <p:spPr>
            <a:xfrm>
              <a:off x="201202" y="353109"/>
              <a:ext cx="10708862" cy="646331"/>
            </a:xfrm>
            <a:prstGeom prst="rect">
              <a:avLst/>
            </a:prstGeom>
            <a:noFill/>
          </p:spPr>
          <p:txBody>
            <a:bodyPr wrap="square" rtlCol="0">
              <a:spAutoFit/>
            </a:bodyPr>
            <a:lstStyle/>
            <a:p>
              <a:r>
                <a:rPr lang="en-US" altLang="zh-CN" sz="3600" b="1" dirty="0" smtClean="0">
                  <a:solidFill>
                    <a:srgbClr val="8B0012"/>
                  </a:solidFill>
                  <a:latin typeface="微软雅黑" panose="020B0503020204020204" pitchFamily="34" charset="-122"/>
                  <a:ea typeface="微软雅黑" panose="020B0503020204020204" pitchFamily="34" charset="-122"/>
                </a:rPr>
                <a:t>Approach: Visual Attention</a:t>
              </a:r>
              <a:endParaRPr lang="en-US" altLang="zh-CN" sz="3600" b="1" dirty="0">
                <a:solidFill>
                  <a:srgbClr val="8B0012"/>
                </a:solidFill>
                <a:latin typeface="微软雅黑" panose="020B0503020204020204" pitchFamily="34" charset="-122"/>
                <a:ea typeface="微软雅黑" panose="020B0503020204020204" pitchFamily="34" charset="-122"/>
              </a:endParaRPr>
            </a:p>
          </p:txBody>
        </p:sp>
        <p:sp>
          <p:nvSpPr>
            <p:cNvPr id="9" name="矩形 8"/>
            <p:cNvSpPr/>
            <p:nvPr/>
          </p:nvSpPr>
          <p:spPr>
            <a:xfrm>
              <a:off x="0" y="260350"/>
              <a:ext cx="201202" cy="831850"/>
            </a:xfrm>
            <a:prstGeom prst="rect">
              <a:avLst/>
            </a:prstGeom>
            <a:solidFill>
              <a:srgbClr val="8B0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rgbClr val="D7343F"/>
                </a:solidFill>
              </a:endParaRPr>
            </a:p>
          </p:txBody>
        </p:sp>
      </p:grpSp>
      <p:pic>
        <p:nvPicPr>
          <p:cNvPr id="2050" name="Picture 2"/>
          <p:cNvPicPr>
            <a:picLocks noChangeAspect="1" noChangeArrowheads="1"/>
          </p:cNvPicPr>
          <p:nvPr/>
        </p:nvPicPr>
        <p:blipFill>
          <a:blip r:embed="rId3" cstate="print"/>
          <a:srcRect/>
          <a:stretch>
            <a:fillRect/>
          </a:stretch>
        </p:blipFill>
        <p:spPr bwMode="auto">
          <a:xfrm>
            <a:off x="0" y="1962150"/>
            <a:ext cx="7061835" cy="2578730"/>
          </a:xfrm>
          <a:prstGeom prst="rect">
            <a:avLst/>
          </a:prstGeom>
          <a:noFill/>
          <a:ln w="9525">
            <a:noFill/>
            <a:miter lim="800000"/>
            <a:headEnd/>
            <a:tailEnd/>
          </a:ln>
        </p:spPr>
      </p:pic>
      <p:sp>
        <p:nvSpPr>
          <p:cNvPr id="11" name="椭圆 1">
            <a:extLst>
              <a:ext uri="{FF2B5EF4-FFF2-40B4-BE49-F238E27FC236}">
                <a16:creationId xmlns:a16="http://schemas.microsoft.com/office/drawing/2014/main" xmlns="" id="{72989C7A-A260-4455-AA1D-6C9178EA5289}"/>
              </a:ext>
            </a:extLst>
          </p:cNvPr>
          <p:cNvSpPr/>
          <p:nvPr/>
        </p:nvSpPr>
        <p:spPr>
          <a:xfrm rot="5400000">
            <a:off x="3546246" y="2946808"/>
            <a:ext cx="985521" cy="177718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14"/>
          <p:cNvSpPr txBox="1"/>
          <p:nvPr/>
        </p:nvSpPr>
        <p:spPr>
          <a:xfrm>
            <a:off x="7203440" y="2001520"/>
            <a:ext cx="3459088" cy="523220"/>
          </a:xfrm>
          <a:prstGeom prst="rect">
            <a:avLst/>
          </a:prstGeom>
          <a:noFill/>
        </p:spPr>
        <p:txBody>
          <a:bodyPr wrap="none" rtlCol="0">
            <a:spAutoFit/>
          </a:bodyPr>
          <a:lstStyle/>
          <a:p>
            <a:r>
              <a:rPr lang="en-US" altLang="zh-CN" sz="2800" dirty="0" smtClean="0"/>
              <a:t>Output </a:t>
            </a:r>
            <a:r>
              <a:rPr lang="en-US" altLang="zh-CN" sz="2800" dirty="0" smtClean="0"/>
              <a:t>Attention[</a:t>
            </a:r>
            <a:r>
              <a:rPr lang="en-US" altLang="zh-CN" sz="2800" dirty="0" smtClean="0">
                <a:solidFill>
                  <a:srgbClr val="00B050"/>
                </a:solidFill>
              </a:rPr>
              <a:t>2,3</a:t>
            </a:r>
            <a:r>
              <a:rPr lang="en-US" altLang="zh-CN" sz="2800" dirty="0" smtClean="0"/>
              <a:t>]:</a:t>
            </a:r>
            <a:endParaRPr lang="zh-CN" altLang="en-US" sz="2800" dirty="0"/>
          </a:p>
        </p:txBody>
      </p:sp>
      <p:pic>
        <p:nvPicPr>
          <p:cNvPr id="4098" name="Picture 2"/>
          <p:cNvPicPr>
            <a:picLocks noChangeAspect="1" noChangeArrowheads="1"/>
          </p:cNvPicPr>
          <p:nvPr/>
        </p:nvPicPr>
        <p:blipFill>
          <a:blip r:embed="rId4" cstate="print"/>
          <a:srcRect/>
          <a:stretch>
            <a:fillRect/>
          </a:stretch>
        </p:blipFill>
        <p:spPr bwMode="auto">
          <a:xfrm>
            <a:off x="7065150" y="2725103"/>
            <a:ext cx="4994770" cy="1460817"/>
          </a:xfrm>
          <a:prstGeom prst="rect">
            <a:avLst/>
          </a:prstGeom>
          <a:noFill/>
          <a:ln w="9525">
            <a:noFill/>
            <a:miter lim="800000"/>
            <a:headEnd/>
            <a:tailEnd/>
          </a:ln>
        </p:spPr>
      </p:pic>
      <p:sp>
        <p:nvSpPr>
          <p:cNvPr id="12" name="文本框 65">
            <a:extLst>
              <a:ext uri="{FF2B5EF4-FFF2-40B4-BE49-F238E27FC236}">
                <a16:creationId xmlns:a16="http://schemas.microsoft.com/office/drawing/2014/main" xmlns="" id="{34F3046E-BC8C-4ACB-A52F-1B731E5EBB14}"/>
              </a:ext>
            </a:extLst>
          </p:cNvPr>
          <p:cNvSpPr txBox="1"/>
          <p:nvPr/>
        </p:nvSpPr>
        <p:spPr>
          <a:xfrm>
            <a:off x="182880" y="4919008"/>
            <a:ext cx="11612880" cy="2246769"/>
          </a:xfrm>
          <a:prstGeom prst="rect">
            <a:avLst/>
          </a:prstGeom>
          <a:noFill/>
        </p:spPr>
        <p:txBody>
          <a:bodyPr wrap="square" rtlCol="0">
            <a:spAutoFit/>
          </a:bodyPr>
          <a:lstStyle/>
          <a:p>
            <a:r>
              <a:rPr lang="en-US" altLang="zh-CN" sz="2000" dirty="0" smtClean="0"/>
              <a:t>[</a:t>
            </a:r>
            <a:r>
              <a:rPr lang="en-US" altLang="zh-CN" sz="2000" dirty="0" smtClean="0">
                <a:solidFill>
                  <a:srgbClr val="00B050"/>
                </a:solidFill>
              </a:rPr>
              <a:t>2</a:t>
            </a:r>
            <a:r>
              <a:rPr lang="en-US" altLang="zh-CN" sz="2000" dirty="0" smtClean="0"/>
              <a:t>]</a:t>
            </a:r>
            <a:r>
              <a:rPr lang="en-US" altLang="zh-CN" sz="2000" dirty="0" smtClean="0">
                <a:solidFill>
                  <a:srgbClr val="000000"/>
                </a:solidFill>
                <a:latin typeface="NimbusRomNo9L-Regu"/>
              </a:rPr>
              <a:t>: Image captioning with semantic </a:t>
            </a:r>
            <a:r>
              <a:rPr lang="en-US" altLang="zh-CN" sz="2000" dirty="0" smtClean="0">
                <a:solidFill>
                  <a:srgbClr val="000000"/>
                </a:solidFill>
                <a:latin typeface="NimbusRomNo9L-Regu"/>
              </a:rPr>
              <a:t>attention. </a:t>
            </a:r>
            <a:r>
              <a:rPr lang="en-US" altLang="zh-CN" sz="2000" dirty="0" smtClean="0">
                <a:solidFill>
                  <a:srgbClr val="000000"/>
                </a:solidFill>
                <a:latin typeface="NimbusRomNo9L-Regu"/>
              </a:rPr>
              <a:t>In CVPR </a:t>
            </a:r>
            <a:r>
              <a:rPr lang="en-US" altLang="zh-CN" sz="2000" dirty="0" smtClean="0">
                <a:solidFill>
                  <a:srgbClr val="000000"/>
                </a:solidFill>
                <a:latin typeface="NimbusRomNo9L-Regu"/>
              </a:rPr>
              <a:t>2016 </a:t>
            </a:r>
            <a:endParaRPr lang="en-US" altLang="zh-CN" sz="2000" dirty="0" smtClean="0"/>
          </a:p>
          <a:p>
            <a:r>
              <a:rPr lang="en-US" altLang="zh-CN" sz="2000" dirty="0" smtClean="0"/>
              <a:t>[</a:t>
            </a:r>
            <a:r>
              <a:rPr lang="en-US" altLang="zh-CN" sz="2000" dirty="0" smtClean="0">
                <a:solidFill>
                  <a:srgbClr val="00B050"/>
                </a:solidFill>
              </a:rPr>
              <a:t>3</a:t>
            </a:r>
            <a:r>
              <a:rPr lang="en-US" altLang="zh-CN" sz="2000" dirty="0" smtClean="0"/>
              <a:t>]</a:t>
            </a:r>
            <a:r>
              <a:rPr lang="en-US" altLang="zh-CN" sz="2000" dirty="0" smtClean="0">
                <a:solidFill>
                  <a:srgbClr val="000000"/>
                </a:solidFill>
                <a:latin typeface="NimbusRomNo9L-Regu"/>
              </a:rPr>
              <a:t>: </a:t>
            </a:r>
            <a:r>
              <a:rPr lang="en-US" altLang="zh-CN" sz="2000" dirty="0" smtClean="0">
                <a:solidFill>
                  <a:srgbClr val="000000"/>
                </a:solidFill>
                <a:latin typeface="NimbusRomNo9L-Regu"/>
              </a:rPr>
              <a:t>Knowing when to look: Adaptive attention via a visual sentinel for image captioning</a:t>
            </a:r>
            <a:r>
              <a:rPr lang="en-US" altLang="zh-CN" sz="2000" dirty="0" smtClean="0">
                <a:solidFill>
                  <a:srgbClr val="000000"/>
                </a:solidFill>
                <a:latin typeface="NimbusRomNo9L-Regu"/>
              </a:rPr>
              <a:t>. In CVPR 2017 </a:t>
            </a:r>
            <a:r>
              <a:rPr lang="en-US" altLang="zh-CN" sz="2000" dirty="0" smtClean="0">
                <a:solidFill>
                  <a:srgbClr val="000000"/>
                </a:solidFill>
                <a:latin typeface="NimbusRomNo9L-Regu"/>
              </a:rPr>
              <a:t/>
            </a:r>
            <a:br>
              <a:rPr lang="en-US" altLang="zh-CN" sz="2000" dirty="0" smtClean="0">
                <a:solidFill>
                  <a:srgbClr val="000000"/>
                </a:solidFill>
                <a:latin typeface="NimbusRomNo9L-Regu"/>
              </a:rPr>
            </a:br>
            <a:r>
              <a:rPr lang="en-US" altLang="zh-CN" sz="2000" dirty="0" smtClean="0">
                <a:solidFill>
                  <a:srgbClr val="000000"/>
                </a:solidFill>
                <a:latin typeface="NimbusRomNo9L-Regu"/>
              </a:rPr>
              <a:t> </a:t>
            </a:r>
            <a:r>
              <a:rPr lang="en-US" altLang="zh-CN" sz="2000" dirty="0" smtClean="0"/>
              <a:t/>
            </a:r>
            <a:br>
              <a:rPr lang="en-US" altLang="zh-CN" sz="2000" dirty="0" smtClean="0"/>
            </a:br>
            <a:r>
              <a:rPr lang="en-US" altLang="zh-CN" sz="2000" dirty="0" smtClean="0"/>
              <a:t> </a:t>
            </a:r>
            <a:br>
              <a:rPr lang="en-US" altLang="zh-CN" sz="2000" dirty="0" smtClean="0"/>
            </a:br>
            <a:endParaRPr lang="en-US" altLang="zh-CN" sz="2000" dirty="0" smtClean="0"/>
          </a:p>
          <a:p>
            <a:r>
              <a:rPr lang="en-US" altLang="zh-CN" sz="2000" dirty="0" smtClean="0"/>
              <a:t>                            </a:t>
            </a:r>
            <a:r>
              <a:rPr lang="en-US" altLang="zh-CN" sz="2000" dirty="0" smtClean="0"/>
              <a:t/>
            </a:r>
            <a:br>
              <a:rPr lang="en-US" altLang="zh-CN" sz="2000" dirty="0" smtClean="0"/>
            </a:br>
            <a:endParaRPr lang="zh-CN" altLang="en-US" sz="2000" dirty="0"/>
          </a:p>
        </p:txBody>
      </p:sp>
    </p:spTree>
    <p:extLst>
      <p:ext uri="{BB962C8B-B14F-4D97-AF65-F5344CB8AC3E}">
        <p14:creationId xmlns:p14="http://schemas.microsoft.com/office/powerpoint/2010/main" xmlns="" val="4188836823"/>
      </p:ext>
    </p:extLst>
  </p:cSld>
  <p:clrMapOvr>
    <a:masterClrMapping/>
  </p:clrMapOvr>
  <p:transition>
    <p:wip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8592E714-8771-4256-B120-A1444CD7D5F3}" type="slidenum">
              <a:rPr lang="zh-HK" altLang="en-US" smtClean="0"/>
              <a:pPr/>
              <a:t>8</a:t>
            </a:fld>
            <a:endParaRPr lang="zh-HK" altLang="en-US"/>
          </a:p>
        </p:txBody>
      </p:sp>
      <p:grpSp>
        <p:nvGrpSpPr>
          <p:cNvPr id="2" name="组合 33"/>
          <p:cNvGrpSpPr/>
          <p:nvPr/>
        </p:nvGrpSpPr>
        <p:grpSpPr>
          <a:xfrm>
            <a:off x="377367" y="449038"/>
            <a:ext cx="11716309" cy="831850"/>
            <a:chOff x="0" y="260350"/>
            <a:chExt cx="10910064" cy="831850"/>
          </a:xfrm>
        </p:grpSpPr>
        <p:sp>
          <p:nvSpPr>
            <p:cNvPr id="8" name="文本框 34"/>
            <p:cNvSpPr txBox="1"/>
            <p:nvPr/>
          </p:nvSpPr>
          <p:spPr>
            <a:xfrm>
              <a:off x="201202" y="353109"/>
              <a:ext cx="10708862" cy="646331"/>
            </a:xfrm>
            <a:prstGeom prst="rect">
              <a:avLst/>
            </a:prstGeom>
            <a:noFill/>
          </p:spPr>
          <p:txBody>
            <a:bodyPr wrap="square" rtlCol="0">
              <a:spAutoFit/>
            </a:bodyPr>
            <a:lstStyle/>
            <a:p>
              <a:r>
                <a:rPr lang="en-US" altLang="zh-CN" sz="3600" b="1" dirty="0" smtClean="0">
                  <a:solidFill>
                    <a:srgbClr val="8B0012"/>
                  </a:solidFill>
                  <a:latin typeface="微软雅黑" panose="020B0503020204020204" pitchFamily="34" charset="-122"/>
                  <a:ea typeface="微软雅黑" panose="020B0503020204020204" pitchFamily="34" charset="-122"/>
                </a:rPr>
                <a:t>Approach: Visual Attention</a:t>
              </a:r>
              <a:endParaRPr lang="en-US" altLang="zh-CN" sz="3600" b="1" dirty="0">
                <a:solidFill>
                  <a:srgbClr val="8B0012"/>
                </a:solidFill>
                <a:latin typeface="微软雅黑" panose="020B0503020204020204" pitchFamily="34" charset="-122"/>
                <a:ea typeface="微软雅黑" panose="020B0503020204020204" pitchFamily="34" charset="-122"/>
              </a:endParaRPr>
            </a:p>
          </p:txBody>
        </p:sp>
        <p:sp>
          <p:nvSpPr>
            <p:cNvPr id="9" name="矩形 8"/>
            <p:cNvSpPr/>
            <p:nvPr/>
          </p:nvSpPr>
          <p:spPr>
            <a:xfrm>
              <a:off x="0" y="260350"/>
              <a:ext cx="201202" cy="831850"/>
            </a:xfrm>
            <a:prstGeom prst="rect">
              <a:avLst/>
            </a:prstGeom>
            <a:solidFill>
              <a:srgbClr val="8B0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rgbClr val="D7343F"/>
                </a:solidFill>
              </a:endParaRPr>
            </a:p>
          </p:txBody>
        </p:sp>
      </p:grpSp>
      <p:pic>
        <p:nvPicPr>
          <p:cNvPr id="2050" name="Picture 2"/>
          <p:cNvPicPr>
            <a:picLocks noChangeAspect="1" noChangeArrowheads="1"/>
          </p:cNvPicPr>
          <p:nvPr/>
        </p:nvPicPr>
        <p:blipFill>
          <a:blip r:embed="rId3" cstate="print"/>
          <a:srcRect/>
          <a:stretch>
            <a:fillRect/>
          </a:stretch>
        </p:blipFill>
        <p:spPr bwMode="auto">
          <a:xfrm>
            <a:off x="0" y="1962150"/>
            <a:ext cx="7061835" cy="2578730"/>
          </a:xfrm>
          <a:prstGeom prst="rect">
            <a:avLst/>
          </a:prstGeom>
          <a:noFill/>
          <a:ln w="9525">
            <a:noFill/>
            <a:miter lim="800000"/>
            <a:headEnd/>
            <a:tailEnd/>
          </a:ln>
        </p:spPr>
      </p:pic>
      <p:sp>
        <p:nvSpPr>
          <p:cNvPr id="11" name="椭圆 1">
            <a:extLst>
              <a:ext uri="{FF2B5EF4-FFF2-40B4-BE49-F238E27FC236}">
                <a16:creationId xmlns:a16="http://schemas.microsoft.com/office/drawing/2014/main" xmlns="" id="{72989C7A-A260-4455-AA1D-6C9178EA5289}"/>
              </a:ext>
            </a:extLst>
          </p:cNvPr>
          <p:cNvSpPr/>
          <p:nvPr/>
        </p:nvSpPr>
        <p:spPr>
          <a:xfrm rot="5400000">
            <a:off x="3546246" y="2946808"/>
            <a:ext cx="985521" cy="177718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14"/>
          <p:cNvSpPr txBox="1"/>
          <p:nvPr/>
        </p:nvSpPr>
        <p:spPr>
          <a:xfrm>
            <a:off x="7203440" y="2001520"/>
            <a:ext cx="3459088" cy="523220"/>
          </a:xfrm>
          <a:prstGeom prst="rect">
            <a:avLst/>
          </a:prstGeom>
          <a:noFill/>
        </p:spPr>
        <p:txBody>
          <a:bodyPr wrap="none" rtlCol="0">
            <a:spAutoFit/>
          </a:bodyPr>
          <a:lstStyle/>
          <a:p>
            <a:r>
              <a:rPr lang="en-US" altLang="zh-CN" sz="2800" dirty="0" smtClean="0"/>
              <a:t>Output </a:t>
            </a:r>
            <a:r>
              <a:rPr lang="en-US" altLang="zh-CN" sz="2800" dirty="0" smtClean="0"/>
              <a:t>Attention[</a:t>
            </a:r>
            <a:r>
              <a:rPr lang="en-US" altLang="zh-CN" sz="2800" dirty="0" smtClean="0">
                <a:solidFill>
                  <a:srgbClr val="00B050"/>
                </a:solidFill>
              </a:rPr>
              <a:t>2,3</a:t>
            </a:r>
            <a:r>
              <a:rPr lang="en-US" altLang="zh-CN" sz="2800" dirty="0" smtClean="0"/>
              <a:t>]:</a:t>
            </a:r>
            <a:endParaRPr lang="zh-CN" altLang="en-US" sz="2800" dirty="0"/>
          </a:p>
        </p:txBody>
      </p:sp>
      <p:pic>
        <p:nvPicPr>
          <p:cNvPr id="4098" name="Picture 2"/>
          <p:cNvPicPr>
            <a:picLocks noChangeAspect="1" noChangeArrowheads="1"/>
          </p:cNvPicPr>
          <p:nvPr/>
        </p:nvPicPr>
        <p:blipFill>
          <a:blip r:embed="rId4" cstate="print"/>
          <a:srcRect/>
          <a:stretch>
            <a:fillRect/>
          </a:stretch>
        </p:blipFill>
        <p:spPr bwMode="auto">
          <a:xfrm>
            <a:off x="7065150" y="2725103"/>
            <a:ext cx="4994770" cy="1460817"/>
          </a:xfrm>
          <a:prstGeom prst="rect">
            <a:avLst/>
          </a:prstGeom>
          <a:noFill/>
          <a:ln w="9525">
            <a:noFill/>
            <a:miter lim="800000"/>
            <a:headEnd/>
            <a:tailEnd/>
          </a:ln>
        </p:spPr>
      </p:pic>
      <p:sp>
        <p:nvSpPr>
          <p:cNvPr id="14" name="TextBox 13"/>
          <p:cNvSpPr txBox="1"/>
          <p:nvPr/>
        </p:nvSpPr>
        <p:spPr>
          <a:xfrm>
            <a:off x="2438400" y="4886960"/>
            <a:ext cx="6156960" cy="830997"/>
          </a:xfrm>
          <a:prstGeom prst="rect">
            <a:avLst/>
          </a:prstGeom>
          <a:noFill/>
        </p:spPr>
        <p:txBody>
          <a:bodyPr wrap="square" rtlCol="0">
            <a:spAutoFit/>
          </a:bodyPr>
          <a:lstStyle/>
          <a:p>
            <a:r>
              <a:rPr lang="en-US" altLang="zh-CN" sz="2400" b="1" dirty="0" smtClean="0"/>
              <a:t>the visual information: </a:t>
            </a:r>
            <a:br>
              <a:rPr lang="en-US" altLang="zh-CN" sz="2400" b="1" dirty="0" smtClean="0"/>
            </a:br>
            <a:endParaRPr lang="zh-CN" altLang="en-US" sz="2400" b="1" dirty="0"/>
          </a:p>
        </p:txBody>
      </p:sp>
      <p:pic>
        <p:nvPicPr>
          <p:cNvPr id="4099" name="Picture 3"/>
          <p:cNvPicPr>
            <a:picLocks noChangeAspect="1" noChangeArrowheads="1"/>
          </p:cNvPicPr>
          <p:nvPr/>
        </p:nvPicPr>
        <p:blipFill>
          <a:blip r:embed="rId5" cstate="print"/>
          <a:srcRect/>
          <a:stretch>
            <a:fillRect/>
          </a:stretch>
        </p:blipFill>
        <p:spPr bwMode="auto">
          <a:xfrm>
            <a:off x="5492433" y="4875530"/>
            <a:ext cx="2771775" cy="419100"/>
          </a:xfrm>
          <a:prstGeom prst="rect">
            <a:avLst/>
          </a:prstGeom>
          <a:noFill/>
          <a:ln w="9525">
            <a:noFill/>
            <a:miter lim="800000"/>
            <a:headEnd/>
            <a:tailEnd/>
          </a:ln>
        </p:spPr>
      </p:pic>
    </p:spTree>
    <p:extLst>
      <p:ext uri="{BB962C8B-B14F-4D97-AF65-F5344CB8AC3E}">
        <p14:creationId xmlns:p14="http://schemas.microsoft.com/office/powerpoint/2010/main" xmlns="" val="4188836823"/>
      </p:ext>
    </p:extLst>
  </p:cSld>
  <p:clrMapOvr>
    <a:masterClrMapping/>
  </p:clrMapOvr>
  <p:transition>
    <p:wip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8592E714-8771-4256-B120-A1444CD7D5F3}" type="slidenum">
              <a:rPr lang="zh-HK" altLang="en-US" smtClean="0"/>
              <a:pPr/>
              <a:t>9</a:t>
            </a:fld>
            <a:endParaRPr lang="zh-HK" altLang="en-US"/>
          </a:p>
        </p:txBody>
      </p:sp>
      <p:grpSp>
        <p:nvGrpSpPr>
          <p:cNvPr id="2" name="组合 33"/>
          <p:cNvGrpSpPr/>
          <p:nvPr/>
        </p:nvGrpSpPr>
        <p:grpSpPr>
          <a:xfrm>
            <a:off x="377367" y="449038"/>
            <a:ext cx="11716309" cy="831850"/>
            <a:chOff x="0" y="260350"/>
            <a:chExt cx="10910064" cy="831850"/>
          </a:xfrm>
        </p:grpSpPr>
        <p:sp>
          <p:nvSpPr>
            <p:cNvPr id="8" name="文本框 34"/>
            <p:cNvSpPr txBox="1"/>
            <p:nvPr/>
          </p:nvSpPr>
          <p:spPr>
            <a:xfrm>
              <a:off x="201202" y="353109"/>
              <a:ext cx="10708862" cy="646331"/>
            </a:xfrm>
            <a:prstGeom prst="rect">
              <a:avLst/>
            </a:prstGeom>
            <a:noFill/>
          </p:spPr>
          <p:txBody>
            <a:bodyPr wrap="square" rtlCol="0">
              <a:spAutoFit/>
            </a:bodyPr>
            <a:lstStyle/>
            <a:p>
              <a:r>
                <a:rPr lang="en-US" altLang="zh-CN" sz="3600" b="1" dirty="0" smtClean="0">
                  <a:solidFill>
                    <a:srgbClr val="8B0012"/>
                  </a:solidFill>
                  <a:latin typeface="微软雅黑" panose="020B0503020204020204" pitchFamily="34" charset="-122"/>
                  <a:ea typeface="微软雅黑" panose="020B0503020204020204" pitchFamily="34" charset="-122"/>
                </a:rPr>
                <a:t>Approach: Visual Attention</a:t>
              </a:r>
              <a:endParaRPr lang="en-US" altLang="zh-CN" sz="3600" b="1" dirty="0">
                <a:solidFill>
                  <a:srgbClr val="8B0012"/>
                </a:solidFill>
                <a:latin typeface="微软雅黑" panose="020B0503020204020204" pitchFamily="34" charset="-122"/>
                <a:ea typeface="微软雅黑" panose="020B0503020204020204" pitchFamily="34" charset="-122"/>
              </a:endParaRPr>
            </a:p>
          </p:txBody>
        </p:sp>
        <p:sp>
          <p:nvSpPr>
            <p:cNvPr id="9" name="矩形 8"/>
            <p:cNvSpPr/>
            <p:nvPr/>
          </p:nvSpPr>
          <p:spPr>
            <a:xfrm>
              <a:off x="0" y="260350"/>
              <a:ext cx="201202" cy="831850"/>
            </a:xfrm>
            <a:prstGeom prst="rect">
              <a:avLst/>
            </a:prstGeom>
            <a:solidFill>
              <a:srgbClr val="8B0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rgbClr val="D7343F"/>
                </a:solidFill>
              </a:endParaRPr>
            </a:p>
          </p:txBody>
        </p:sp>
      </p:grpSp>
      <p:pic>
        <p:nvPicPr>
          <p:cNvPr id="2050" name="Picture 2"/>
          <p:cNvPicPr>
            <a:picLocks noChangeAspect="1" noChangeArrowheads="1"/>
          </p:cNvPicPr>
          <p:nvPr/>
        </p:nvPicPr>
        <p:blipFill>
          <a:blip r:embed="rId3" cstate="print"/>
          <a:srcRect/>
          <a:stretch>
            <a:fillRect/>
          </a:stretch>
        </p:blipFill>
        <p:spPr bwMode="auto">
          <a:xfrm>
            <a:off x="0" y="1962150"/>
            <a:ext cx="7061835" cy="2578730"/>
          </a:xfrm>
          <a:prstGeom prst="rect">
            <a:avLst/>
          </a:prstGeom>
          <a:noFill/>
          <a:ln w="9525">
            <a:noFill/>
            <a:miter lim="800000"/>
            <a:headEnd/>
            <a:tailEnd/>
          </a:ln>
        </p:spPr>
      </p:pic>
      <p:sp>
        <p:nvSpPr>
          <p:cNvPr id="11" name="椭圆 1">
            <a:extLst>
              <a:ext uri="{FF2B5EF4-FFF2-40B4-BE49-F238E27FC236}">
                <a16:creationId xmlns:a16="http://schemas.microsoft.com/office/drawing/2014/main" xmlns="" id="{72989C7A-A260-4455-AA1D-6C9178EA5289}"/>
              </a:ext>
            </a:extLst>
          </p:cNvPr>
          <p:cNvSpPr/>
          <p:nvPr/>
        </p:nvSpPr>
        <p:spPr>
          <a:xfrm rot="5400000">
            <a:off x="3536086" y="1971448"/>
            <a:ext cx="985521" cy="177718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14"/>
          <p:cNvSpPr txBox="1"/>
          <p:nvPr/>
        </p:nvSpPr>
        <p:spPr>
          <a:xfrm>
            <a:off x="7305040" y="2651760"/>
            <a:ext cx="2896562" cy="523220"/>
          </a:xfrm>
          <a:prstGeom prst="rect">
            <a:avLst/>
          </a:prstGeom>
          <a:noFill/>
        </p:spPr>
        <p:txBody>
          <a:bodyPr wrap="none" rtlCol="0">
            <a:spAutoFit/>
          </a:bodyPr>
          <a:lstStyle/>
          <a:p>
            <a:r>
              <a:rPr lang="en-US" altLang="zh-CN" sz="2800" dirty="0" smtClean="0"/>
              <a:t>Topic </a:t>
            </a:r>
            <a:r>
              <a:rPr lang="en-US" altLang="zh-CN" sz="2800" dirty="0" smtClean="0"/>
              <a:t>Attention[</a:t>
            </a:r>
            <a:r>
              <a:rPr lang="en-US" altLang="zh-CN" sz="2800" dirty="0" smtClean="0">
                <a:solidFill>
                  <a:srgbClr val="00B050"/>
                </a:solidFill>
              </a:rPr>
              <a:t>2</a:t>
            </a:r>
            <a:r>
              <a:rPr lang="en-US" altLang="zh-CN" sz="2800" dirty="0" smtClean="0"/>
              <a:t>]:</a:t>
            </a:r>
            <a:endParaRPr lang="zh-CN" altLang="en-US" sz="2800" dirty="0"/>
          </a:p>
        </p:txBody>
      </p:sp>
      <p:pic>
        <p:nvPicPr>
          <p:cNvPr id="5122" name="Picture 2"/>
          <p:cNvPicPr>
            <a:picLocks noChangeAspect="1" noChangeArrowheads="1"/>
          </p:cNvPicPr>
          <p:nvPr/>
        </p:nvPicPr>
        <p:blipFill>
          <a:blip r:embed="rId4" cstate="print"/>
          <a:srcRect/>
          <a:stretch>
            <a:fillRect/>
          </a:stretch>
        </p:blipFill>
        <p:spPr bwMode="auto">
          <a:xfrm>
            <a:off x="7274560" y="3159693"/>
            <a:ext cx="4531360" cy="390910"/>
          </a:xfrm>
          <a:prstGeom prst="rect">
            <a:avLst/>
          </a:prstGeom>
          <a:noFill/>
          <a:ln w="9525">
            <a:noFill/>
            <a:miter lim="800000"/>
            <a:headEnd/>
            <a:tailEnd/>
          </a:ln>
        </p:spPr>
      </p:pic>
    </p:spTree>
    <p:extLst>
      <p:ext uri="{BB962C8B-B14F-4D97-AF65-F5344CB8AC3E}">
        <p14:creationId xmlns:p14="http://schemas.microsoft.com/office/powerpoint/2010/main" xmlns="" val="4188836823"/>
      </p:ext>
    </p:extLst>
  </p:cSld>
  <p:clrMapOvr>
    <a:masterClrMapping/>
  </p:clrMapOvr>
  <p:transition>
    <p:wip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8592E714-8771-4256-B120-A1444CD7D5F3}" type="slidenum">
              <a:rPr lang="zh-HK" altLang="en-US" smtClean="0"/>
              <a:pPr/>
              <a:t>10</a:t>
            </a:fld>
            <a:endParaRPr lang="zh-HK" altLang="en-US"/>
          </a:p>
        </p:txBody>
      </p:sp>
      <p:grpSp>
        <p:nvGrpSpPr>
          <p:cNvPr id="2" name="组合 33"/>
          <p:cNvGrpSpPr/>
          <p:nvPr/>
        </p:nvGrpSpPr>
        <p:grpSpPr>
          <a:xfrm>
            <a:off x="377367" y="449038"/>
            <a:ext cx="11716309" cy="831850"/>
            <a:chOff x="0" y="260350"/>
            <a:chExt cx="10910064" cy="831850"/>
          </a:xfrm>
        </p:grpSpPr>
        <p:sp>
          <p:nvSpPr>
            <p:cNvPr id="8" name="文本框 34"/>
            <p:cNvSpPr txBox="1"/>
            <p:nvPr/>
          </p:nvSpPr>
          <p:spPr>
            <a:xfrm>
              <a:off x="201202" y="353109"/>
              <a:ext cx="10708862" cy="646331"/>
            </a:xfrm>
            <a:prstGeom prst="rect">
              <a:avLst/>
            </a:prstGeom>
            <a:noFill/>
          </p:spPr>
          <p:txBody>
            <a:bodyPr wrap="square" rtlCol="0">
              <a:spAutoFit/>
            </a:bodyPr>
            <a:lstStyle/>
            <a:p>
              <a:r>
                <a:rPr lang="en-US" altLang="zh-CN" sz="3600" b="1" dirty="0" smtClean="0">
                  <a:solidFill>
                    <a:srgbClr val="8B0012"/>
                  </a:solidFill>
                  <a:latin typeface="微软雅黑" panose="020B0503020204020204" pitchFamily="34" charset="-122"/>
                  <a:ea typeface="微软雅黑" panose="020B0503020204020204" pitchFamily="34" charset="-122"/>
                </a:rPr>
                <a:t>Approach: Visual Attention</a:t>
              </a:r>
              <a:endParaRPr lang="en-US" altLang="zh-CN" sz="3600" b="1" dirty="0">
                <a:solidFill>
                  <a:srgbClr val="8B0012"/>
                </a:solidFill>
                <a:latin typeface="微软雅黑" panose="020B0503020204020204" pitchFamily="34" charset="-122"/>
                <a:ea typeface="微软雅黑" panose="020B0503020204020204" pitchFamily="34" charset="-122"/>
              </a:endParaRPr>
            </a:p>
          </p:txBody>
        </p:sp>
        <p:sp>
          <p:nvSpPr>
            <p:cNvPr id="9" name="矩形 8"/>
            <p:cNvSpPr/>
            <p:nvPr/>
          </p:nvSpPr>
          <p:spPr>
            <a:xfrm>
              <a:off x="0" y="260350"/>
              <a:ext cx="201202" cy="831850"/>
            </a:xfrm>
            <a:prstGeom prst="rect">
              <a:avLst/>
            </a:prstGeom>
            <a:solidFill>
              <a:srgbClr val="8B0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rgbClr val="D7343F"/>
                </a:solidFill>
              </a:endParaRPr>
            </a:p>
          </p:txBody>
        </p:sp>
      </p:grpSp>
      <p:pic>
        <p:nvPicPr>
          <p:cNvPr id="2050" name="Picture 2"/>
          <p:cNvPicPr>
            <a:picLocks noChangeAspect="1" noChangeArrowheads="1"/>
          </p:cNvPicPr>
          <p:nvPr/>
        </p:nvPicPr>
        <p:blipFill>
          <a:blip r:embed="rId3" cstate="print"/>
          <a:srcRect/>
          <a:stretch>
            <a:fillRect/>
          </a:stretch>
        </p:blipFill>
        <p:spPr bwMode="auto">
          <a:xfrm>
            <a:off x="0" y="1962150"/>
            <a:ext cx="7061835" cy="2578730"/>
          </a:xfrm>
          <a:prstGeom prst="rect">
            <a:avLst/>
          </a:prstGeom>
          <a:noFill/>
          <a:ln w="9525">
            <a:noFill/>
            <a:miter lim="800000"/>
            <a:headEnd/>
            <a:tailEnd/>
          </a:ln>
        </p:spPr>
      </p:pic>
      <p:sp>
        <p:nvSpPr>
          <p:cNvPr id="11" name="椭圆 1">
            <a:extLst>
              <a:ext uri="{FF2B5EF4-FFF2-40B4-BE49-F238E27FC236}">
                <a16:creationId xmlns:a16="http://schemas.microsoft.com/office/drawing/2014/main" xmlns="" id="{72989C7A-A260-4455-AA1D-6C9178EA5289}"/>
              </a:ext>
            </a:extLst>
          </p:cNvPr>
          <p:cNvSpPr/>
          <p:nvPr/>
        </p:nvSpPr>
        <p:spPr>
          <a:xfrm rot="5400000">
            <a:off x="3536086" y="1971448"/>
            <a:ext cx="985521" cy="177718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123" name="Picture 3"/>
          <p:cNvPicPr>
            <a:picLocks noChangeAspect="1" noChangeArrowheads="1"/>
          </p:cNvPicPr>
          <p:nvPr/>
        </p:nvPicPr>
        <p:blipFill>
          <a:blip r:embed="rId4" cstate="print"/>
          <a:srcRect/>
          <a:stretch>
            <a:fillRect/>
          </a:stretch>
        </p:blipFill>
        <p:spPr bwMode="auto">
          <a:xfrm>
            <a:off x="7402274" y="2857720"/>
            <a:ext cx="4515405" cy="837663"/>
          </a:xfrm>
          <a:prstGeom prst="rect">
            <a:avLst/>
          </a:prstGeom>
          <a:noFill/>
          <a:ln w="9525">
            <a:noFill/>
            <a:miter lim="800000"/>
            <a:headEnd/>
            <a:tailEnd/>
          </a:ln>
        </p:spPr>
      </p:pic>
      <p:pic>
        <p:nvPicPr>
          <p:cNvPr id="5125" name="Picture 5"/>
          <p:cNvPicPr>
            <a:picLocks noChangeAspect="1" noChangeArrowheads="1"/>
          </p:cNvPicPr>
          <p:nvPr/>
        </p:nvPicPr>
        <p:blipFill>
          <a:blip r:embed="rId5" cstate="print"/>
          <a:srcRect/>
          <a:stretch>
            <a:fillRect/>
          </a:stretch>
        </p:blipFill>
        <p:spPr bwMode="auto">
          <a:xfrm>
            <a:off x="7434186" y="3909990"/>
            <a:ext cx="4483494" cy="319110"/>
          </a:xfrm>
          <a:prstGeom prst="rect">
            <a:avLst/>
          </a:prstGeom>
          <a:noFill/>
          <a:ln w="9525">
            <a:noFill/>
            <a:miter lim="800000"/>
            <a:headEnd/>
            <a:tailEnd/>
          </a:ln>
        </p:spPr>
      </p:pic>
      <p:sp>
        <p:nvSpPr>
          <p:cNvPr id="12" name="TextBox 11"/>
          <p:cNvSpPr txBox="1"/>
          <p:nvPr/>
        </p:nvSpPr>
        <p:spPr>
          <a:xfrm>
            <a:off x="7335520" y="2296160"/>
            <a:ext cx="3396956" cy="523220"/>
          </a:xfrm>
          <a:prstGeom prst="rect">
            <a:avLst/>
          </a:prstGeom>
          <a:noFill/>
        </p:spPr>
        <p:txBody>
          <a:bodyPr wrap="none" rtlCol="0">
            <a:spAutoFit/>
          </a:bodyPr>
          <a:lstStyle/>
          <a:p>
            <a:r>
              <a:rPr lang="en-US" altLang="zh-CN" sz="2800" dirty="0" smtClean="0"/>
              <a:t>Topic Attention(Ours):</a:t>
            </a:r>
            <a:endParaRPr lang="zh-CN" altLang="en-US" sz="2800" dirty="0"/>
          </a:p>
        </p:txBody>
      </p:sp>
    </p:spTree>
    <p:extLst>
      <p:ext uri="{BB962C8B-B14F-4D97-AF65-F5344CB8AC3E}">
        <p14:creationId xmlns:p14="http://schemas.microsoft.com/office/powerpoint/2010/main" xmlns="" val="4188836823"/>
      </p:ext>
    </p:extLst>
  </p:cSld>
  <p:clrMapOvr>
    <a:masterClrMapping/>
  </p:clrMapOvr>
  <p:transition>
    <p:wip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8592E714-8771-4256-B120-A1444CD7D5F3}" type="slidenum">
              <a:rPr lang="zh-HK" altLang="en-US" smtClean="0"/>
              <a:pPr/>
              <a:t>11</a:t>
            </a:fld>
            <a:endParaRPr lang="zh-HK" altLang="en-US"/>
          </a:p>
        </p:txBody>
      </p:sp>
      <p:grpSp>
        <p:nvGrpSpPr>
          <p:cNvPr id="2" name="组合 33"/>
          <p:cNvGrpSpPr/>
          <p:nvPr/>
        </p:nvGrpSpPr>
        <p:grpSpPr>
          <a:xfrm>
            <a:off x="377367" y="449038"/>
            <a:ext cx="11716309" cy="831850"/>
            <a:chOff x="0" y="260350"/>
            <a:chExt cx="10910064" cy="831850"/>
          </a:xfrm>
        </p:grpSpPr>
        <p:sp>
          <p:nvSpPr>
            <p:cNvPr id="8" name="文本框 34"/>
            <p:cNvSpPr txBox="1"/>
            <p:nvPr/>
          </p:nvSpPr>
          <p:spPr>
            <a:xfrm>
              <a:off x="201202" y="353109"/>
              <a:ext cx="10708862" cy="646331"/>
            </a:xfrm>
            <a:prstGeom prst="rect">
              <a:avLst/>
            </a:prstGeom>
            <a:noFill/>
          </p:spPr>
          <p:txBody>
            <a:bodyPr wrap="square" rtlCol="0">
              <a:spAutoFit/>
            </a:bodyPr>
            <a:lstStyle/>
            <a:p>
              <a:r>
                <a:rPr lang="en-US" altLang="zh-CN" sz="3600" b="1" dirty="0" smtClean="0">
                  <a:solidFill>
                    <a:srgbClr val="8B0012"/>
                  </a:solidFill>
                  <a:latin typeface="微软雅黑" panose="020B0503020204020204" pitchFamily="34" charset="-122"/>
                  <a:ea typeface="微软雅黑" panose="020B0503020204020204" pitchFamily="34" charset="-122"/>
                </a:rPr>
                <a:t>Approach: Visual Attention</a:t>
              </a:r>
              <a:endParaRPr lang="en-US" altLang="zh-CN" sz="3600" b="1" dirty="0">
                <a:solidFill>
                  <a:srgbClr val="8B0012"/>
                </a:solidFill>
                <a:latin typeface="微软雅黑" panose="020B0503020204020204" pitchFamily="34" charset="-122"/>
                <a:ea typeface="微软雅黑" panose="020B0503020204020204" pitchFamily="34" charset="-122"/>
              </a:endParaRPr>
            </a:p>
          </p:txBody>
        </p:sp>
        <p:sp>
          <p:nvSpPr>
            <p:cNvPr id="9" name="矩形 8"/>
            <p:cNvSpPr/>
            <p:nvPr/>
          </p:nvSpPr>
          <p:spPr>
            <a:xfrm>
              <a:off x="0" y="260350"/>
              <a:ext cx="201202" cy="831850"/>
            </a:xfrm>
            <a:prstGeom prst="rect">
              <a:avLst/>
            </a:prstGeom>
            <a:solidFill>
              <a:srgbClr val="8B0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rgbClr val="D7343F"/>
                </a:solidFill>
              </a:endParaRPr>
            </a:p>
          </p:txBody>
        </p:sp>
      </p:grpSp>
      <p:pic>
        <p:nvPicPr>
          <p:cNvPr id="2050" name="Picture 2"/>
          <p:cNvPicPr>
            <a:picLocks noChangeAspect="1" noChangeArrowheads="1"/>
          </p:cNvPicPr>
          <p:nvPr/>
        </p:nvPicPr>
        <p:blipFill>
          <a:blip r:embed="rId3" cstate="print"/>
          <a:srcRect/>
          <a:stretch>
            <a:fillRect/>
          </a:stretch>
        </p:blipFill>
        <p:spPr bwMode="auto">
          <a:xfrm>
            <a:off x="0" y="1962150"/>
            <a:ext cx="7061835" cy="2578730"/>
          </a:xfrm>
          <a:prstGeom prst="rect">
            <a:avLst/>
          </a:prstGeom>
          <a:noFill/>
          <a:ln w="9525">
            <a:noFill/>
            <a:miter lim="800000"/>
            <a:headEnd/>
            <a:tailEnd/>
          </a:ln>
        </p:spPr>
      </p:pic>
      <p:sp>
        <p:nvSpPr>
          <p:cNvPr id="11" name="椭圆 1">
            <a:extLst>
              <a:ext uri="{FF2B5EF4-FFF2-40B4-BE49-F238E27FC236}">
                <a16:creationId xmlns:a16="http://schemas.microsoft.com/office/drawing/2014/main" xmlns="" id="{72989C7A-A260-4455-AA1D-6C9178EA5289}"/>
              </a:ext>
            </a:extLst>
          </p:cNvPr>
          <p:cNvSpPr/>
          <p:nvPr/>
        </p:nvSpPr>
        <p:spPr>
          <a:xfrm rot="5400000">
            <a:off x="3536086" y="1971448"/>
            <a:ext cx="985521" cy="177718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123" name="Picture 3"/>
          <p:cNvPicPr>
            <a:picLocks noChangeAspect="1" noChangeArrowheads="1"/>
          </p:cNvPicPr>
          <p:nvPr/>
        </p:nvPicPr>
        <p:blipFill>
          <a:blip r:embed="rId4" cstate="print"/>
          <a:srcRect/>
          <a:stretch>
            <a:fillRect/>
          </a:stretch>
        </p:blipFill>
        <p:spPr bwMode="auto">
          <a:xfrm>
            <a:off x="7402274" y="2857720"/>
            <a:ext cx="4515405" cy="837663"/>
          </a:xfrm>
          <a:prstGeom prst="rect">
            <a:avLst/>
          </a:prstGeom>
          <a:noFill/>
          <a:ln w="9525">
            <a:noFill/>
            <a:miter lim="800000"/>
            <a:headEnd/>
            <a:tailEnd/>
          </a:ln>
        </p:spPr>
      </p:pic>
      <p:pic>
        <p:nvPicPr>
          <p:cNvPr id="5125" name="Picture 5"/>
          <p:cNvPicPr>
            <a:picLocks noChangeAspect="1" noChangeArrowheads="1"/>
          </p:cNvPicPr>
          <p:nvPr/>
        </p:nvPicPr>
        <p:blipFill>
          <a:blip r:embed="rId5" cstate="print"/>
          <a:srcRect/>
          <a:stretch>
            <a:fillRect/>
          </a:stretch>
        </p:blipFill>
        <p:spPr bwMode="auto">
          <a:xfrm>
            <a:off x="7434186" y="3909990"/>
            <a:ext cx="4483494" cy="319110"/>
          </a:xfrm>
          <a:prstGeom prst="rect">
            <a:avLst/>
          </a:prstGeom>
          <a:noFill/>
          <a:ln w="9525">
            <a:noFill/>
            <a:miter lim="800000"/>
            <a:headEnd/>
            <a:tailEnd/>
          </a:ln>
        </p:spPr>
      </p:pic>
      <p:sp>
        <p:nvSpPr>
          <p:cNvPr id="12" name="TextBox 11"/>
          <p:cNvSpPr txBox="1"/>
          <p:nvPr/>
        </p:nvSpPr>
        <p:spPr>
          <a:xfrm>
            <a:off x="7335520" y="2296160"/>
            <a:ext cx="3396956" cy="523220"/>
          </a:xfrm>
          <a:prstGeom prst="rect">
            <a:avLst/>
          </a:prstGeom>
          <a:noFill/>
        </p:spPr>
        <p:txBody>
          <a:bodyPr wrap="none" rtlCol="0">
            <a:spAutoFit/>
          </a:bodyPr>
          <a:lstStyle/>
          <a:p>
            <a:r>
              <a:rPr lang="en-US" altLang="zh-CN" sz="2800" dirty="0" smtClean="0"/>
              <a:t>Topic Attention(Ours):</a:t>
            </a:r>
            <a:endParaRPr lang="zh-CN" altLang="en-US" sz="2800" dirty="0"/>
          </a:p>
        </p:txBody>
      </p:sp>
      <p:pic>
        <p:nvPicPr>
          <p:cNvPr id="6146" name="Picture 2"/>
          <p:cNvPicPr>
            <a:picLocks noChangeAspect="1" noChangeArrowheads="1"/>
          </p:cNvPicPr>
          <p:nvPr/>
        </p:nvPicPr>
        <p:blipFill>
          <a:blip r:embed="rId6" cstate="print"/>
          <a:srcRect/>
          <a:stretch>
            <a:fillRect/>
          </a:stretch>
        </p:blipFill>
        <p:spPr bwMode="auto">
          <a:xfrm>
            <a:off x="6085523" y="4823778"/>
            <a:ext cx="4105275" cy="542925"/>
          </a:xfrm>
          <a:prstGeom prst="rect">
            <a:avLst/>
          </a:prstGeom>
          <a:noFill/>
          <a:ln w="9525">
            <a:noFill/>
            <a:miter lim="800000"/>
            <a:headEnd/>
            <a:tailEnd/>
          </a:ln>
        </p:spPr>
      </p:pic>
      <p:sp>
        <p:nvSpPr>
          <p:cNvPr id="14" name="TextBox 13"/>
          <p:cNvSpPr txBox="1"/>
          <p:nvPr/>
        </p:nvSpPr>
        <p:spPr>
          <a:xfrm>
            <a:off x="2438400" y="4886960"/>
            <a:ext cx="6156960" cy="830997"/>
          </a:xfrm>
          <a:prstGeom prst="rect">
            <a:avLst/>
          </a:prstGeom>
          <a:noFill/>
        </p:spPr>
        <p:txBody>
          <a:bodyPr wrap="square" rtlCol="0">
            <a:spAutoFit/>
          </a:bodyPr>
          <a:lstStyle/>
          <a:p>
            <a:r>
              <a:rPr lang="en-US" altLang="zh-CN" sz="2400" b="1" dirty="0" smtClean="0"/>
              <a:t>the contextual information: </a:t>
            </a:r>
            <a:br>
              <a:rPr lang="en-US" altLang="zh-CN" sz="2400" b="1" dirty="0" smtClean="0"/>
            </a:br>
            <a:endParaRPr lang="zh-CN" altLang="en-US" sz="2400" b="1" dirty="0"/>
          </a:p>
        </p:txBody>
      </p:sp>
    </p:spTree>
    <p:extLst>
      <p:ext uri="{BB962C8B-B14F-4D97-AF65-F5344CB8AC3E}">
        <p14:creationId xmlns:p14="http://schemas.microsoft.com/office/powerpoint/2010/main" xmlns="" val="4188836823"/>
      </p:ext>
    </p:extLst>
  </p:cSld>
  <p:clrMapOvr>
    <a:masterClrMapping/>
  </p:clrMapOvr>
  <p:transition>
    <p:wip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p:cNvPicPr>
            <a:picLocks noChangeAspect="1" noChangeArrowheads="1"/>
          </p:cNvPicPr>
          <p:nvPr/>
        </p:nvPicPr>
        <p:blipFill>
          <a:blip r:embed="rId3" cstate="print"/>
          <a:srcRect/>
          <a:stretch>
            <a:fillRect/>
          </a:stretch>
        </p:blipFill>
        <p:spPr bwMode="auto">
          <a:xfrm>
            <a:off x="1878965" y="1230630"/>
            <a:ext cx="8312150" cy="3035300"/>
          </a:xfrm>
          <a:prstGeom prst="rect">
            <a:avLst/>
          </a:prstGeom>
          <a:noFill/>
          <a:ln w="9525">
            <a:noFill/>
            <a:miter lim="800000"/>
            <a:headEnd/>
            <a:tailEnd/>
          </a:ln>
        </p:spPr>
      </p:pic>
      <p:sp>
        <p:nvSpPr>
          <p:cNvPr id="3" name="灯片编号占位符 2"/>
          <p:cNvSpPr>
            <a:spLocks noGrp="1"/>
          </p:cNvSpPr>
          <p:nvPr>
            <p:ph type="sldNum" sz="quarter" idx="12"/>
          </p:nvPr>
        </p:nvSpPr>
        <p:spPr/>
        <p:txBody>
          <a:bodyPr/>
          <a:lstStyle/>
          <a:p>
            <a:fld id="{8592E714-8771-4256-B120-A1444CD7D5F3}" type="slidenum">
              <a:rPr lang="zh-HK" altLang="en-US" smtClean="0"/>
              <a:pPr/>
              <a:t>12</a:t>
            </a:fld>
            <a:endParaRPr lang="zh-HK" altLang="en-US"/>
          </a:p>
        </p:txBody>
      </p:sp>
      <p:grpSp>
        <p:nvGrpSpPr>
          <p:cNvPr id="2" name="组合 33"/>
          <p:cNvGrpSpPr/>
          <p:nvPr/>
        </p:nvGrpSpPr>
        <p:grpSpPr>
          <a:xfrm>
            <a:off x="377367" y="449038"/>
            <a:ext cx="11716309" cy="831850"/>
            <a:chOff x="0" y="260350"/>
            <a:chExt cx="10910064" cy="831850"/>
          </a:xfrm>
        </p:grpSpPr>
        <p:sp>
          <p:nvSpPr>
            <p:cNvPr id="8" name="文本框 34"/>
            <p:cNvSpPr txBox="1"/>
            <p:nvPr/>
          </p:nvSpPr>
          <p:spPr>
            <a:xfrm>
              <a:off x="201202" y="353109"/>
              <a:ext cx="10708862" cy="646331"/>
            </a:xfrm>
            <a:prstGeom prst="rect">
              <a:avLst/>
            </a:prstGeom>
            <a:noFill/>
          </p:spPr>
          <p:txBody>
            <a:bodyPr wrap="square" rtlCol="0">
              <a:spAutoFit/>
            </a:bodyPr>
            <a:lstStyle/>
            <a:p>
              <a:r>
                <a:rPr lang="en-US" altLang="zh-CN" sz="3600" b="1" dirty="0" smtClean="0">
                  <a:solidFill>
                    <a:srgbClr val="8B0012"/>
                  </a:solidFill>
                  <a:latin typeface="微软雅黑" panose="020B0503020204020204" pitchFamily="34" charset="-122"/>
                  <a:ea typeface="微软雅黑" panose="020B0503020204020204" pitchFamily="34" charset="-122"/>
                </a:rPr>
                <a:t>Approach: Merging Gate </a:t>
              </a:r>
              <a:endParaRPr lang="en-US" altLang="zh-CN" sz="3600" b="1" dirty="0">
                <a:solidFill>
                  <a:srgbClr val="8B0012"/>
                </a:solidFill>
                <a:latin typeface="微软雅黑" panose="020B0503020204020204" pitchFamily="34" charset="-122"/>
                <a:ea typeface="微软雅黑" panose="020B0503020204020204" pitchFamily="34" charset="-122"/>
              </a:endParaRPr>
            </a:p>
          </p:txBody>
        </p:sp>
        <p:sp>
          <p:nvSpPr>
            <p:cNvPr id="9" name="矩形 8"/>
            <p:cNvSpPr/>
            <p:nvPr/>
          </p:nvSpPr>
          <p:spPr>
            <a:xfrm>
              <a:off x="0" y="260350"/>
              <a:ext cx="201202" cy="831850"/>
            </a:xfrm>
            <a:prstGeom prst="rect">
              <a:avLst/>
            </a:prstGeom>
            <a:solidFill>
              <a:srgbClr val="8B0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rgbClr val="D7343F"/>
                </a:solidFill>
              </a:endParaRPr>
            </a:p>
          </p:txBody>
        </p:sp>
      </p:grpSp>
      <p:sp>
        <p:nvSpPr>
          <p:cNvPr id="10" name="TextBox 9"/>
          <p:cNvSpPr txBox="1"/>
          <p:nvPr/>
        </p:nvSpPr>
        <p:spPr>
          <a:xfrm>
            <a:off x="853440" y="4622800"/>
            <a:ext cx="10982960" cy="830997"/>
          </a:xfrm>
          <a:prstGeom prst="rect">
            <a:avLst/>
          </a:prstGeom>
          <a:noFill/>
        </p:spPr>
        <p:txBody>
          <a:bodyPr wrap="square" rtlCol="0">
            <a:spAutoFit/>
          </a:bodyPr>
          <a:lstStyle/>
          <a:p>
            <a:r>
              <a:rPr lang="en-US" altLang="zh-CN" sz="2400" b="1" dirty="0" smtClean="0"/>
              <a:t>How </a:t>
            </a:r>
            <a:r>
              <a:rPr lang="en-US" altLang="zh-CN" sz="2400" b="1" dirty="0" smtClean="0"/>
              <a:t>to make full use of </a:t>
            </a:r>
            <a:r>
              <a:rPr lang="en-US" altLang="zh-CN" sz="2400" b="1" dirty="0" smtClean="0"/>
              <a:t>the </a:t>
            </a:r>
            <a:r>
              <a:rPr lang="en-US" altLang="zh-CN" sz="2400" b="1" dirty="0" smtClean="0"/>
              <a:t>visual information </a:t>
            </a:r>
            <a:r>
              <a:rPr lang="en-US" altLang="zh-CN" sz="2400" b="1" dirty="0" smtClean="0"/>
              <a:t>and the </a:t>
            </a:r>
            <a:r>
              <a:rPr lang="en-US" altLang="zh-CN" sz="2400" b="1" dirty="0" smtClean="0"/>
              <a:t>contextual </a:t>
            </a:r>
            <a:r>
              <a:rPr lang="en-US" altLang="zh-CN" sz="2400" b="1" dirty="0" smtClean="0"/>
              <a:t>information? </a:t>
            </a:r>
            <a:r>
              <a:rPr lang="en-US" altLang="zh-CN" sz="2400" dirty="0" smtClean="0"/>
              <a:t/>
            </a:r>
            <a:br>
              <a:rPr lang="en-US" altLang="zh-CN" sz="2400" dirty="0" smtClean="0"/>
            </a:br>
            <a:endParaRPr lang="zh-CN" altLang="en-US" sz="2400" b="1" dirty="0"/>
          </a:p>
        </p:txBody>
      </p:sp>
      <p:sp>
        <p:nvSpPr>
          <p:cNvPr id="13" name="椭圆 1">
            <a:extLst>
              <a:ext uri="{FF2B5EF4-FFF2-40B4-BE49-F238E27FC236}">
                <a16:creationId xmlns:a16="http://schemas.microsoft.com/office/drawing/2014/main" xmlns="" id="{72989C7A-A260-4455-AA1D-6C9178EA5289}"/>
              </a:ext>
            </a:extLst>
          </p:cNvPr>
          <p:cNvSpPr/>
          <p:nvPr/>
        </p:nvSpPr>
        <p:spPr>
          <a:xfrm rot="5400000">
            <a:off x="8458606" y="736600"/>
            <a:ext cx="792073" cy="283423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xmlns="" val="4188836823"/>
      </p:ext>
    </p:extLst>
  </p:cSld>
  <p:clrMapOvr>
    <a:masterClrMapping/>
  </p:clrMapOvr>
  <p:transition>
    <p:wip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8592E714-8771-4256-B120-A1444CD7D5F3}" type="slidenum">
              <a:rPr lang="zh-HK" altLang="en-US" smtClean="0"/>
              <a:pPr/>
              <a:t>13</a:t>
            </a:fld>
            <a:endParaRPr lang="zh-HK" altLang="en-US"/>
          </a:p>
        </p:txBody>
      </p:sp>
      <p:grpSp>
        <p:nvGrpSpPr>
          <p:cNvPr id="2" name="组合 33"/>
          <p:cNvGrpSpPr/>
          <p:nvPr/>
        </p:nvGrpSpPr>
        <p:grpSpPr>
          <a:xfrm>
            <a:off x="377367" y="449038"/>
            <a:ext cx="11716309" cy="831850"/>
            <a:chOff x="0" y="260350"/>
            <a:chExt cx="10910064" cy="831850"/>
          </a:xfrm>
        </p:grpSpPr>
        <p:sp>
          <p:nvSpPr>
            <p:cNvPr id="8" name="文本框 34"/>
            <p:cNvSpPr txBox="1"/>
            <p:nvPr/>
          </p:nvSpPr>
          <p:spPr>
            <a:xfrm>
              <a:off x="201202" y="353109"/>
              <a:ext cx="10708862" cy="646331"/>
            </a:xfrm>
            <a:prstGeom prst="rect">
              <a:avLst/>
            </a:prstGeom>
            <a:noFill/>
          </p:spPr>
          <p:txBody>
            <a:bodyPr wrap="square" rtlCol="0">
              <a:spAutoFit/>
            </a:bodyPr>
            <a:lstStyle/>
            <a:p>
              <a:r>
                <a:rPr lang="en-US" altLang="zh-CN" sz="3600" b="1" dirty="0" smtClean="0">
                  <a:solidFill>
                    <a:srgbClr val="8B0012"/>
                  </a:solidFill>
                  <a:latin typeface="微软雅黑" panose="020B0503020204020204" pitchFamily="34" charset="-122"/>
                  <a:ea typeface="微软雅黑" panose="020B0503020204020204" pitchFamily="34" charset="-122"/>
                </a:rPr>
                <a:t>Approach: Merging Gate </a:t>
              </a:r>
              <a:endParaRPr lang="en-US" altLang="zh-CN" sz="3600" b="1" dirty="0">
                <a:solidFill>
                  <a:srgbClr val="8B0012"/>
                </a:solidFill>
                <a:latin typeface="微软雅黑" panose="020B0503020204020204" pitchFamily="34" charset="-122"/>
                <a:ea typeface="微软雅黑" panose="020B0503020204020204" pitchFamily="34" charset="-122"/>
              </a:endParaRPr>
            </a:p>
          </p:txBody>
        </p:sp>
        <p:sp>
          <p:nvSpPr>
            <p:cNvPr id="9" name="矩形 8"/>
            <p:cNvSpPr/>
            <p:nvPr/>
          </p:nvSpPr>
          <p:spPr>
            <a:xfrm>
              <a:off x="0" y="260350"/>
              <a:ext cx="201202" cy="831850"/>
            </a:xfrm>
            <a:prstGeom prst="rect">
              <a:avLst/>
            </a:prstGeom>
            <a:solidFill>
              <a:srgbClr val="8B0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rgbClr val="D7343F"/>
                </a:solidFill>
              </a:endParaRPr>
            </a:p>
          </p:txBody>
        </p:sp>
      </p:grpSp>
      <p:pic>
        <p:nvPicPr>
          <p:cNvPr id="2050" name="Picture 2"/>
          <p:cNvPicPr>
            <a:picLocks noChangeAspect="1" noChangeArrowheads="1"/>
          </p:cNvPicPr>
          <p:nvPr/>
        </p:nvPicPr>
        <p:blipFill>
          <a:blip r:embed="rId3" cstate="print"/>
          <a:srcRect/>
          <a:stretch>
            <a:fillRect/>
          </a:stretch>
        </p:blipFill>
        <p:spPr bwMode="auto">
          <a:xfrm>
            <a:off x="1878965" y="1230630"/>
            <a:ext cx="8312150" cy="3035300"/>
          </a:xfrm>
          <a:prstGeom prst="rect">
            <a:avLst/>
          </a:prstGeom>
          <a:noFill/>
          <a:ln w="9525">
            <a:noFill/>
            <a:miter lim="800000"/>
            <a:headEnd/>
            <a:tailEnd/>
          </a:ln>
        </p:spPr>
      </p:pic>
      <p:sp>
        <p:nvSpPr>
          <p:cNvPr id="11" name="椭圆 1">
            <a:extLst>
              <a:ext uri="{FF2B5EF4-FFF2-40B4-BE49-F238E27FC236}">
                <a16:creationId xmlns:a16="http://schemas.microsoft.com/office/drawing/2014/main" xmlns="" id="{72989C7A-A260-4455-AA1D-6C9178EA5289}"/>
              </a:ext>
            </a:extLst>
          </p:cNvPr>
          <p:cNvSpPr/>
          <p:nvPr/>
        </p:nvSpPr>
        <p:spPr>
          <a:xfrm rot="5400000">
            <a:off x="8458606" y="736600"/>
            <a:ext cx="792073" cy="283423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extBox 9"/>
          <p:cNvSpPr txBox="1"/>
          <p:nvPr/>
        </p:nvSpPr>
        <p:spPr>
          <a:xfrm>
            <a:off x="741680" y="4318000"/>
            <a:ext cx="10982960" cy="2308324"/>
          </a:xfrm>
          <a:prstGeom prst="rect">
            <a:avLst/>
          </a:prstGeom>
          <a:noFill/>
        </p:spPr>
        <p:txBody>
          <a:bodyPr wrap="square" rtlCol="0">
            <a:spAutoFit/>
          </a:bodyPr>
          <a:lstStyle/>
          <a:p>
            <a:r>
              <a:rPr lang="en-US" altLang="zh-CN" sz="2400" dirty="0" smtClean="0"/>
              <a:t>It is not reasonable to treat the two kinds of information equally when the decoder generates different types of words. For example, when generating descriptive words </a:t>
            </a:r>
            <a:br>
              <a:rPr lang="en-US" altLang="zh-CN" sz="2400" dirty="0" smtClean="0"/>
            </a:br>
            <a:r>
              <a:rPr lang="en-US" altLang="zh-CN" sz="2400" dirty="0" smtClean="0"/>
              <a:t>(e.g., </a:t>
            </a:r>
            <a:r>
              <a:rPr lang="en-US" altLang="zh-CN" sz="2400" i="1" dirty="0" smtClean="0"/>
              <a:t>behind</a:t>
            </a:r>
            <a:r>
              <a:rPr lang="en-US" altLang="zh-CN" sz="2400" dirty="0" smtClean="0"/>
              <a:t>, </a:t>
            </a:r>
            <a:r>
              <a:rPr lang="en-US" altLang="zh-CN" sz="2400" i="1" dirty="0" smtClean="0"/>
              <a:t>red</a:t>
            </a:r>
            <a:r>
              <a:rPr lang="en-US" altLang="zh-CN" sz="2400" dirty="0" smtClean="0"/>
              <a:t>) , the </a:t>
            </a:r>
            <a:r>
              <a:rPr lang="en-US" altLang="zh-CN" sz="2400" dirty="0" smtClean="0"/>
              <a:t>visual information</a:t>
            </a:r>
            <a:r>
              <a:rPr lang="en-US" altLang="zh-CN" sz="2400" i="1" dirty="0" smtClean="0"/>
              <a:t> </a:t>
            </a:r>
            <a:r>
              <a:rPr lang="en-US" altLang="zh-CN" sz="2400" dirty="0" smtClean="0"/>
              <a:t>should matter more than the contextual </a:t>
            </a:r>
            <a:r>
              <a:rPr lang="en-US" altLang="zh-CN" sz="2400" dirty="0" smtClean="0"/>
              <a:t>information. </a:t>
            </a:r>
            <a:r>
              <a:rPr lang="en-US" altLang="zh-CN" sz="2400" dirty="0" smtClean="0"/>
              <a:t>However, when generating object words (e.g., </a:t>
            </a:r>
            <a:r>
              <a:rPr lang="en-US" altLang="zh-CN" sz="2400" i="1" dirty="0" smtClean="0"/>
              <a:t>people</a:t>
            </a:r>
            <a:r>
              <a:rPr lang="en-US" altLang="zh-CN" sz="2400" dirty="0" smtClean="0"/>
              <a:t>, </a:t>
            </a:r>
            <a:r>
              <a:rPr lang="en-US" altLang="zh-CN" sz="2400" i="1" dirty="0" smtClean="0"/>
              <a:t>table</a:t>
            </a:r>
            <a:r>
              <a:rPr lang="en-US" altLang="zh-CN" sz="2400" dirty="0" smtClean="0"/>
              <a:t>), </a:t>
            </a:r>
            <a:r>
              <a:rPr lang="en-US" altLang="zh-CN" sz="2400" dirty="0" smtClean="0"/>
              <a:t>the contextual </a:t>
            </a:r>
            <a:r>
              <a:rPr lang="en-US" altLang="zh-CN" sz="2400" dirty="0" smtClean="0"/>
              <a:t>information </a:t>
            </a:r>
            <a:r>
              <a:rPr lang="en-US" altLang="zh-CN" sz="2400" dirty="0" smtClean="0"/>
              <a:t>is </a:t>
            </a:r>
            <a:r>
              <a:rPr lang="en-US" altLang="zh-CN" sz="2400" dirty="0" smtClean="0"/>
              <a:t>more important. </a:t>
            </a:r>
            <a:br>
              <a:rPr lang="en-US" altLang="zh-CN" sz="2400" dirty="0" smtClean="0"/>
            </a:br>
            <a:endParaRPr lang="zh-CN" altLang="en-US" sz="2400" dirty="0"/>
          </a:p>
        </p:txBody>
      </p:sp>
    </p:spTree>
    <p:extLst>
      <p:ext uri="{BB962C8B-B14F-4D97-AF65-F5344CB8AC3E}">
        <p14:creationId xmlns:p14="http://schemas.microsoft.com/office/powerpoint/2010/main" xmlns="" val="4188836823"/>
      </p:ext>
    </p:extLst>
  </p:cSld>
  <p:clrMapOvr>
    <a:masterClrMapping/>
  </p:clrMapOvr>
  <p:transition>
    <p:wip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8592E714-8771-4256-B120-A1444CD7D5F3}" type="slidenum">
              <a:rPr lang="zh-HK" altLang="en-US" smtClean="0"/>
              <a:pPr/>
              <a:t>14</a:t>
            </a:fld>
            <a:endParaRPr lang="zh-HK" altLang="en-US"/>
          </a:p>
        </p:txBody>
      </p:sp>
      <p:grpSp>
        <p:nvGrpSpPr>
          <p:cNvPr id="2" name="组合 33"/>
          <p:cNvGrpSpPr/>
          <p:nvPr/>
        </p:nvGrpSpPr>
        <p:grpSpPr>
          <a:xfrm>
            <a:off x="377367" y="449038"/>
            <a:ext cx="11716309" cy="831850"/>
            <a:chOff x="0" y="260350"/>
            <a:chExt cx="10910064" cy="831850"/>
          </a:xfrm>
        </p:grpSpPr>
        <p:sp>
          <p:nvSpPr>
            <p:cNvPr id="8" name="文本框 34"/>
            <p:cNvSpPr txBox="1"/>
            <p:nvPr/>
          </p:nvSpPr>
          <p:spPr>
            <a:xfrm>
              <a:off x="201202" y="353109"/>
              <a:ext cx="10708862" cy="646331"/>
            </a:xfrm>
            <a:prstGeom prst="rect">
              <a:avLst/>
            </a:prstGeom>
            <a:noFill/>
          </p:spPr>
          <p:txBody>
            <a:bodyPr wrap="square" rtlCol="0">
              <a:spAutoFit/>
            </a:bodyPr>
            <a:lstStyle/>
            <a:p>
              <a:r>
                <a:rPr lang="en-US" altLang="zh-CN" sz="3600" b="1" dirty="0" smtClean="0">
                  <a:solidFill>
                    <a:srgbClr val="8B0012"/>
                  </a:solidFill>
                  <a:latin typeface="微软雅黑" panose="020B0503020204020204" pitchFamily="34" charset="-122"/>
                  <a:ea typeface="微软雅黑" panose="020B0503020204020204" pitchFamily="34" charset="-122"/>
                </a:rPr>
                <a:t>Approach: Merging Gate </a:t>
              </a:r>
              <a:endParaRPr lang="en-US" altLang="zh-CN" sz="3600" b="1" dirty="0">
                <a:solidFill>
                  <a:srgbClr val="8B0012"/>
                </a:solidFill>
                <a:latin typeface="微软雅黑" panose="020B0503020204020204" pitchFamily="34" charset="-122"/>
                <a:ea typeface="微软雅黑" panose="020B0503020204020204" pitchFamily="34" charset="-122"/>
              </a:endParaRPr>
            </a:p>
          </p:txBody>
        </p:sp>
        <p:sp>
          <p:nvSpPr>
            <p:cNvPr id="9" name="矩形 8"/>
            <p:cNvSpPr/>
            <p:nvPr/>
          </p:nvSpPr>
          <p:spPr>
            <a:xfrm>
              <a:off x="0" y="260350"/>
              <a:ext cx="201202" cy="831850"/>
            </a:xfrm>
            <a:prstGeom prst="rect">
              <a:avLst/>
            </a:prstGeom>
            <a:solidFill>
              <a:srgbClr val="8B0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rgbClr val="D7343F"/>
                </a:solidFill>
              </a:endParaRPr>
            </a:p>
          </p:txBody>
        </p:sp>
      </p:grpSp>
      <p:pic>
        <p:nvPicPr>
          <p:cNvPr id="7170" name="Picture 2"/>
          <p:cNvPicPr>
            <a:picLocks noChangeAspect="1" noChangeArrowheads="1"/>
          </p:cNvPicPr>
          <p:nvPr/>
        </p:nvPicPr>
        <p:blipFill>
          <a:blip r:embed="rId3" cstate="print"/>
          <a:srcRect/>
          <a:stretch>
            <a:fillRect/>
          </a:stretch>
        </p:blipFill>
        <p:spPr bwMode="auto">
          <a:xfrm>
            <a:off x="1737360" y="5709285"/>
            <a:ext cx="5181600" cy="904875"/>
          </a:xfrm>
          <a:prstGeom prst="rect">
            <a:avLst/>
          </a:prstGeom>
          <a:noFill/>
          <a:ln w="9525">
            <a:noFill/>
            <a:miter lim="800000"/>
            <a:headEnd/>
            <a:tailEnd/>
          </a:ln>
        </p:spPr>
      </p:pic>
      <p:sp>
        <p:nvSpPr>
          <p:cNvPr id="10" name="TextBox 9"/>
          <p:cNvSpPr txBox="1"/>
          <p:nvPr/>
        </p:nvSpPr>
        <p:spPr>
          <a:xfrm>
            <a:off x="843280" y="4460240"/>
            <a:ext cx="10982960" cy="1569660"/>
          </a:xfrm>
          <a:prstGeom prst="rect">
            <a:avLst/>
          </a:prstGeom>
          <a:noFill/>
        </p:spPr>
        <p:txBody>
          <a:bodyPr wrap="square" rtlCol="0">
            <a:spAutoFit/>
          </a:bodyPr>
          <a:lstStyle/>
          <a:p>
            <a:r>
              <a:rPr lang="en-US" altLang="zh-CN" sz="2400" dirty="0" smtClean="0"/>
              <a:t>In our approach, we build a </a:t>
            </a:r>
            <a:r>
              <a:rPr lang="en-US" altLang="zh-CN" sz="2400" dirty="0" smtClean="0"/>
              <a:t>novel </a:t>
            </a:r>
            <a:r>
              <a:rPr lang="en-US" altLang="zh-CN" sz="2400" dirty="0" smtClean="0"/>
              <a:t>score-based “merging gate” which is </a:t>
            </a:r>
            <a:r>
              <a:rPr lang="en-US" altLang="zh-CN" sz="2400" dirty="0" smtClean="0"/>
              <a:t>used to adaptively </a:t>
            </a:r>
            <a:r>
              <a:rPr lang="en-US" altLang="zh-CN" sz="2400" dirty="0" smtClean="0"/>
              <a:t>learn to </a:t>
            </a:r>
            <a:r>
              <a:rPr lang="en-US" altLang="zh-CN" sz="2400" dirty="0" smtClean="0"/>
              <a:t>adjust the </a:t>
            </a:r>
            <a:r>
              <a:rPr lang="en-US" altLang="zh-CN" sz="2400" dirty="0" smtClean="0"/>
              <a:t>balance of the </a:t>
            </a:r>
            <a:r>
              <a:rPr lang="en-US" altLang="zh-CN" sz="2400" dirty="0" smtClean="0"/>
              <a:t>visual </a:t>
            </a:r>
            <a:r>
              <a:rPr lang="en-US" altLang="zh-CN" sz="2400" dirty="0" smtClean="0"/>
              <a:t>information and </a:t>
            </a:r>
            <a:r>
              <a:rPr lang="en-US" altLang="zh-CN" sz="2400" dirty="0" smtClean="0"/>
              <a:t>the contextual </a:t>
            </a:r>
            <a:r>
              <a:rPr lang="en-US" altLang="zh-CN" sz="2400" dirty="0" smtClean="0"/>
              <a:t>information ( Where </a:t>
            </a:r>
            <a:r>
              <a:rPr lang="en-US" altLang="zh-CN" sz="2400" i="1" dirty="0" smtClean="0"/>
              <a:t>σ </a:t>
            </a:r>
            <a:r>
              <a:rPr lang="en-US" altLang="zh-CN" sz="2400" dirty="0" smtClean="0"/>
              <a:t>is the sigmoid function )</a:t>
            </a:r>
            <a:br>
              <a:rPr lang="en-US" altLang="zh-CN" sz="2400" dirty="0" smtClean="0"/>
            </a:br>
            <a:endParaRPr lang="zh-CN" altLang="en-US" sz="2400" dirty="0"/>
          </a:p>
        </p:txBody>
      </p:sp>
      <p:pic>
        <p:nvPicPr>
          <p:cNvPr id="12" name="Picture 2"/>
          <p:cNvPicPr>
            <a:picLocks noChangeAspect="1" noChangeArrowheads="1"/>
          </p:cNvPicPr>
          <p:nvPr/>
        </p:nvPicPr>
        <p:blipFill>
          <a:blip r:embed="rId4" cstate="print"/>
          <a:srcRect/>
          <a:stretch>
            <a:fillRect/>
          </a:stretch>
        </p:blipFill>
        <p:spPr bwMode="auto">
          <a:xfrm>
            <a:off x="1878965" y="1230630"/>
            <a:ext cx="8312150" cy="3035300"/>
          </a:xfrm>
          <a:prstGeom prst="rect">
            <a:avLst/>
          </a:prstGeom>
          <a:noFill/>
          <a:ln w="9525">
            <a:noFill/>
            <a:miter lim="800000"/>
            <a:headEnd/>
            <a:tailEnd/>
          </a:ln>
        </p:spPr>
      </p:pic>
      <p:sp>
        <p:nvSpPr>
          <p:cNvPr id="13" name="椭圆 1">
            <a:extLst>
              <a:ext uri="{FF2B5EF4-FFF2-40B4-BE49-F238E27FC236}">
                <a16:creationId xmlns:a16="http://schemas.microsoft.com/office/drawing/2014/main" xmlns="" id="{72989C7A-A260-4455-AA1D-6C9178EA5289}"/>
              </a:ext>
            </a:extLst>
          </p:cNvPr>
          <p:cNvSpPr/>
          <p:nvPr/>
        </p:nvSpPr>
        <p:spPr>
          <a:xfrm rot="5400000">
            <a:off x="8458606" y="736600"/>
            <a:ext cx="792073" cy="283423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xmlns="" val="4188836823"/>
      </p:ext>
    </p:extLst>
  </p:cSld>
  <p:clrMapOvr>
    <a:masterClrMapping/>
  </p:clrMapOvr>
  <p:transition>
    <p:wip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8592E714-8771-4256-B120-A1444CD7D5F3}" type="slidenum">
              <a:rPr lang="zh-HK" altLang="en-US" smtClean="0"/>
              <a:pPr/>
              <a:t>15</a:t>
            </a:fld>
            <a:endParaRPr lang="zh-HK" altLang="en-US"/>
          </a:p>
        </p:txBody>
      </p:sp>
      <p:grpSp>
        <p:nvGrpSpPr>
          <p:cNvPr id="2" name="组合 33"/>
          <p:cNvGrpSpPr/>
          <p:nvPr/>
        </p:nvGrpSpPr>
        <p:grpSpPr>
          <a:xfrm>
            <a:off x="377367" y="449038"/>
            <a:ext cx="11716309" cy="831850"/>
            <a:chOff x="0" y="260350"/>
            <a:chExt cx="10910064" cy="831850"/>
          </a:xfrm>
        </p:grpSpPr>
        <p:sp>
          <p:nvSpPr>
            <p:cNvPr id="8" name="文本框 34"/>
            <p:cNvSpPr txBox="1"/>
            <p:nvPr/>
          </p:nvSpPr>
          <p:spPr>
            <a:xfrm>
              <a:off x="201202" y="353109"/>
              <a:ext cx="10708862" cy="646331"/>
            </a:xfrm>
            <a:prstGeom prst="rect">
              <a:avLst/>
            </a:prstGeom>
            <a:noFill/>
          </p:spPr>
          <p:txBody>
            <a:bodyPr wrap="square" rtlCol="0">
              <a:spAutoFit/>
            </a:bodyPr>
            <a:lstStyle/>
            <a:p>
              <a:r>
                <a:rPr lang="en-US" altLang="zh-CN" sz="3600" b="1" dirty="0" smtClean="0">
                  <a:solidFill>
                    <a:srgbClr val="8B0012"/>
                  </a:solidFill>
                  <a:latin typeface="微软雅黑" panose="020B0503020204020204" pitchFamily="34" charset="-122"/>
                  <a:ea typeface="微软雅黑" panose="020B0503020204020204" pitchFamily="34" charset="-122"/>
                </a:rPr>
                <a:t>Approach: Merging Gate </a:t>
              </a:r>
              <a:endParaRPr lang="en-US" altLang="zh-CN" sz="3600" b="1" dirty="0">
                <a:solidFill>
                  <a:srgbClr val="8B0012"/>
                </a:solidFill>
                <a:latin typeface="微软雅黑" panose="020B0503020204020204" pitchFamily="34" charset="-122"/>
                <a:ea typeface="微软雅黑" panose="020B0503020204020204" pitchFamily="34" charset="-122"/>
              </a:endParaRPr>
            </a:p>
          </p:txBody>
        </p:sp>
        <p:sp>
          <p:nvSpPr>
            <p:cNvPr id="9" name="矩形 8"/>
            <p:cNvSpPr/>
            <p:nvPr/>
          </p:nvSpPr>
          <p:spPr>
            <a:xfrm>
              <a:off x="0" y="260350"/>
              <a:ext cx="201202" cy="831850"/>
            </a:xfrm>
            <a:prstGeom prst="rect">
              <a:avLst/>
            </a:prstGeom>
            <a:solidFill>
              <a:srgbClr val="8B0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rgbClr val="D7343F"/>
                </a:solidFill>
              </a:endParaRPr>
            </a:p>
          </p:txBody>
        </p:sp>
      </p:grpSp>
      <p:pic>
        <p:nvPicPr>
          <p:cNvPr id="12" name="Picture 2"/>
          <p:cNvPicPr>
            <a:picLocks noChangeAspect="1" noChangeArrowheads="1"/>
          </p:cNvPicPr>
          <p:nvPr/>
        </p:nvPicPr>
        <p:blipFill>
          <a:blip r:embed="rId3" cstate="print"/>
          <a:srcRect/>
          <a:stretch>
            <a:fillRect/>
          </a:stretch>
        </p:blipFill>
        <p:spPr bwMode="auto">
          <a:xfrm>
            <a:off x="1878965" y="1230630"/>
            <a:ext cx="8312150" cy="3035300"/>
          </a:xfrm>
          <a:prstGeom prst="rect">
            <a:avLst/>
          </a:prstGeom>
          <a:noFill/>
          <a:ln w="9525">
            <a:noFill/>
            <a:miter lim="800000"/>
            <a:headEnd/>
            <a:tailEnd/>
          </a:ln>
        </p:spPr>
      </p:pic>
      <p:sp>
        <p:nvSpPr>
          <p:cNvPr id="13" name="椭圆 1">
            <a:extLst>
              <a:ext uri="{FF2B5EF4-FFF2-40B4-BE49-F238E27FC236}">
                <a16:creationId xmlns:a16="http://schemas.microsoft.com/office/drawing/2014/main" xmlns="" id="{72989C7A-A260-4455-AA1D-6C9178EA5289}"/>
              </a:ext>
            </a:extLst>
          </p:cNvPr>
          <p:cNvSpPr/>
          <p:nvPr/>
        </p:nvSpPr>
        <p:spPr>
          <a:xfrm rot="5400000">
            <a:off x="8458606" y="736600"/>
            <a:ext cx="792073" cy="283423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14"/>
          <p:cNvSpPr txBox="1"/>
          <p:nvPr/>
        </p:nvSpPr>
        <p:spPr>
          <a:xfrm>
            <a:off x="853440" y="4622800"/>
            <a:ext cx="10982960" cy="1200329"/>
          </a:xfrm>
          <a:prstGeom prst="rect">
            <a:avLst/>
          </a:prstGeom>
          <a:noFill/>
        </p:spPr>
        <p:txBody>
          <a:bodyPr wrap="square" rtlCol="0">
            <a:spAutoFit/>
          </a:bodyPr>
          <a:lstStyle/>
          <a:p>
            <a:r>
              <a:rPr lang="en-US" altLang="zh-CN" sz="2400" dirty="0" smtClean="0"/>
              <a:t>The </a:t>
            </a:r>
            <a:r>
              <a:rPr lang="el-GR" altLang="zh-CN" sz="2400" i="1" dirty="0" smtClean="0"/>
              <a:t>γ</a:t>
            </a:r>
            <a:r>
              <a:rPr lang="en-US" altLang="zh-CN" sz="2400" i="1" dirty="0" smtClean="0"/>
              <a:t>t</a:t>
            </a:r>
            <a:r>
              <a:rPr lang="en-US" altLang="zh-CN" sz="2400" dirty="0" smtClean="0"/>
              <a:t> indicates how important the topic attention is compared to the visual attention</a:t>
            </a:r>
            <a:r>
              <a:rPr lang="zh-CN" altLang="en-US" sz="2400" dirty="0" smtClean="0"/>
              <a:t>，</a:t>
            </a:r>
            <a:r>
              <a:rPr lang="en-US" altLang="zh-CN" sz="2400" dirty="0" smtClean="0"/>
              <a:t>so the scoring </a:t>
            </a:r>
            <a:r>
              <a:rPr lang="en-US" altLang="zh-CN" sz="2400" dirty="0" smtClean="0"/>
              <a:t>function needs to evaluate the importance of the topic attention. </a:t>
            </a:r>
            <a:r>
              <a:rPr lang="en-US" altLang="zh-CN" sz="2400" dirty="0" smtClean="0"/>
              <a:t/>
            </a:r>
            <a:br>
              <a:rPr lang="en-US" altLang="zh-CN" sz="2400" dirty="0" smtClean="0"/>
            </a:br>
            <a:endParaRPr lang="zh-CN" altLang="en-US" sz="2400" dirty="0"/>
          </a:p>
        </p:txBody>
      </p:sp>
      <p:pic>
        <p:nvPicPr>
          <p:cNvPr id="16" name="Picture 2"/>
          <p:cNvPicPr>
            <a:picLocks noChangeAspect="1" noChangeArrowheads="1"/>
          </p:cNvPicPr>
          <p:nvPr/>
        </p:nvPicPr>
        <p:blipFill>
          <a:blip r:embed="rId4" cstate="print"/>
          <a:srcRect/>
          <a:stretch>
            <a:fillRect/>
          </a:stretch>
        </p:blipFill>
        <p:spPr bwMode="auto">
          <a:xfrm>
            <a:off x="1737360" y="5709285"/>
            <a:ext cx="5181600" cy="904875"/>
          </a:xfrm>
          <a:prstGeom prst="rect">
            <a:avLst/>
          </a:prstGeom>
          <a:noFill/>
          <a:ln w="9525">
            <a:noFill/>
            <a:miter lim="800000"/>
            <a:headEnd/>
            <a:tailEnd/>
          </a:ln>
        </p:spPr>
      </p:pic>
    </p:spTree>
    <p:extLst>
      <p:ext uri="{BB962C8B-B14F-4D97-AF65-F5344CB8AC3E}">
        <p14:creationId xmlns:p14="http://schemas.microsoft.com/office/powerpoint/2010/main" xmlns="" val="4188836823"/>
      </p:ext>
    </p:extLst>
  </p:cSld>
  <p:clrMapOvr>
    <a:masterClrMapping/>
  </p:clrMapOvr>
  <p:transition>
    <p:wip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2"/>
          <p:cNvPicPr>
            <a:picLocks noChangeAspect="1" noChangeArrowheads="1"/>
          </p:cNvPicPr>
          <p:nvPr/>
        </p:nvPicPr>
        <p:blipFill>
          <a:blip r:embed="rId3" cstate="print"/>
          <a:srcRect/>
          <a:stretch>
            <a:fillRect/>
          </a:stretch>
        </p:blipFill>
        <p:spPr bwMode="auto">
          <a:xfrm>
            <a:off x="1878965" y="1230630"/>
            <a:ext cx="8312150" cy="3035300"/>
          </a:xfrm>
          <a:prstGeom prst="rect">
            <a:avLst/>
          </a:prstGeom>
          <a:noFill/>
          <a:ln w="9525">
            <a:noFill/>
            <a:miter lim="800000"/>
            <a:headEnd/>
            <a:tailEnd/>
          </a:ln>
        </p:spPr>
      </p:pic>
      <p:sp>
        <p:nvSpPr>
          <p:cNvPr id="15" name="椭圆 1">
            <a:extLst>
              <a:ext uri="{FF2B5EF4-FFF2-40B4-BE49-F238E27FC236}">
                <a16:creationId xmlns:a16="http://schemas.microsoft.com/office/drawing/2014/main" xmlns="" id="{72989C7A-A260-4455-AA1D-6C9178EA5289}"/>
              </a:ext>
            </a:extLst>
          </p:cNvPr>
          <p:cNvSpPr/>
          <p:nvPr/>
        </p:nvSpPr>
        <p:spPr>
          <a:xfrm rot="5400000">
            <a:off x="8458606" y="736600"/>
            <a:ext cx="792073" cy="283423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灯片编号占位符 2"/>
          <p:cNvSpPr>
            <a:spLocks noGrp="1"/>
          </p:cNvSpPr>
          <p:nvPr>
            <p:ph type="sldNum" sz="quarter" idx="12"/>
          </p:nvPr>
        </p:nvSpPr>
        <p:spPr/>
        <p:txBody>
          <a:bodyPr/>
          <a:lstStyle/>
          <a:p>
            <a:fld id="{8592E714-8771-4256-B120-A1444CD7D5F3}" type="slidenum">
              <a:rPr lang="zh-HK" altLang="en-US" smtClean="0"/>
              <a:pPr/>
              <a:t>16</a:t>
            </a:fld>
            <a:endParaRPr lang="zh-HK" altLang="en-US"/>
          </a:p>
        </p:txBody>
      </p:sp>
      <p:grpSp>
        <p:nvGrpSpPr>
          <p:cNvPr id="2" name="组合 33"/>
          <p:cNvGrpSpPr/>
          <p:nvPr/>
        </p:nvGrpSpPr>
        <p:grpSpPr>
          <a:xfrm>
            <a:off x="377367" y="449038"/>
            <a:ext cx="11716309" cy="831850"/>
            <a:chOff x="0" y="260350"/>
            <a:chExt cx="10910064" cy="831850"/>
          </a:xfrm>
        </p:grpSpPr>
        <p:sp>
          <p:nvSpPr>
            <p:cNvPr id="8" name="文本框 34"/>
            <p:cNvSpPr txBox="1"/>
            <p:nvPr/>
          </p:nvSpPr>
          <p:spPr>
            <a:xfrm>
              <a:off x="201202" y="353109"/>
              <a:ext cx="10708862" cy="646331"/>
            </a:xfrm>
            <a:prstGeom prst="rect">
              <a:avLst/>
            </a:prstGeom>
            <a:noFill/>
          </p:spPr>
          <p:txBody>
            <a:bodyPr wrap="square" rtlCol="0">
              <a:spAutoFit/>
            </a:bodyPr>
            <a:lstStyle/>
            <a:p>
              <a:r>
                <a:rPr lang="en-US" altLang="zh-CN" sz="3600" b="1" dirty="0" smtClean="0">
                  <a:solidFill>
                    <a:srgbClr val="8B0012"/>
                  </a:solidFill>
                  <a:latin typeface="微软雅黑" panose="020B0503020204020204" pitchFamily="34" charset="-122"/>
                  <a:ea typeface="微软雅黑" panose="020B0503020204020204" pitchFamily="34" charset="-122"/>
                </a:rPr>
                <a:t>Approach: Merging Gate </a:t>
              </a:r>
              <a:endParaRPr lang="en-US" altLang="zh-CN" sz="3600" b="1" dirty="0">
                <a:solidFill>
                  <a:srgbClr val="8B0012"/>
                </a:solidFill>
                <a:latin typeface="微软雅黑" panose="020B0503020204020204" pitchFamily="34" charset="-122"/>
                <a:ea typeface="微软雅黑" panose="020B0503020204020204" pitchFamily="34" charset="-122"/>
              </a:endParaRPr>
            </a:p>
          </p:txBody>
        </p:sp>
        <p:sp>
          <p:nvSpPr>
            <p:cNvPr id="9" name="矩形 8"/>
            <p:cNvSpPr/>
            <p:nvPr/>
          </p:nvSpPr>
          <p:spPr>
            <a:xfrm>
              <a:off x="0" y="260350"/>
              <a:ext cx="201202" cy="831850"/>
            </a:xfrm>
            <a:prstGeom prst="rect">
              <a:avLst/>
            </a:prstGeom>
            <a:solidFill>
              <a:srgbClr val="8B0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rgbClr val="D7343F"/>
                </a:solidFill>
              </a:endParaRPr>
            </a:p>
          </p:txBody>
        </p:sp>
      </p:grpSp>
      <p:pic>
        <p:nvPicPr>
          <p:cNvPr id="12" name="Picture 3"/>
          <p:cNvPicPr>
            <a:picLocks noChangeAspect="1" noChangeArrowheads="1"/>
          </p:cNvPicPr>
          <p:nvPr/>
        </p:nvPicPr>
        <p:blipFill>
          <a:blip r:embed="rId4" cstate="print"/>
          <a:srcRect/>
          <a:stretch>
            <a:fillRect/>
          </a:stretch>
        </p:blipFill>
        <p:spPr bwMode="auto">
          <a:xfrm>
            <a:off x="6853634" y="429480"/>
            <a:ext cx="4515405" cy="837663"/>
          </a:xfrm>
          <a:prstGeom prst="rect">
            <a:avLst/>
          </a:prstGeom>
          <a:noFill/>
          <a:ln w="9525">
            <a:noFill/>
            <a:miter lim="800000"/>
            <a:headEnd/>
            <a:tailEnd/>
          </a:ln>
        </p:spPr>
      </p:pic>
      <p:cxnSp>
        <p:nvCxnSpPr>
          <p:cNvPr id="16" name="直接箭头连接符 15"/>
          <p:cNvCxnSpPr/>
          <p:nvPr/>
        </p:nvCxnSpPr>
        <p:spPr>
          <a:xfrm flipV="1">
            <a:off x="6939280" y="1198880"/>
            <a:ext cx="416560" cy="105664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4188836823"/>
      </p:ext>
    </p:extLst>
  </p:cSld>
  <p:clrMapOvr>
    <a:masterClrMapping/>
  </p:clrMapOvr>
  <p:transition>
    <p:wip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2"/>
          <p:cNvPicPr>
            <a:picLocks noChangeAspect="1" noChangeArrowheads="1"/>
          </p:cNvPicPr>
          <p:nvPr/>
        </p:nvPicPr>
        <p:blipFill>
          <a:blip r:embed="rId3" cstate="print"/>
          <a:srcRect/>
          <a:stretch>
            <a:fillRect/>
          </a:stretch>
        </p:blipFill>
        <p:spPr bwMode="auto">
          <a:xfrm>
            <a:off x="1878965" y="1230630"/>
            <a:ext cx="8312150" cy="3035300"/>
          </a:xfrm>
          <a:prstGeom prst="rect">
            <a:avLst/>
          </a:prstGeom>
          <a:noFill/>
          <a:ln w="9525">
            <a:noFill/>
            <a:miter lim="800000"/>
            <a:headEnd/>
            <a:tailEnd/>
          </a:ln>
        </p:spPr>
      </p:pic>
      <p:sp>
        <p:nvSpPr>
          <p:cNvPr id="15" name="椭圆 1">
            <a:extLst>
              <a:ext uri="{FF2B5EF4-FFF2-40B4-BE49-F238E27FC236}">
                <a16:creationId xmlns:a16="http://schemas.microsoft.com/office/drawing/2014/main" xmlns="" id="{72989C7A-A260-4455-AA1D-6C9178EA5289}"/>
              </a:ext>
            </a:extLst>
          </p:cNvPr>
          <p:cNvSpPr/>
          <p:nvPr/>
        </p:nvSpPr>
        <p:spPr>
          <a:xfrm rot="5400000">
            <a:off x="8458606" y="736600"/>
            <a:ext cx="792073" cy="283423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灯片编号占位符 2"/>
          <p:cNvSpPr>
            <a:spLocks noGrp="1"/>
          </p:cNvSpPr>
          <p:nvPr>
            <p:ph type="sldNum" sz="quarter" idx="12"/>
          </p:nvPr>
        </p:nvSpPr>
        <p:spPr/>
        <p:txBody>
          <a:bodyPr/>
          <a:lstStyle/>
          <a:p>
            <a:fld id="{8592E714-8771-4256-B120-A1444CD7D5F3}" type="slidenum">
              <a:rPr lang="zh-HK" altLang="en-US" smtClean="0"/>
              <a:pPr/>
              <a:t>17</a:t>
            </a:fld>
            <a:endParaRPr lang="zh-HK" altLang="en-US"/>
          </a:p>
        </p:txBody>
      </p:sp>
      <p:grpSp>
        <p:nvGrpSpPr>
          <p:cNvPr id="2" name="组合 33"/>
          <p:cNvGrpSpPr/>
          <p:nvPr/>
        </p:nvGrpSpPr>
        <p:grpSpPr>
          <a:xfrm>
            <a:off x="377367" y="449038"/>
            <a:ext cx="11716309" cy="831850"/>
            <a:chOff x="0" y="260350"/>
            <a:chExt cx="10910064" cy="831850"/>
          </a:xfrm>
        </p:grpSpPr>
        <p:sp>
          <p:nvSpPr>
            <p:cNvPr id="8" name="文本框 34"/>
            <p:cNvSpPr txBox="1"/>
            <p:nvPr/>
          </p:nvSpPr>
          <p:spPr>
            <a:xfrm>
              <a:off x="201202" y="353109"/>
              <a:ext cx="10708862" cy="646331"/>
            </a:xfrm>
            <a:prstGeom prst="rect">
              <a:avLst/>
            </a:prstGeom>
            <a:noFill/>
          </p:spPr>
          <p:txBody>
            <a:bodyPr wrap="square" rtlCol="0">
              <a:spAutoFit/>
            </a:bodyPr>
            <a:lstStyle/>
            <a:p>
              <a:r>
                <a:rPr lang="en-US" altLang="zh-CN" sz="3600" b="1" dirty="0" smtClean="0">
                  <a:solidFill>
                    <a:srgbClr val="8B0012"/>
                  </a:solidFill>
                  <a:latin typeface="微软雅黑" panose="020B0503020204020204" pitchFamily="34" charset="-122"/>
                  <a:ea typeface="微软雅黑" panose="020B0503020204020204" pitchFamily="34" charset="-122"/>
                </a:rPr>
                <a:t>Approach: Merging Gate </a:t>
              </a:r>
              <a:endParaRPr lang="en-US" altLang="zh-CN" sz="3600" b="1" dirty="0">
                <a:solidFill>
                  <a:srgbClr val="8B0012"/>
                </a:solidFill>
                <a:latin typeface="微软雅黑" panose="020B0503020204020204" pitchFamily="34" charset="-122"/>
                <a:ea typeface="微软雅黑" panose="020B0503020204020204" pitchFamily="34" charset="-122"/>
              </a:endParaRPr>
            </a:p>
          </p:txBody>
        </p:sp>
        <p:sp>
          <p:nvSpPr>
            <p:cNvPr id="9" name="矩形 8"/>
            <p:cNvSpPr/>
            <p:nvPr/>
          </p:nvSpPr>
          <p:spPr>
            <a:xfrm>
              <a:off x="0" y="260350"/>
              <a:ext cx="201202" cy="831850"/>
            </a:xfrm>
            <a:prstGeom prst="rect">
              <a:avLst/>
            </a:prstGeom>
            <a:solidFill>
              <a:srgbClr val="8B0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rgbClr val="D7343F"/>
                </a:solidFill>
              </a:endParaRPr>
            </a:p>
          </p:txBody>
        </p:sp>
      </p:grpSp>
      <p:pic>
        <p:nvPicPr>
          <p:cNvPr id="8194" name="Picture 2"/>
          <p:cNvPicPr>
            <a:picLocks noChangeAspect="1" noChangeArrowheads="1"/>
          </p:cNvPicPr>
          <p:nvPr/>
        </p:nvPicPr>
        <p:blipFill>
          <a:blip r:embed="rId4" cstate="print"/>
          <a:srcRect/>
          <a:stretch>
            <a:fillRect/>
          </a:stretch>
        </p:blipFill>
        <p:spPr bwMode="auto">
          <a:xfrm>
            <a:off x="2444433" y="4645978"/>
            <a:ext cx="6124575" cy="1000125"/>
          </a:xfrm>
          <a:prstGeom prst="rect">
            <a:avLst/>
          </a:prstGeom>
          <a:noFill/>
          <a:ln w="9525">
            <a:noFill/>
            <a:miter lim="800000"/>
            <a:headEnd/>
            <a:tailEnd/>
          </a:ln>
        </p:spPr>
      </p:pic>
      <p:pic>
        <p:nvPicPr>
          <p:cNvPr id="12" name="Picture 3"/>
          <p:cNvPicPr>
            <a:picLocks noChangeAspect="1" noChangeArrowheads="1"/>
          </p:cNvPicPr>
          <p:nvPr/>
        </p:nvPicPr>
        <p:blipFill>
          <a:blip r:embed="rId5" cstate="print"/>
          <a:srcRect/>
          <a:stretch>
            <a:fillRect/>
          </a:stretch>
        </p:blipFill>
        <p:spPr bwMode="auto">
          <a:xfrm>
            <a:off x="6853634" y="429480"/>
            <a:ext cx="4515405" cy="837663"/>
          </a:xfrm>
          <a:prstGeom prst="rect">
            <a:avLst/>
          </a:prstGeom>
          <a:noFill/>
          <a:ln w="9525">
            <a:noFill/>
            <a:miter lim="800000"/>
            <a:headEnd/>
            <a:tailEnd/>
          </a:ln>
        </p:spPr>
      </p:pic>
      <p:cxnSp>
        <p:nvCxnSpPr>
          <p:cNvPr id="14" name="直接箭头连接符 13"/>
          <p:cNvCxnSpPr/>
          <p:nvPr/>
        </p:nvCxnSpPr>
        <p:spPr>
          <a:xfrm flipV="1">
            <a:off x="6939280" y="1198880"/>
            <a:ext cx="416560" cy="105664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4188836823"/>
      </p:ext>
    </p:extLst>
  </p:cSld>
  <p:clrMapOvr>
    <a:masterClrMapping/>
  </p:clrMapOvr>
  <p:transition>
    <p:wip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8592E714-8771-4256-B120-A1444CD7D5F3}" type="slidenum">
              <a:rPr lang="zh-HK" altLang="en-US" smtClean="0"/>
              <a:pPr/>
              <a:t>18</a:t>
            </a:fld>
            <a:endParaRPr lang="zh-HK" altLang="en-US"/>
          </a:p>
        </p:txBody>
      </p:sp>
      <p:grpSp>
        <p:nvGrpSpPr>
          <p:cNvPr id="10" name="组合 9"/>
          <p:cNvGrpSpPr/>
          <p:nvPr/>
        </p:nvGrpSpPr>
        <p:grpSpPr>
          <a:xfrm>
            <a:off x="377368" y="449038"/>
            <a:ext cx="10910064" cy="923756"/>
            <a:chOff x="0" y="260350"/>
            <a:chExt cx="10910064" cy="923756"/>
          </a:xfrm>
        </p:grpSpPr>
        <p:sp>
          <p:nvSpPr>
            <p:cNvPr id="13" name="文本框 34"/>
            <p:cNvSpPr txBox="1"/>
            <p:nvPr/>
          </p:nvSpPr>
          <p:spPr>
            <a:xfrm>
              <a:off x="201202" y="353109"/>
              <a:ext cx="10708862" cy="830997"/>
            </a:xfrm>
            <a:prstGeom prst="rect">
              <a:avLst/>
            </a:prstGeom>
            <a:noFill/>
          </p:spPr>
          <p:txBody>
            <a:bodyPr wrap="square" rtlCol="0">
              <a:spAutoFit/>
            </a:bodyPr>
            <a:lstStyle/>
            <a:p>
              <a:pPr lvl="0"/>
              <a:r>
                <a:rPr lang="en-US" altLang="zh-CN" sz="2400" b="1" dirty="0" err="1" smtClean="0">
                  <a:solidFill>
                    <a:srgbClr val="8B0012"/>
                  </a:solidFill>
                  <a:latin typeface="微软雅黑" panose="020B0503020204020204" pitchFamily="34" charset="-122"/>
                  <a:ea typeface="微软雅黑" panose="020B0503020204020204" pitchFamily="34" charset="-122"/>
                </a:rPr>
                <a:t>simNet</a:t>
              </a:r>
              <a:r>
                <a:rPr lang="en-US" altLang="zh-CN" sz="2400" b="1" dirty="0" smtClean="0">
                  <a:solidFill>
                    <a:srgbClr val="8B0012"/>
                  </a:solidFill>
                  <a:latin typeface="微软雅黑" panose="020B0503020204020204" pitchFamily="34" charset="-122"/>
                  <a:ea typeface="微软雅黑" panose="020B0503020204020204" pitchFamily="34" charset="-122"/>
                </a:rPr>
                <a:t>: Stepwise Image-Topic Merging Network for </a:t>
              </a:r>
            </a:p>
            <a:p>
              <a:pPr lvl="0"/>
              <a:r>
                <a:rPr lang="en-US" altLang="zh-CN" sz="2400" b="1" dirty="0" smtClean="0">
                  <a:solidFill>
                    <a:srgbClr val="8B0012"/>
                  </a:solidFill>
                  <a:latin typeface="微软雅黑" panose="020B0503020204020204" pitchFamily="34" charset="-122"/>
                  <a:ea typeface="微软雅黑" panose="020B0503020204020204" pitchFamily="34" charset="-122"/>
                </a:rPr>
                <a:t>Generating Detailed and Comprehensive Image Captions</a:t>
              </a:r>
            </a:p>
          </p:txBody>
        </p:sp>
        <p:sp>
          <p:nvSpPr>
            <p:cNvPr id="14" name="矩形 13"/>
            <p:cNvSpPr/>
            <p:nvPr/>
          </p:nvSpPr>
          <p:spPr>
            <a:xfrm>
              <a:off x="0" y="260350"/>
              <a:ext cx="201202" cy="831850"/>
            </a:xfrm>
            <a:prstGeom prst="rect">
              <a:avLst/>
            </a:prstGeom>
            <a:solidFill>
              <a:srgbClr val="8B0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rgbClr val="D7343F"/>
                </a:solidFill>
              </a:endParaRPr>
            </a:p>
          </p:txBody>
        </p:sp>
      </p:grpSp>
      <p:sp>
        <p:nvSpPr>
          <p:cNvPr id="15" name="TextBox 14"/>
          <p:cNvSpPr txBox="1"/>
          <p:nvPr/>
        </p:nvSpPr>
        <p:spPr>
          <a:xfrm>
            <a:off x="2265680" y="4886960"/>
            <a:ext cx="6156960" cy="830997"/>
          </a:xfrm>
          <a:prstGeom prst="rect">
            <a:avLst/>
          </a:prstGeom>
          <a:noFill/>
        </p:spPr>
        <p:txBody>
          <a:bodyPr wrap="square" rtlCol="0">
            <a:spAutoFit/>
          </a:bodyPr>
          <a:lstStyle/>
          <a:p>
            <a:r>
              <a:rPr lang="en-US" altLang="zh-CN" sz="2400" b="1" dirty="0" smtClean="0"/>
              <a:t>the contextual information: </a:t>
            </a:r>
            <a:br>
              <a:rPr lang="en-US" altLang="zh-CN" sz="2400" b="1" dirty="0" smtClean="0"/>
            </a:br>
            <a:endParaRPr lang="zh-CN" altLang="en-US" sz="2400" b="1" dirty="0"/>
          </a:p>
        </p:txBody>
      </p:sp>
      <p:pic>
        <p:nvPicPr>
          <p:cNvPr id="9218" name="Picture 2"/>
          <p:cNvPicPr>
            <a:picLocks noChangeAspect="1" noChangeArrowheads="1"/>
          </p:cNvPicPr>
          <p:nvPr/>
        </p:nvPicPr>
        <p:blipFill>
          <a:blip r:embed="rId3" cstate="print"/>
          <a:srcRect/>
          <a:stretch>
            <a:fillRect/>
          </a:stretch>
        </p:blipFill>
        <p:spPr bwMode="auto">
          <a:xfrm>
            <a:off x="5954713" y="4759960"/>
            <a:ext cx="3838575" cy="609600"/>
          </a:xfrm>
          <a:prstGeom prst="rect">
            <a:avLst/>
          </a:prstGeom>
          <a:noFill/>
          <a:ln w="9525">
            <a:noFill/>
            <a:miter lim="800000"/>
            <a:headEnd/>
            <a:tailEnd/>
          </a:ln>
        </p:spPr>
      </p:pic>
      <p:pic>
        <p:nvPicPr>
          <p:cNvPr id="9" name="Picture 2"/>
          <p:cNvPicPr>
            <a:picLocks noChangeAspect="1" noChangeArrowheads="1"/>
          </p:cNvPicPr>
          <p:nvPr/>
        </p:nvPicPr>
        <p:blipFill>
          <a:blip r:embed="rId4" cstate="print"/>
          <a:srcRect/>
          <a:stretch>
            <a:fillRect/>
          </a:stretch>
        </p:blipFill>
        <p:spPr bwMode="auto">
          <a:xfrm>
            <a:off x="1807845" y="1535430"/>
            <a:ext cx="8312150" cy="3035300"/>
          </a:xfrm>
          <a:prstGeom prst="rect">
            <a:avLst/>
          </a:prstGeom>
          <a:noFill/>
          <a:ln w="9525">
            <a:noFill/>
            <a:miter lim="800000"/>
            <a:headEnd/>
            <a:tailEnd/>
          </a:ln>
        </p:spPr>
      </p:pic>
    </p:spTree>
    <p:extLst>
      <p:ext uri="{BB962C8B-B14F-4D97-AF65-F5344CB8AC3E}">
        <p14:creationId xmlns:p14="http://schemas.microsoft.com/office/powerpoint/2010/main" xmlns="" val="4188836823"/>
      </p:ext>
    </p:extLst>
  </p:cSld>
  <p:clrMapOvr>
    <a:masterClrMapping/>
  </p:clrMapOvr>
  <p:transition>
    <p:wip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任意多边形 10"/>
          <p:cNvSpPr/>
          <p:nvPr/>
        </p:nvSpPr>
        <p:spPr>
          <a:xfrm rot="10800000">
            <a:off x="4030242" y="3299299"/>
            <a:ext cx="935323" cy="1097587"/>
          </a:xfrm>
          <a:custGeom>
            <a:avLst/>
            <a:gdLst>
              <a:gd name="connsiteX0" fmla="*/ 685918 w 707644"/>
              <a:gd name="connsiteY0" fmla="*/ 726313 h 830409"/>
              <a:gd name="connsiteX1" fmla="*/ 686617 w 707644"/>
              <a:gd name="connsiteY1" fmla="*/ 726734 h 830409"/>
              <a:gd name="connsiteX2" fmla="*/ 686152 w 707644"/>
              <a:gd name="connsiteY2" fmla="*/ 727127 h 830409"/>
              <a:gd name="connsiteX3" fmla="*/ 677645 w 707644"/>
              <a:gd name="connsiteY3" fmla="*/ 727155 h 830409"/>
              <a:gd name="connsiteX4" fmla="*/ 682237 w 707644"/>
              <a:gd name="connsiteY4" fmla="*/ 730439 h 830409"/>
              <a:gd name="connsiteX5" fmla="*/ 680806 w 707644"/>
              <a:gd name="connsiteY5" fmla="*/ 731649 h 830409"/>
              <a:gd name="connsiteX6" fmla="*/ 675364 w 707644"/>
              <a:gd name="connsiteY6" fmla="*/ 673195 h 830409"/>
              <a:gd name="connsiteX7" fmla="*/ 679382 w 707644"/>
              <a:gd name="connsiteY7" fmla="*/ 676882 h 830409"/>
              <a:gd name="connsiteX8" fmla="*/ 686763 w 707644"/>
              <a:gd name="connsiteY8" fmla="*/ 683493 h 830409"/>
              <a:gd name="connsiteX9" fmla="*/ 676962 w 707644"/>
              <a:gd name="connsiteY9" fmla="*/ 677341 h 830409"/>
              <a:gd name="connsiteX10" fmla="*/ 668973 w 707644"/>
              <a:gd name="connsiteY10" fmla="*/ 672327 h 830409"/>
              <a:gd name="connsiteX11" fmla="*/ 676962 w 707644"/>
              <a:gd name="connsiteY11" fmla="*/ 677341 h 830409"/>
              <a:gd name="connsiteX12" fmla="*/ 682643 w 707644"/>
              <a:gd name="connsiteY12" fmla="*/ 692080 h 830409"/>
              <a:gd name="connsiteX13" fmla="*/ 696613 w 707644"/>
              <a:gd name="connsiteY13" fmla="*/ 718278 h 830409"/>
              <a:gd name="connsiteX14" fmla="*/ 695410 w 707644"/>
              <a:gd name="connsiteY14" fmla="*/ 719297 h 830409"/>
              <a:gd name="connsiteX15" fmla="*/ 691459 w 707644"/>
              <a:gd name="connsiteY15" fmla="*/ 714547 h 830409"/>
              <a:gd name="connsiteX16" fmla="*/ 675229 w 707644"/>
              <a:gd name="connsiteY16" fmla="*/ 690891 h 830409"/>
              <a:gd name="connsiteX17" fmla="*/ 648225 w 707644"/>
              <a:gd name="connsiteY17" fmla="*/ 704878 h 830409"/>
              <a:gd name="connsiteX18" fmla="*/ 650148 w 707644"/>
              <a:gd name="connsiteY18" fmla="*/ 706739 h 830409"/>
              <a:gd name="connsiteX19" fmla="*/ 660183 w 707644"/>
              <a:gd name="connsiteY19" fmla="*/ 721687 h 830409"/>
              <a:gd name="connsiteX20" fmla="*/ 672076 w 707644"/>
              <a:gd name="connsiteY20" fmla="*/ 739033 h 830409"/>
              <a:gd name="connsiteX21" fmla="*/ 671576 w 707644"/>
              <a:gd name="connsiteY21" fmla="*/ 739456 h 830409"/>
              <a:gd name="connsiteX22" fmla="*/ 646410 w 707644"/>
              <a:gd name="connsiteY22" fmla="*/ 701172 h 830409"/>
              <a:gd name="connsiteX23" fmla="*/ 670265 w 707644"/>
              <a:gd name="connsiteY23" fmla="*/ 716662 h 830409"/>
              <a:gd name="connsiteX24" fmla="*/ 677645 w 707644"/>
              <a:gd name="connsiteY24" fmla="*/ 727155 h 830409"/>
              <a:gd name="connsiteX25" fmla="*/ 653108 w 707644"/>
              <a:gd name="connsiteY25" fmla="*/ 709604 h 830409"/>
              <a:gd name="connsiteX26" fmla="*/ 650148 w 707644"/>
              <a:gd name="connsiteY26" fmla="*/ 706739 h 830409"/>
              <a:gd name="connsiteX27" fmla="*/ 673248 w 707644"/>
              <a:gd name="connsiteY27" fmla="*/ 642996 h 830409"/>
              <a:gd name="connsiteX28" fmla="*/ 698881 w 707644"/>
              <a:gd name="connsiteY28" fmla="*/ 687793 h 830409"/>
              <a:gd name="connsiteX29" fmla="*/ 707644 w 707644"/>
              <a:gd name="connsiteY29" fmla="*/ 708948 h 830409"/>
              <a:gd name="connsiteX30" fmla="*/ 707625 w 707644"/>
              <a:gd name="connsiteY30" fmla="*/ 708964 h 830409"/>
              <a:gd name="connsiteX31" fmla="*/ 696416 w 707644"/>
              <a:gd name="connsiteY31" fmla="*/ 688029 h 830409"/>
              <a:gd name="connsiteX32" fmla="*/ 676860 w 707644"/>
              <a:gd name="connsiteY32" fmla="*/ 650543 h 830409"/>
              <a:gd name="connsiteX33" fmla="*/ 640368 w 707644"/>
              <a:gd name="connsiteY33" fmla="*/ 697273 h 830409"/>
              <a:gd name="connsiteX34" fmla="*/ 645018 w 707644"/>
              <a:gd name="connsiteY34" fmla="*/ 700268 h 830409"/>
              <a:gd name="connsiteX35" fmla="*/ 645185 w 707644"/>
              <a:gd name="connsiteY35" fmla="*/ 700376 h 830409"/>
              <a:gd name="connsiteX36" fmla="*/ 648225 w 707644"/>
              <a:gd name="connsiteY36" fmla="*/ 704878 h 830409"/>
              <a:gd name="connsiteX37" fmla="*/ 653990 w 707644"/>
              <a:gd name="connsiteY37" fmla="*/ 653259 h 830409"/>
              <a:gd name="connsiteX38" fmla="*/ 661670 w 707644"/>
              <a:gd name="connsiteY38" fmla="*/ 660629 h 830409"/>
              <a:gd name="connsiteX39" fmla="*/ 666537 w 707644"/>
              <a:gd name="connsiteY39" fmla="*/ 665094 h 830409"/>
              <a:gd name="connsiteX40" fmla="*/ 668973 w 707644"/>
              <a:gd name="connsiteY40" fmla="*/ 672327 h 830409"/>
              <a:gd name="connsiteX41" fmla="*/ 661564 w 707644"/>
              <a:gd name="connsiteY41" fmla="*/ 667676 h 830409"/>
              <a:gd name="connsiteX42" fmla="*/ 594769 w 707644"/>
              <a:gd name="connsiteY42" fmla="*/ 771432 h 830409"/>
              <a:gd name="connsiteX43" fmla="*/ 609577 w 707644"/>
              <a:gd name="connsiteY43" fmla="*/ 779524 h 830409"/>
              <a:gd name="connsiteX44" fmla="*/ 610006 w 707644"/>
              <a:gd name="connsiteY44" fmla="*/ 780306 h 830409"/>
              <a:gd name="connsiteX45" fmla="*/ 604755 w 707644"/>
              <a:gd name="connsiteY45" fmla="*/ 783426 h 830409"/>
              <a:gd name="connsiteX46" fmla="*/ 599025 w 707644"/>
              <a:gd name="connsiteY46" fmla="*/ 776540 h 830409"/>
              <a:gd name="connsiteX47" fmla="*/ 610330 w 707644"/>
              <a:gd name="connsiteY47" fmla="*/ 732279 h 830409"/>
              <a:gd name="connsiteX48" fmla="*/ 623920 w 707644"/>
              <a:gd name="connsiteY48" fmla="*/ 748423 h 830409"/>
              <a:gd name="connsiteX49" fmla="*/ 631571 w 707644"/>
              <a:gd name="connsiteY49" fmla="*/ 755197 h 830409"/>
              <a:gd name="connsiteX50" fmla="*/ 636581 w 707644"/>
              <a:gd name="connsiteY50" fmla="*/ 764517 h 830409"/>
              <a:gd name="connsiteX51" fmla="*/ 631941 w 707644"/>
              <a:gd name="connsiteY51" fmla="*/ 767274 h 830409"/>
              <a:gd name="connsiteX52" fmla="*/ 620167 w 707644"/>
              <a:gd name="connsiteY52" fmla="*/ 757321 h 830409"/>
              <a:gd name="connsiteX53" fmla="*/ 615098 w 707644"/>
              <a:gd name="connsiteY53" fmla="*/ 742072 h 830409"/>
              <a:gd name="connsiteX54" fmla="*/ 630997 w 707644"/>
              <a:gd name="connsiteY54" fmla="*/ 688204 h 830409"/>
              <a:gd name="connsiteX55" fmla="*/ 640368 w 707644"/>
              <a:gd name="connsiteY55" fmla="*/ 697273 h 830409"/>
              <a:gd name="connsiteX56" fmla="*/ 635785 w 707644"/>
              <a:gd name="connsiteY56" fmla="*/ 694322 h 830409"/>
              <a:gd name="connsiteX57" fmla="*/ 621894 w 707644"/>
              <a:gd name="connsiteY57" fmla="*/ 700717 h 830409"/>
              <a:gd name="connsiteX58" fmla="*/ 626810 w 707644"/>
              <a:gd name="connsiteY58" fmla="*/ 701753 h 830409"/>
              <a:gd name="connsiteX59" fmla="*/ 654922 w 707644"/>
              <a:gd name="connsiteY59" fmla="*/ 753543 h 830409"/>
              <a:gd name="connsiteX60" fmla="*/ 654620 w 707644"/>
              <a:gd name="connsiteY60" fmla="*/ 753799 h 830409"/>
              <a:gd name="connsiteX61" fmla="*/ 648096 w 707644"/>
              <a:gd name="connsiteY61" fmla="*/ 757675 h 830409"/>
              <a:gd name="connsiteX62" fmla="*/ 637137 w 707644"/>
              <a:gd name="connsiteY62" fmla="*/ 730897 h 830409"/>
              <a:gd name="connsiteX63" fmla="*/ 632387 w 707644"/>
              <a:gd name="connsiteY63" fmla="*/ 676820 h 830409"/>
              <a:gd name="connsiteX64" fmla="*/ 633064 w 707644"/>
              <a:gd name="connsiteY64" fmla="*/ 677121 h 830409"/>
              <a:gd name="connsiteX65" fmla="*/ 632740 w 707644"/>
              <a:gd name="connsiteY65" fmla="*/ 677275 h 830409"/>
              <a:gd name="connsiteX66" fmla="*/ 656765 w 707644"/>
              <a:gd name="connsiteY66" fmla="*/ 612058 h 830409"/>
              <a:gd name="connsiteX67" fmla="*/ 668167 w 707644"/>
              <a:gd name="connsiteY67" fmla="*/ 631164 h 830409"/>
              <a:gd name="connsiteX68" fmla="*/ 668892 w 707644"/>
              <a:gd name="connsiteY68" fmla="*/ 632736 h 830409"/>
              <a:gd name="connsiteX69" fmla="*/ 669813 w 707644"/>
              <a:gd name="connsiteY69" fmla="*/ 635818 h 830409"/>
              <a:gd name="connsiteX70" fmla="*/ 673248 w 707644"/>
              <a:gd name="connsiteY70" fmla="*/ 642996 h 830409"/>
              <a:gd name="connsiteX71" fmla="*/ 657292 w 707644"/>
              <a:gd name="connsiteY71" fmla="*/ 615110 h 830409"/>
              <a:gd name="connsiteX72" fmla="*/ 607712 w 707644"/>
              <a:gd name="connsiteY72" fmla="*/ 710810 h 830409"/>
              <a:gd name="connsiteX73" fmla="*/ 614317 w 707644"/>
              <a:gd name="connsiteY73" fmla="*/ 716331 h 830409"/>
              <a:gd name="connsiteX74" fmla="*/ 643384 w 707644"/>
              <a:gd name="connsiteY74" fmla="*/ 760475 h 830409"/>
              <a:gd name="connsiteX75" fmla="*/ 639882 w 707644"/>
              <a:gd name="connsiteY75" fmla="*/ 762555 h 830409"/>
              <a:gd name="connsiteX76" fmla="*/ 631571 w 707644"/>
              <a:gd name="connsiteY76" fmla="*/ 755197 h 830409"/>
              <a:gd name="connsiteX77" fmla="*/ 655939 w 707644"/>
              <a:gd name="connsiteY77" fmla="*/ 607270 h 830409"/>
              <a:gd name="connsiteX78" fmla="*/ 681948 w 707644"/>
              <a:gd name="connsiteY78" fmla="*/ 649489 h 830409"/>
              <a:gd name="connsiteX79" fmla="*/ 687708 w 707644"/>
              <a:gd name="connsiteY79" fmla="*/ 660817 h 830409"/>
              <a:gd name="connsiteX80" fmla="*/ 688244 w 707644"/>
              <a:gd name="connsiteY80" fmla="*/ 662113 h 830409"/>
              <a:gd name="connsiteX81" fmla="*/ 688222 w 707644"/>
              <a:gd name="connsiteY81" fmla="*/ 662082 h 830409"/>
              <a:gd name="connsiteX82" fmla="*/ 672282 w 707644"/>
              <a:gd name="connsiteY82" fmla="*/ 638060 h 830409"/>
              <a:gd name="connsiteX83" fmla="*/ 668167 w 707644"/>
              <a:gd name="connsiteY83" fmla="*/ 631164 h 830409"/>
              <a:gd name="connsiteX84" fmla="*/ 667714 w 707644"/>
              <a:gd name="connsiteY84" fmla="*/ 630182 h 830409"/>
              <a:gd name="connsiteX85" fmla="*/ 659895 w 707644"/>
              <a:gd name="connsiteY85" fmla="*/ 617038 h 830409"/>
              <a:gd name="connsiteX86" fmla="*/ 656704 w 707644"/>
              <a:gd name="connsiteY86" fmla="*/ 611703 h 830409"/>
              <a:gd name="connsiteX87" fmla="*/ 625999 w 707644"/>
              <a:gd name="connsiteY87" fmla="*/ 668587 h 830409"/>
              <a:gd name="connsiteX88" fmla="*/ 632387 w 707644"/>
              <a:gd name="connsiteY88" fmla="*/ 676820 h 830409"/>
              <a:gd name="connsiteX89" fmla="*/ 630567 w 707644"/>
              <a:gd name="connsiteY89" fmla="*/ 676010 h 830409"/>
              <a:gd name="connsiteX90" fmla="*/ 644284 w 707644"/>
              <a:gd name="connsiteY90" fmla="*/ 698005 h 830409"/>
              <a:gd name="connsiteX91" fmla="*/ 646410 w 707644"/>
              <a:gd name="connsiteY91" fmla="*/ 701172 h 830409"/>
              <a:gd name="connsiteX92" fmla="*/ 645185 w 707644"/>
              <a:gd name="connsiteY92" fmla="*/ 700376 h 830409"/>
              <a:gd name="connsiteX93" fmla="*/ 640052 w 707644"/>
              <a:gd name="connsiteY93" fmla="*/ 692776 h 830409"/>
              <a:gd name="connsiteX94" fmla="*/ 615785 w 707644"/>
              <a:gd name="connsiteY94" fmla="*/ 681443 h 830409"/>
              <a:gd name="connsiteX95" fmla="*/ 635785 w 707644"/>
              <a:gd name="connsiteY95" fmla="*/ 694322 h 830409"/>
              <a:gd name="connsiteX96" fmla="*/ 644520 w 707644"/>
              <a:gd name="connsiteY96" fmla="*/ 705484 h 830409"/>
              <a:gd name="connsiteX97" fmla="*/ 626810 w 707644"/>
              <a:gd name="connsiteY97" fmla="*/ 701753 h 830409"/>
              <a:gd name="connsiteX98" fmla="*/ 588438 w 707644"/>
              <a:gd name="connsiteY98" fmla="*/ 737641 h 830409"/>
              <a:gd name="connsiteX99" fmla="*/ 615903 w 707644"/>
              <a:gd name="connsiteY99" fmla="*/ 776803 h 830409"/>
              <a:gd name="connsiteX100" fmla="*/ 613429 w 707644"/>
              <a:gd name="connsiteY100" fmla="*/ 778273 h 830409"/>
              <a:gd name="connsiteX101" fmla="*/ 597658 w 707644"/>
              <a:gd name="connsiteY101" fmla="*/ 717225 h 830409"/>
              <a:gd name="connsiteX102" fmla="*/ 607690 w 707644"/>
              <a:gd name="connsiteY102" fmla="*/ 726855 h 830409"/>
              <a:gd name="connsiteX103" fmla="*/ 610330 w 707644"/>
              <a:gd name="connsiteY103" fmla="*/ 732279 h 830409"/>
              <a:gd name="connsiteX104" fmla="*/ 652804 w 707644"/>
              <a:gd name="connsiteY104" fmla="*/ 602182 h 830409"/>
              <a:gd name="connsiteX105" fmla="*/ 655296 w 707644"/>
              <a:gd name="connsiteY105" fmla="*/ 603544 h 830409"/>
              <a:gd name="connsiteX106" fmla="*/ 655939 w 707644"/>
              <a:gd name="connsiteY106" fmla="*/ 607270 h 830409"/>
              <a:gd name="connsiteX107" fmla="*/ 648687 w 707644"/>
              <a:gd name="connsiteY107" fmla="*/ 599930 h 830409"/>
              <a:gd name="connsiteX108" fmla="*/ 650137 w 707644"/>
              <a:gd name="connsiteY108" fmla="*/ 600723 h 830409"/>
              <a:gd name="connsiteX109" fmla="*/ 656704 w 707644"/>
              <a:gd name="connsiteY109" fmla="*/ 611703 h 830409"/>
              <a:gd name="connsiteX110" fmla="*/ 656765 w 707644"/>
              <a:gd name="connsiteY110" fmla="*/ 612058 h 830409"/>
              <a:gd name="connsiteX111" fmla="*/ 653947 w 707644"/>
              <a:gd name="connsiteY111" fmla="*/ 607336 h 830409"/>
              <a:gd name="connsiteX112" fmla="*/ 586056 w 707644"/>
              <a:gd name="connsiteY112" fmla="*/ 729871 h 830409"/>
              <a:gd name="connsiteX113" fmla="*/ 593173 w 707644"/>
              <a:gd name="connsiteY113" fmla="*/ 735403 h 830409"/>
              <a:gd name="connsiteX114" fmla="*/ 619800 w 707644"/>
              <a:gd name="connsiteY114" fmla="*/ 757011 h 830409"/>
              <a:gd name="connsiteX115" fmla="*/ 620167 w 707644"/>
              <a:gd name="connsiteY115" fmla="*/ 757321 h 830409"/>
              <a:gd name="connsiteX116" fmla="*/ 620247 w 707644"/>
              <a:gd name="connsiteY116" fmla="*/ 757561 h 830409"/>
              <a:gd name="connsiteX117" fmla="*/ 624975 w 707644"/>
              <a:gd name="connsiteY117" fmla="*/ 771412 h 830409"/>
              <a:gd name="connsiteX118" fmla="*/ 619377 w 707644"/>
              <a:gd name="connsiteY118" fmla="*/ 774739 h 830409"/>
              <a:gd name="connsiteX119" fmla="*/ 607092 w 707644"/>
              <a:gd name="connsiteY119" fmla="*/ 761479 h 830409"/>
              <a:gd name="connsiteX120" fmla="*/ 648273 w 707644"/>
              <a:gd name="connsiteY120" fmla="*/ 599348 h 830409"/>
              <a:gd name="connsiteX121" fmla="*/ 648687 w 707644"/>
              <a:gd name="connsiteY121" fmla="*/ 599930 h 830409"/>
              <a:gd name="connsiteX122" fmla="*/ 648570 w 707644"/>
              <a:gd name="connsiteY122" fmla="*/ 599866 h 830409"/>
              <a:gd name="connsiteX123" fmla="*/ 598472 w 707644"/>
              <a:gd name="connsiteY123" fmla="*/ 692948 h 830409"/>
              <a:gd name="connsiteX124" fmla="*/ 615553 w 707644"/>
              <a:gd name="connsiteY124" fmla="*/ 699348 h 830409"/>
              <a:gd name="connsiteX125" fmla="*/ 632160 w 707644"/>
              <a:gd name="connsiteY125" fmla="*/ 731247 h 830409"/>
              <a:gd name="connsiteX126" fmla="*/ 614317 w 707644"/>
              <a:gd name="connsiteY126" fmla="*/ 716331 h 830409"/>
              <a:gd name="connsiteX127" fmla="*/ 605156 w 707644"/>
              <a:gd name="connsiteY127" fmla="*/ 702419 h 830409"/>
              <a:gd name="connsiteX128" fmla="*/ 598320 w 707644"/>
              <a:gd name="connsiteY128" fmla="*/ 692733 h 830409"/>
              <a:gd name="connsiteX129" fmla="*/ 598472 w 707644"/>
              <a:gd name="connsiteY129" fmla="*/ 692948 h 830409"/>
              <a:gd name="connsiteX130" fmla="*/ 598418 w 707644"/>
              <a:gd name="connsiteY130" fmla="*/ 692928 h 830409"/>
              <a:gd name="connsiteX131" fmla="*/ 643651 w 707644"/>
              <a:gd name="connsiteY131" fmla="*/ 597177 h 830409"/>
              <a:gd name="connsiteX132" fmla="*/ 648570 w 707644"/>
              <a:gd name="connsiteY132" fmla="*/ 599866 h 830409"/>
              <a:gd name="connsiteX133" fmla="*/ 657292 w 707644"/>
              <a:gd name="connsiteY133" fmla="*/ 615110 h 830409"/>
              <a:gd name="connsiteX134" fmla="*/ 658747 w 707644"/>
              <a:gd name="connsiteY134" fmla="*/ 623538 h 830409"/>
              <a:gd name="connsiteX135" fmla="*/ 668066 w 707644"/>
              <a:gd name="connsiteY135" fmla="*/ 654261 h 830409"/>
              <a:gd name="connsiteX136" fmla="*/ 675364 w 707644"/>
              <a:gd name="connsiteY136" fmla="*/ 673195 h 830409"/>
              <a:gd name="connsiteX137" fmla="*/ 666537 w 707644"/>
              <a:gd name="connsiteY137" fmla="*/ 665094 h 830409"/>
              <a:gd name="connsiteX138" fmla="*/ 604723 w 707644"/>
              <a:gd name="connsiteY138" fmla="*/ 674319 h 830409"/>
              <a:gd name="connsiteX139" fmla="*/ 609786 w 707644"/>
              <a:gd name="connsiteY139" fmla="*/ 677580 h 830409"/>
              <a:gd name="connsiteX140" fmla="*/ 616478 w 707644"/>
              <a:gd name="connsiteY140" fmla="*/ 689995 h 830409"/>
              <a:gd name="connsiteX141" fmla="*/ 621894 w 707644"/>
              <a:gd name="connsiteY141" fmla="*/ 700717 h 830409"/>
              <a:gd name="connsiteX142" fmla="*/ 615762 w 707644"/>
              <a:gd name="connsiteY142" fmla="*/ 699426 h 830409"/>
              <a:gd name="connsiteX143" fmla="*/ 615553 w 707644"/>
              <a:gd name="connsiteY143" fmla="*/ 699348 h 830409"/>
              <a:gd name="connsiteX144" fmla="*/ 610168 w 707644"/>
              <a:gd name="connsiteY144" fmla="*/ 689004 h 830409"/>
              <a:gd name="connsiteX145" fmla="*/ 578891 w 707644"/>
              <a:gd name="connsiteY145" fmla="*/ 724301 h 830409"/>
              <a:gd name="connsiteX146" fmla="*/ 581462 w 707644"/>
              <a:gd name="connsiteY146" fmla="*/ 726300 h 830409"/>
              <a:gd name="connsiteX147" fmla="*/ 588438 w 707644"/>
              <a:gd name="connsiteY147" fmla="*/ 737641 h 830409"/>
              <a:gd name="connsiteX148" fmla="*/ 585161 w 707644"/>
              <a:gd name="connsiteY148" fmla="*/ 732969 h 830409"/>
              <a:gd name="connsiteX149" fmla="*/ 581286 w 707644"/>
              <a:gd name="connsiteY149" fmla="*/ 728337 h 830409"/>
              <a:gd name="connsiteX150" fmla="*/ 649641 w 707644"/>
              <a:gd name="connsiteY150" fmla="*/ 568917 h 830409"/>
              <a:gd name="connsiteX151" fmla="*/ 666529 w 707644"/>
              <a:gd name="connsiteY151" fmla="*/ 609687 h 830409"/>
              <a:gd name="connsiteX152" fmla="*/ 655296 w 707644"/>
              <a:gd name="connsiteY152" fmla="*/ 603544 h 830409"/>
              <a:gd name="connsiteX153" fmla="*/ 650059 w 707644"/>
              <a:gd name="connsiteY153" fmla="*/ 573207 h 830409"/>
              <a:gd name="connsiteX154" fmla="*/ 614609 w 707644"/>
              <a:gd name="connsiteY154" fmla="*/ 638824 h 830409"/>
              <a:gd name="connsiteX155" fmla="*/ 626209 w 707644"/>
              <a:gd name="connsiteY155" fmla="*/ 645798 h 830409"/>
              <a:gd name="connsiteX156" fmla="*/ 653237 w 707644"/>
              <a:gd name="connsiteY156" fmla="*/ 662449 h 830409"/>
              <a:gd name="connsiteX157" fmla="*/ 661564 w 707644"/>
              <a:gd name="connsiteY157" fmla="*/ 667676 h 830409"/>
              <a:gd name="connsiteX158" fmla="*/ 668958 w 707644"/>
              <a:gd name="connsiteY158" fmla="*/ 681752 h 830409"/>
              <a:gd name="connsiteX159" fmla="*/ 675229 w 707644"/>
              <a:gd name="connsiteY159" fmla="*/ 690891 h 830409"/>
              <a:gd name="connsiteX160" fmla="*/ 678523 w 707644"/>
              <a:gd name="connsiteY160" fmla="*/ 700668 h 830409"/>
              <a:gd name="connsiteX161" fmla="*/ 685918 w 707644"/>
              <a:gd name="connsiteY161" fmla="*/ 726313 h 830409"/>
              <a:gd name="connsiteX162" fmla="*/ 675051 w 707644"/>
              <a:gd name="connsiteY162" fmla="*/ 719770 h 830409"/>
              <a:gd name="connsiteX163" fmla="*/ 670265 w 707644"/>
              <a:gd name="connsiteY163" fmla="*/ 716662 h 830409"/>
              <a:gd name="connsiteX164" fmla="*/ 626649 w 707644"/>
              <a:gd name="connsiteY164" fmla="*/ 654652 h 830409"/>
              <a:gd name="connsiteX165" fmla="*/ 572132 w 707644"/>
              <a:gd name="connsiteY165" fmla="*/ 719051 h 830409"/>
              <a:gd name="connsiteX166" fmla="*/ 572664 w 707644"/>
              <a:gd name="connsiteY166" fmla="*/ 719461 h 830409"/>
              <a:gd name="connsiteX167" fmla="*/ 576081 w 707644"/>
              <a:gd name="connsiteY167" fmla="*/ 722117 h 830409"/>
              <a:gd name="connsiteX168" fmla="*/ 581286 w 707644"/>
              <a:gd name="connsiteY168" fmla="*/ 728337 h 830409"/>
              <a:gd name="connsiteX169" fmla="*/ 611568 w 707644"/>
              <a:gd name="connsiteY169" fmla="*/ 779378 h 830409"/>
              <a:gd name="connsiteX170" fmla="*/ 610485 w 707644"/>
              <a:gd name="connsiteY170" fmla="*/ 780022 h 830409"/>
              <a:gd name="connsiteX171" fmla="*/ 610260 w 707644"/>
              <a:gd name="connsiteY171" fmla="*/ 779897 h 830409"/>
              <a:gd name="connsiteX172" fmla="*/ 609577 w 707644"/>
              <a:gd name="connsiteY172" fmla="*/ 779524 h 830409"/>
              <a:gd name="connsiteX173" fmla="*/ 602206 w 707644"/>
              <a:gd name="connsiteY173" fmla="*/ 766099 h 830409"/>
              <a:gd name="connsiteX174" fmla="*/ 638061 w 707644"/>
              <a:gd name="connsiteY174" fmla="*/ 581501 h 830409"/>
              <a:gd name="connsiteX175" fmla="*/ 648273 w 707644"/>
              <a:gd name="connsiteY175" fmla="*/ 599348 h 830409"/>
              <a:gd name="connsiteX176" fmla="*/ 640871 w 707644"/>
              <a:gd name="connsiteY176" fmla="*/ 588928 h 830409"/>
              <a:gd name="connsiteX177" fmla="*/ 639502 w 707644"/>
              <a:gd name="connsiteY177" fmla="*/ 584863 h 830409"/>
              <a:gd name="connsiteX178" fmla="*/ 554369 w 707644"/>
              <a:gd name="connsiteY178" fmla="*/ 753841 h 830409"/>
              <a:gd name="connsiteX179" fmla="*/ 580937 w 707644"/>
              <a:gd name="connsiteY179" fmla="*/ 771642 h 830409"/>
              <a:gd name="connsiteX180" fmla="*/ 601772 w 707644"/>
              <a:gd name="connsiteY180" fmla="*/ 785199 h 830409"/>
              <a:gd name="connsiteX181" fmla="*/ 596134 w 707644"/>
              <a:gd name="connsiteY181" fmla="*/ 788549 h 830409"/>
              <a:gd name="connsiteX182" fmla="*/ 595477 w 707644"/>
              <a:gd name="connsiteY182" fmla="*/ 788806 h 830409"/>
              <a:gd name="connsiteX183" fmla="*/ 586144 w 707644"/>
              <a:gd name="connsiteY183" fmla="*/ 783122 h 830409"/>
              <a:gd name="connsiteX184" fmla="*/ 560583 w 707644"/>
              <a:gd name="connsiteY184" fmla="*/ 761430 h 830409"/>
              <a:gd name="connsiteX185" fmla="*/ 556556 w 707644"/>
              <a:gd name="connsiteY185" fmla="*/ 757684 h 830409"/>
              <a:gd name="connsiteX186" fmla="*/ 643968 w 707644"/>
              <a:gd name="connsiteY186" fmla="*/ 565027 h 830409"/>
              <a:gd name="connsiteX187" fmla="*/ 647847 w 707644"/>
              <a:gd name="connsiteY187" fmla="*/ 566539 h 830409"/>
              <a:gd name="connsiteX188" fmla="*/ 648763 w 707644"/>
              <a:gd name="connsiteY188" fmla="*/ 566798 h 830409"/>
              <a:gd name="connsiteX189" fmla="*/ 649254 w 707644"/>
              <a:gd name="connsiteY189" fmla="*/ 567982 h 830409"/>
              <a:gd name="connsiteX190" fmla="*/ 646172 w 707644"/>
              <a:gd name="connsiteY190" fmla="*/ 566268 h 830409"/>
              <a:gd name="connsiteX191" fmla="*/ 598581 w 707644"/>
              <a:gd name="connsiteY191" fmla="*/ 656829 h 830409"/>
              <a:gd name="connsiteX192" fmla="*/ 606679 w 707644"/>
              <a:gd name="connsiteY192" fmla="*/ 664667 h 830409"/>
              <a:gd name="connsiteX193" fmla="*/ 615785 w 707644"/>
              <a:gd name="connsiteY193" fmla="*/ 681443 h 830409"/>
              <a:gd name="connsiteX194" fmla="*/ 609786 w 707644"/>
              <a:gd name="connsiteY194" fmla="*/ 677580 h 830409"/>
              <a:gd name="connsiteX195" fmla="*/ 600538 w 707644"/>
              <a:gd name="connsiteY195" fmla="*/ 660422 h 830409"/>
              <a:gd name="connsiteX196" fmla="*/ 597506 w 707644"/>
              <a:gd name="connsiteY196" fmla="*/ 654857 h 830409"/>
              <a:gd name="connsiteX197" fmla="*/ 598581 w 707644"/>
              <a:gd name="connsiteY197" fmla="*/ 656829 h 830409"/>
              <a:gd name="connsiteX198" fmla="*/ 598045 w 707644"/>
              <a:gd name="connsiteY198" fmla="*/ 656310 h 830409"/>
              <a:gd name="connsiteX199" fmla="*/ 633484 w 707644"/>
              <a:gd name="connsiteY199" fmla="*/ 570820 h 830409"/>
              <a:gd name="connsiteX200" fmla="*/ 652804 w 707644"/>
              <a:gd name="connsiteY200" fmla="*/ 602182 h 830409"/>
              <a:gd name="connsiteX201" fmla="*/ 650137 w 707644"/>
              <a:gd name="connsiteY201" fmla="*/ 600723 h 830409"/>
              <a:gd name="connsiteX202" fmla="*/ 639051 w 707644"/>
              <a:gd name="connsiteY202" fmla="*/ 582189 h 830409"/>
              <a:gd name="connsiteX203" fmla="*/ 636575 w 707644"/>
              <a:gd name="connsiteY203" fmla="*/ 578034 h 830409"/>
              <a:gd name="connsiteX204" fmla="*/ 600765 w 707644"/>
              <a:gd name="connsiteY204" fmla="*/ 630500 h 830409"/>
              <a:gd name="connsiteX205" fmla="*/ 605540 w 707644"/>
              <a:gd name="connsiteY205" fmla="*/ 633371 h 830409"/>
              <a:gd name="connsiteX206" fmla="*/ 625999 w 707644"/>
              <a:gd name="connsiteY206" fmla="*/ 668587 h 830409"/>
              <a:gd name="connsiteX207" fmla="*/ 615758 w 707644"/>
              <a:gd name="connsiteY207" fmla="*/ 655387 h 830409"/>
              <a:gd name="connsiteX208" fmla="*/ 607372 w 707644"/>
              <a:gd name="connsiteY208" fmla="*/ 644489 h 830409"/>
              <a:gd name="connsiteX209" fmla="*/ 602911 w 707644"/>
              <a:gd name="connsiteY209" fmla="*/ 634754 h 830409"/>
              <a:gd name="connsiteX210" fmla="*/ 521775 w 707644"/>
              <a:gd name="connsiteY210" fmla="*/ 787957 h 830409"/>
              <a:gd name="connsiteX211" fmla="*/ 539886 w 707644"/>
              <a:gd name="connsiteY211" fmla="*/ 810539 h 830409"/>
              <a:gd name="connsiteX212" fmla="*/ 536143 w 707644"/>
              <a:gd name="connsiteY212" fmla="*/ 812002 h 830409"/>
              <a:gd name="connsiteX213" fmla="*/ 572293 w 707644"/>
              <a:gd name="connsiteY213" fmla="*/ 677842 h 830409"/>
              <a:gd name="connsiteX214" fmla="*/ 588873 w 707644"/>
              <a:gd name="connsiteY214" fmla="*/ 689351 h 830409"/>
              <a:gd name="connsiteX215" fmla="*/ 598418 w 707644"/>
              <a:gd name="connsiteY215" fmla="*/ 692928 h 830409"/>
              <a:gd name="connsiteX216" fmla="*/ 603187 w 707644"/>
              <a:gd name="connsiteY216" fmla="*/ 702390 h 830409"/>
              <a:gd name="connsiteX217" fmla="*/ 607712 w 707644"/>
              <a:gd name="connsiteY217" fmla="*/ 710810 h 830409"/>
              <a:gd name="connsiteX218" fmla="*/ 593660 w 707644"/>
              <a:gd name="connsiteY218" fmla="*/ 699062 h 830409"/>
              <a:gd name="connsiteX219" fmla="*/ 626878 w 707644"/>
              <a:gd name="connsiteY219" fmla="*/ 555406 h 830409"/>
              <a:gd name="connsiteX220" fmla="*/ 643968 w 707644"/>
              <a:gd name="connsiteY220" fmla="*/ 565027 h 830409"/>
              <a:gd name="connsiteX221" fmla="*/ 628400 w 707644"/>
              <a:gd name="connsiteY221" fmla="*/ 558957 h 830409"/>
              <a:gd name="connsiteX222" fmla="*/ 625472 w 707644"/>
              <a:gd name="connsiteY222" fmla="*/ 557815 h 830409"/>
              <a:gd name="connsiteX223" fmla="*/ 628400 w 707644"/>
              <a:gd name="connsiteY223" fmla="*/ 558957 h 830409"/>
              <a:gd name="connsiteX224" fmla="*/ 633484 w 707644"/>
              <a:gd name="connsiteY224" fmla="*/ 570820 h 830409"/>
              <a:gd name="connsiteX225" fmla="*/ 536038 w 707644"/>
              <a:gd name="connsiteY225" fmla="*/ 741559 h 830409"/>
              <a:gd name="connsiteX226" fmla="*/ 547407 w 707644"/>
              <a:gd name="connsiteY226" fmla="*/ 749176 h 830409"/>
              <a:gd name="connsiteX227" fmla="*/ 556556 w 707644"/>
              <a:gd name="connsiteY227" fmla="*/ 757684 h 830409"/>
              <a:gd name="connsiteX228" fmla="*/ 566844 w 707644"/>
              <a:gd name="connsiteY228" fmla="*/ 775764 h 830409"/>
              <a:gd name="connsiteX229" fmla="*/ 578437 w 707644"/>
              <a:gd name="connsiteY229" fmla="*/ 795467 h 830409"/>
              <a:gd name="connsiteX230" fmla="*/ 575652 w 707644"/>
              <a:gd name="connsiteY230" fmla="*/ 796556 h 830409"/>
              <a:gd name="connsiteX231" fmla="*/ 555262 w 707644"/>
              <a:gd name="connsiteY231" fmla="*/ 769156 h 830409"/>
              <a:gd name="connsiteX232" fmla="*/ 624231 w 707644"/>
              <a:gd name="connsiteY232" fmla="*/ 557332 h 830409"/>
              <a:gd name="connsiteX233" fmla="*/ 624243 w 707644"/>
              <a:gd name="connsiteY233" fmla="*/ 557336 h 830409"/>
              <a:gd name="connsiteX234" fmla="*/ 636575 w 707644"/>
              <a:gd name="connsiteY234" fmla="*/ 578034 h 830409"/>
              <a:gd name="connsiteX235" fmla="*/ 638061 w 707644"/>
              <a:gd name="connsiteY235" fmla="*/ 581501 h 830409"/>
              <a:gd name="connsiteX236" fmla="*/ 620097 w 707644"/>
              <a:gd name="connsiteY236" fmla="*/ 563421 h 830409"/>
              <a:gd name="connsiteX237" fmla="*/ 634410 w 707644"/>
              <a:gd name="connsiteY237" fmla="*/ 579831 h 830409"/>
              <a:gd name="connsiteX238" fmla="*/ 640871 w 707644"/>
              <a:gd name="connsiteY238" fmla="*/ 588928 h 830409"/>
              <a:gd name="connsiteX239" fmla="*/ 643651 w 707644"/>
              <a:gd name="connsiteY239" fmla="*/ 597177 h 830409"/>
              <a:gd name="connsiteX240" fmla="*/ 634907 w 707644"/>
              <a:gd name="connsiteY240" fmla="*/ 592395 h 830409"/>
              <a:gd name="connsiteX241" fmla="*/ 626760 w 707644"/>
              <a:gd name="connsiteY241" fmla="*/ 586893 h 830409"/>
              <a:gd name="connsiteX242" fmla="*/ 534152 w 707644"/>
              <a:gd name="connsiteY242" fmla="*/ 736851 h 830409"/>
              <a:gd name="connsiteX243" fmla="*/ 547623 w 707644"/>
              <a:gd name="connsiteY243" fmla="*/ 745313 h 830409"/>
              <a:gd name="connsiteX244" fmla="*/ 550403 w 707644"/>
              <a:gd name="connsiteY244" fmla="*/ 746872 h 830409"/>
              <a:gd name="connsiteX245" fmla="*/ 554369 w 707644"/>
              <a:gd name="connsiteY245" fmla="*/ 753841 h 830409"/>
              <a:gd name="connsiteX246" fmla="*/ 547407 w 707644"/>
              <a:gd name="connsiteY246" fmla="*/ 749176 h 830409"/>
              <a:gd name="connsiteX247" fmla="*/ 621348 w 707644"/>
              <a:gd name="connsiteY247" fmla="*/ 552293 h 830409"/>
              <a:gd name="connsiteX248" fmla="*/ 622453 w 707644"/>
              <a:gd name="connsiteY248" fmla="*/ 552915 h 830409"/>
              <a:gd name="connsiteX249" fmla="*/ 625472 w 707644"/>
              <a:gd name="connsiteY249" fmla="*/ 557815 h 830409"/>
              <a:gd name="connsiteX250" fmla="*/ 624243 w 707644"/>
              <a:gd name="connsiteY250" fmla="*/ 557336 h 830409"/>
              <a:gd name="connsiteX251" fmla="*/ 624004 w 707644"/>
              <a:gd name="connsiteY251" fmla="*/ 556934 h 830409"/>
              <a:gd name="connsiteX252" fmla="*/ 585738 w 707644"/>
              <a:gd name="connsiteY252" fmla="*/ 621463 h 830409"/>
              <a:gd name="connsiteX253" fmla="*/ 588341 w 707644"/>
              <a:gd name="connsiteY253" fmla="*/ 623030 h 830409"/>
              <a:gd name="connsiteX254" fmla="*/ 593028 w 707644"/>
              <a:gd name="connsiteY254" fmla="*/ 625848 h 830409"/>
              <a:gd name="connsiteX255" fmla="*/ 607372 w 707644"/>
              <a:gd name="connsiteY255" fmla="*/ 644489 h 830409"/>
              <a:gd name="connsiteX256" fmla="*/ 611429 w 707644"/>
              <a:gd name="connsiteY256" fmla="*/ 653343 h 830409"/>
              <a:gd name="connsiteX257" fmla="*/ 629800 w 707644"/>
              <a:gd name="connsiteY257" fmla="*/ 686674 h 830409"/>
              <a:gd name="connsiteX258" fmla="*/ 630997 w 707644"/>
              <a:gd name="connsiteY258" fmla="*/ 688204 h 830409"/>
              <a:gd name="connsiteX259" fmla="*/ 606679 w 707644"/>
              <a:gd name="connsiteY259" fmla="*/ 664667 h 830409"/>
              <a:gd name="connsiteX260" fmla="*/ 592297 w 707644"/>
              <a:gd name="connsiteY260" fmla="*/ 638172 h 830409"/>
              <a:gd name="connsiteX261" fmla="*/ 589708 w 707644"/>
              <a:gd name="connsiteY261" fmla="*/ 633828 h 830409"/>
              <a:gd name="connsiteX262" fmla="*/ 589583 w 707644"/>
              <a:gd name="connsiteY262" fmla="*/ 633492 h 830409"/>
              <a:gd name="connsiteX263" fmla="*/ 570101 w 707644"/>
              <a:gd name="connsiteY263" fmla="*/ 652750 h 830409"/>
              <a:gd name="connsiteX264" fmla="*/ 581849 w 707644"/>
              <a:gd name="connsiteY264" fmla="*/ 660047 h 830409"/>
              <a:gd name="connsiteX265" fmla="*/ 598320 w 707644"/>
              <a:gd name="connsiteY265" fmla="*/ 692733 h 830409"/>
              <a:gd name="connsiteX266" fmla="*/ 506180 w 707644"/>
              <a:gd name="connsiteY266" fmla="*/ 785066 h 830409"/>
              <a:gd name="connsiteX267" fmla="*/ 534373 w 707644"/>
              <a:gd name="connsiteY267" fmla="*/ 812694 h 830409"/>
              <a:gd name="connsiteX268" fmla="*/ 533540 w 707644"/>
              <a:gd name="connsiteY268" fmla="*/ 813019 h 830409"/>
              <a:gd name="connsiteX269" fmla="*/ 521966 w 707644"/>
              <a:gd name="connsiteY269" fmla="*/ 815501 h 830409"/>
              <a:gd name="connsiteX270" fmla="*/ 514017 w 707644"/>
              <a:gd name="connsiteY270" fmla="*/ 801341 h 830409"/>
              <a:gd name="connsiteX271" fmla="*/ 530194 w 707644"/>
              <a:gd name="connsiteY271" fmla="*/ 733170 h 830409"/>
              <a:gd name="connsiteX272" fmla="*/ 534152 w 707644"/>
              <a:gd name="connsiteY272" fmla="*/ 736851 h 830409"/>
              <a:gd name="connsiteX273" fmla="*/ 531673 w 707644"/>
              <a:gd name="connsiteY273" fmla="*/ 735293 h 830409"/>
              <a:gd name="connsiteX274" fmla="*/ 589626 w 707644"/>
              <a:gd name="connsiteY274" fmla="*/ 605978 h 830409"/>
              <a:gd name="connsiteX275" fmla="*/ 614609 w 707644"/>
              <a:gd name="connsiteY275" fmla="*/ 638824 h 830409"/>
              <a:gd name="connsiteX276" fmla="*/ 605540 w 707644"/>
              <a:gd name="connsiteY276" fmla="*/ 633371 h 830409"/>
              <a:gd name="connsiteX277" fmla="*/ 616101 w 707644"/>
              <a:gd name="connsiteY277" fmla="*/ 549339 h 830409"/>
              <a:gd name="connsiteX278" fmla="*/ 621186 w 707644"/>
              <a:gd name="connsiteY278" fmla="*/ 552202 h 830409"/>
              <a:gd name="connsiteX279" fmla="*/ 621750 w 707644"/>
              <a:gd name="connsiteY279" fmla="*/ 553151 h 830409"/>
              <a:gd name="connsiteX280" fmla="*/ 624004 w 707644"/>
              <a:gd name="connsiteY280" fmla="*/ 556934 h 830409"/>
              <a:gd name="connsiteX281" fmla="*/ 624231 w 707644"/>
              <a:gd name="connsiteY281" fmla="*/ 557332 h 830409"/>
              <a:gd name="connsiteX282" fmla="*/ 617640 w 707644"/>
              <a:gd name="connsiteY282" fmla="*/ 554762 h 830409"/>
              <a:gd name="connsiteX283" fmla="*/ 510573 w 707644"/>
              <a:gd name="connsiteY283" fmla="*/ 769210 h 830409"/>
              <a:gd name="connsiteX284" fmla="*/ 525464 w 707644"/>
              <a:gd name="connsiteY284" fmla="*/ 785579 h 830409"/>
              <a:gd name="connsiteX285" fmla="*/ 541728 w 707644"/>
              <a:gd name="connsiteY285" fmla="*/ 799335 h 830409"/>
              <a:gd name="connsiteX286" fmla="*/ 545875 w 707644"/>
              <a:gd name="connsiteY286" fmla="*/ 808197 h 830409"/>
              <a:gd name="connsiteX287" fmla="*/ 543088 w 707644"/>
              <a:gd name="connsiteY287" fmla="*/ 809287 h 830409"/>
              <a:gd name="connsiteX288" fmla="*/ 518053 w 707644"/>
              <a:gd name="connsiteY288" fmla="*/ 780819 h 830409"/>
              <a:gd name="connsiteX289" fmla="*/ 515257 w 707644"/>
              <a:gd name="connsiteY289" fmla="*/ 777050 h 830409"/>
              <a:gd name="connsiteX290" fmla="*/ 575451 w 707644"/>
              <a:gd name="connsiteY290" fmla="*/ 615270 h 830409"/>
              <a:gd name="connsiteX291" fmla="*/ 580431 w 707644"/>
              <a:gd name="connsiteY291" fmla="*/ 618268 h 830409"/>
              <a:gd name="connsiteX292" fmla="*/ 589708 w 707644"/>
              <a:gd name="connsiteY292" fmla="*/ 633828 h 830409"/>
              <a:gd name="connsiteX293" fmla="*/ 597506 w 707644"/>
              <a:gd name="connsiteY293" fmla="*/ 654857 h 830409"/>
              <a:gd name="connsiteX294" fmla="*/ 579242 w 707644"/>
              <a:gd name="connsiteY294" fmla="*/ 621344 h 830409"/>
              <a:gd name="connsiteX295" fmla="*/ 612599 w 707644"/>
              <a:gd name="connsiteY295" fmla="*/ 537003 h 830409"/>
              <a:gd name="connsiteX296" fmla="*/ 621348 w 707644"/>
              <a:gd name="connsiteY296" fmla="*/ 552293 h 830409"/>
              <a:gd name="connsiteX297" fmla="*/ 621186 w 707644"/>
              <a:gd name="connsiteY297" fmla="*/ 552202 h 830409"/>
              <a:gd name="connsiteX298" fmla="*/ 613004 w 707644"/>
              <a:gd name="connsiteY298" fmla="*/ 538430 h 830409"/>
              <a:gd name="connsiteX299" fmla="*/ 549721 w 707644"/>
              <a:gd name="connsiteY299" fmla="*/ 667520 h 830409"/>
              <a:gd name="connsiteX300" fmla="*/ 554521 w 707644"/>
              <a:gd name="connsiteY300" fmla="*/ 672871 h 830409"/>
              <a:gd name="connsiteX301" fmla="*/ 551546 w 707644"/>
              <a:gd name="connsiteY301" fmla="*/ 670988 h 830409"/>
              <a:gd name="connsiteX302" fmla="*/ 611927 w 707644"/>
              <a:gd name="connsiteY302" fmla="*/ 535829 h 830409"/>
              <a:gd name="connsiteX303" fmla="*/ 612555 w 707644"/>
              <a:gd name="connsiteY303" fmla="*/ 536848 h 830409"/>
              <a:gd name="connsiteX304" fmla="*/ 612599 w 707644"/>
              <a:gd name="connsiteY304" fmla="*/ 537003 h 830409"/>
              <a:gd name="connsiteX305" fmla="*/ 565612 w 707644"/>
              <a:gd name="connsiteY305" fmla="*/ 630216 h 830409"/>
              <a:gd name="connsiteX306" fmla="*/ 588177 w 707644"/>
              <a:gd name="connsiteY306" fmla="*/ 646760 h 830409"/>
              <a:gd name="connsiteX307" fmla="*/ 598045 w 707644"/>
              <a:gd name="connsiteY307" fmla="*/ 656310 h 830409"/>
              <a:gd name="connsiteX308" fmla="*/ 604723 w 707644"/>
              <a:gd name="connsiteY308" fmla="*/ 674319 h 830409"/>
              <a:gd name="connsiteX309" fmla="*/ 601908 w 707644"/>
              <a:gd name="connsiteY309" fmla="*/ 672507 h 830409"/>
              <a:gd name="connsiteX310" fmla="*/ 581849 w 707644"/>
              <a:gd name="connsiteY310" fmla="*/ 660047 h 830409"/>
              <a:gd name="connsiteX311" fmla="*/ 571002 w 707644"/>
              <a:gd name="connsiteY311" fmla="*/ 638520 h 830409"/>
              <a:gd name="connsiteX312" fmla="*/ 545381 w 707644"/>
              <a:gd name="connsiteY312" fmla="*/ 667088 h 830409"/>
              <a:gd name="connsiteX313" fmla="*/ 551546 w 707644"/>
              <a:gd name="connsiteY313" fmla="*/ 670988 h 830409"/>
              <a:gd name="connsiteX314" fmla="*/ 569190 w 707644"/>
              <a:gd name="connsiteY314" fmla="*/ 704529 h 830409"/>
              <a:gd name="connsiteX315" fmla="*/ 586056 w 707644"/>
              <a:gd name="connsiteY315" fmla="*/ 729871 h 830409"/>
              <a:gd name="connsiteX316" fmla="*/ 581462 w 707644"/>
              <a:gd name="connsiteY316" fmla="*/ 726300 h 830409"/>
              <a:gd name="connsiteX317" fmla="*/ 578565 w 707644"/>
              <a:gd name="connsiteY317" fmla="*/ 721589 h 830409"/>
              <a:gd name="connsiteX318" fmla="*/ 603060 w 707644"/>
              <a:gd name="connsiteY318" fmla="*/ 545014 h 830409"/>
              <a:gd name="connsiteX319" fmla="*/ 612202 w 707644"/>
              <a:gd name="connsiteY319" fmla="*/ 552642 h 830409"/>
              <a:gd name="connsiteX320" fmla="*/ 617640 w 707644"/>
              <a:gd name="connsiteY320" fmla="*/ 554762 h 830409"/>
              <a:gd name="connsiteX321" fmla="*/ 620097 w 707644"/>
              <a:gd name="connsiteY321" fmla="*/ 563421 h 830409"/>
              <a:gd name="connsiteX322" fmla="*/ 616968 w 707644"/>
              <a:gd name="connsiteY322" fmla="*/ 559832 h 830409"/>
              <a:gd name="connsiteX323" fmla="*/ 546876 w 707644"/>
              <a:gd name="connsiteY323" fmla="*/ 659845 h 830409"/>
              <a:gd name="connsiteX324" fmla="*/ 551427 w 707644"/>
              <a:gd name="connsiteY324" fmla="*/ 663356 h 830409"/>
              <a:gd name="connsiteX325" fmla="*/ 553560 w 707644"/>
              <a:gd name="connsiteY325" fmla="*/ 664837 h 830409"/>
              <a:gd name="connsiteX326" fmla="*/ 597658 w 707644"/>
              <a:gd name="connsiteY326" fmla="*/ 717225 h 830409"/>
              <a:gd name="connsiteX327" fmla="*/ 592251 w 707644"/>
              <a:gd name="connsiteY327" fmla="*/ 712034 h 830409"/>
              <a:gd name="connsiteX328" fmla="*/ 554521 w 707644"/>
              <a:gd name="connsiteY328" fmla="*/ 672871 h 830409"/>
              <a:gd name="connsiteX329" fmla="*/ 508847 w 707644"/>
              <a:gd name="connsiteY329" fmla="*/ 718556 h 830409"/>
              <a:gd name="connsiteX330" fmla="*/ 511695 w 707644"/>
              <a:gd name="connsiteY330" fmla="*/ 720831 h 830409"/>
              <a:gd name="connsiteX331" fmla="*/ 529512 w 707644"/>
              <a:gd name="connsiteY331" fmla="*/ 733936 h 830409"/>
              <a:gd name="connsiteX332" fmla="*/ 531673 w 707644"/>
              <a:gd name="connsiteY332" fmla="*/ 735293 h 830409"/>
              <a:gd name="connsiteX333" fmla="*/ 536038 w 707644"/>
              <a:gd name="connsiteY333" fmla="*/ 741559 h 830409"/>
              <a:gd name="connsiteX334" fmla="*/ 517093 w 707644"/>
              <a:gd name="connsiteY334" fmla="*/ 728866 h 830409"/>
              <a:gd name="connsiteX335" fmla="*/ 572853 w 707644"/>
              <a:gd name="connsiteY335" fmla="*/ 582587 h 830409"/>
              <a:gd name="connsiteX336" fmla="*/ 584023 w 707644"/>
              <a:gd name="connsiteY336" fmla="*/ 598612 h 830409"/>
              <a:gd name="connsiteX337" fmla="*/ 585294 w 707644"/>
              <a:gd name="connsiteY337" fmla="*/ 600282 h 830409"/>
              <a:gd name="connsiteX338" fmla="*/ 587482 w 707644"/>
              <a:gd name="connsiteY338" fmla="*/ 604169 h 830409"/>
              <a:gd name="connsiteX339" fmla="*/ 600765 w 707644"/>
              <a:gd name="connsiteY339" fmla="*/ 630500 h 830409"/>
              <a:gd name="connsiteX340" fmla="*/ 593028 w 707644"/>
              <a:gd name="connsiteY340" fmla="*/ 625848 h 830409"/>
              <a:gd name="connsiteX341" fmla="*/ 590989 w 707644"/>
              <a:gd name="connsiteY341" fmla="*/ 623198 h 830409"/>
              <a:gd name="connsiteX342" fmla="*/ 582922 w 707644"/>
              <a:gd name="connsiteY342" fmla="*/ 612654 h 830409"/>
              <a:gd name="connsiteX343" fmla="*/ 576471 w 707644"/>
              <a:gd name="connsiteY343" fmla="*/ 592473 h 830409"/>
              <a:gd name="connsiteX344" fmla="*/ 534130 w 707644"/>
              <a:gd name="connsiteY344" fmla="*/ 659969 h 830409"/>
              <a:gd name="connsiteX345" fmla="*/ 543300 w 707644"/>
              <a:gd name="connsiteY345" fmla="*/ 665771 h 830409"/>
              <a:gd name="connsiteX346" fmla="*/ 563457 w 707644"/>
              <a:gd name="connsiteY346" fmla="*/ 698287 h 830409"/>
              <a:gd name="connsiteX347" fmla="*/ 578891 w 707644"/>
              <a:gd name="connsiteY347" fmla="*/ 724301 h 830409"/>
              <a:gd name="connsiteX348" fmla="*/ 576081 w 707644"/>
              <a:gd name="connsiteY348" fmla="*/ 722117 h 830409"/>
              <a:gd name="connsiteX349" fmla="*/ 567653 w 707644"/>
              <a:gd name="connsiteY349" fmla="*/ 712044 h 830409"/>
              <a:gd name="connsiteX350" fmla="*/ 537346 w 707644"/>
              <a:gd name="connsiteY350" fmla="*/ 664631 h 830409"/>
              <a:gd name="connsiteX351" fmla="*/ 539414 w 707644"/>
              <a:gd name="connsiteY351" fmla="*/ 647927 h 830409"/>
              <a:gd name="connsiteX352" fmla="*/ 540832 w 707644"/>
              <a:gd name="connsiteY352" fmla="*/ 649653 h 830409"/>
              <a:gd name="connsiteX353" fmla="*/ 541913 w 707644"/>
              <a:gd name="connsiteY353" fmla="*/ 651390 h 830409"/>
              <a:gd name="connsiteX354" fmla="*/ 546876 w 707644"/>
              <a:gd name="connsiteY354" fmla="*/ 659845 h 830409"/>
              <a:gd name="connsiteX355" fmla="*/ 544869 w 707644"/>
              <a:gd name="connsiteY355" fmla="*/ 658298 h 830409"/>
              <a:gd name="connsiteX356" fmla="*/ 591947 w 707644"/>
              <a:gd name="connsiteY356" fmla="*/ 535741 h 830409"/>
              <a:gd name="connsiteX357" fmla="*/ 597058 w 707644"/>
              <a:gd name="connsiteY357" fmla="*/ 538619 h 830409"/>
              <a:gd name="connsiteX358" fmla="*/ 603060 w 707644"/>
              <a:gd name="connsiteY358" fmla="*/ 545014 h 830409"/>
              <a:gd name="connsiteX359" fmla="*/ 591656 w 707644"/>
              <a:gd name="connsiteY359" fmla="*/ 535498 h 830409"/>
              <a:gd name="connsiteX360" fmla="*/ 591947 w 707644"/>
              <a:gd name="connsiteY360" fmla="*/ 535741 h 830409"/>
              <a:gd name="connsiteX361" fmla="*/ 591692 w 707644"/>
              <a:gd name="connsiteY361" fmla="*/ 535598 h 830409"/>
              <a:gd name="connsiteX362" fmla="*/ 535742 w 707644"/>
              <a:gd name="connsiteY362" fmla="*/ 651257 h 830409"/>
              <a:gd name="connsiteX363" fmla="*/ 544869 w 707644"/>
              <a:gd name="connsiteY363" fmla="*/ 658298 h 830409"/>
              <a:gd name="connsiteX364" fmla="*/ 549721 w 707644"/>
              <a:gd name="connsiteY364" fmla="*/ 667520 h 830409"/>
              <a:gd name="connsiteX365" fmla="*/ 537030 w 707644"/>
              <a:gd name="connsiteY365" fmla="*/ 653373 h 830409"/>
              <a:gd name="connsiteX366" fmla="*/ 453048 w 707644"/>
              <a:gd name="connsiteY366" fmla="*/ 822836 h 830409"/>
              <a:gd name="connsiteX367" fmla="*/ 455907 w 707644"/>
              <a:gd name="connsiteY367" fmla="*/ 827654 h 830409"/>
              <a:gd name="connsiteX368" fmla="*/ 454942 w 707644"/>
              <a:gd name="connsiteY368" fmla="*/ 827703 h 830409"/>
              <a:gd name="connsiteX369" fmla="*/ 451782 w 707644"/>
              <a:gd name="connsiteY369" fmla="*/ 820702 h 830409"/>
              <a:gd name="connsiteX370" fmla="*/ 452485 w 707644"/>
              <a:gd name="connsiteY370" fmla="*/ 821387 h 830409"/>
              <a:gd name="connsiteX371" fmla="*/ 453048 w 707644"/>
              <a:gd name="connsiteY371" fmla="*/ 822836 h 830409"/>
              <a:gd name="connsiteX372" fmla="*/ 532984 w 707644"/>
              <a:gd name="connsiteY372" fmla="*/ 649129 h 830409"/>
              <a:gd name="connsiteX373" fmla="*/ 533762 w 707644"/>
              <a:gd name="connsiteY373" fmla="*/ 649729 h 830409"/>
              <a:gd name="connsiteX374" fmla="*/ 537030 w 707644"/>
              <a:gd name="connsiteY374" fmla="*/ 653373 h 830409"/>
              <a:gd name="connsiteX375" fmla="*/ 545381 w 707644"/>
              <a:gd name="connsiteY375" fmla="*/ 667088 h 830409"/>
              <a:gd name="connsiteX376" fmla="*/ 543300 w 707644"/>
              <a:gd name="connsiteY376" fmla="*/ 665771 h 830409"/>
              <a:gd name="connsiteX377" fmla="*/ 603065 w 707644"/>
              <a:gd name="connsiteY377" fmla="*/ 499837 h 830409"/>
              <a:gd name="connsiteX378" fmla="*/ 626878 w 707644"/>
              <a:gd name="connsiteY378" fmla="*/ 555406 h 830409"/>
              <a:gd name="connsiteX379" fmla="*/ 622453 w 707644"/>
              <a:gd name="connsiteY379" fmla="*/ 552915 h 830409"/>
              <a:gd name="connsiteX380" fmla="*/ 612555 w 707644"/>
              <a:gd name="connsiteY380" fmla="*/ 536848 h 830409"/>
              <a:gd name="connsiteX381" fmla="*/ 607386 w 707644"/>
              <a:gd name="connsiteY381" fmla="*/ 518638 h 830409"/>
              <a:gd name="connsiteX382" fmla="*/ 604434 w 707644"/>
              <a:gd name="connsiteY382" fmla="*/ 493846 h 830409"/>
              <a:gd name="connsiteX383" fmla="*/ 638308 w 707644"/>
              <a:gd name="connsiteY383" fmla="*/ 541556 h 830409"/>
              <a:gd name="connsiteX384" fmla="*/ 640154 w 707644"/>
              <a:gd name="connsiteY384" fmla="*/ 546012 h 830409"/>
              <a:gd name="connsiteX385" fmla="*/ 638668 w 707644"/>
              <a:gd name="connsiteY385" fmla="*/ 543669 h 830409"/>
              <a:gd name="connsiteX386" fmla="*/ 575063 w 707644"/>
              <a:gd name="connsiteY386" fmla="*/ 553774 h 830409"/>
              <a:gd name="connsiteX387" fmla="*/ 593197 w 707644"/>
              <a:gd name="connsiteY387" fmla="*/ 563528 h 830409"/>
              <a:gd name="connsiteX388" fmla="*/ 595374 w 707644"/>
              <a:gd name="connsiteY388" fmla="*/ 565697 h 830409"/>
              <a:gd name="connsiteX389" fmla="*/ 626760 w 707644"/>
              <a:gd name="connsiteY389" fmla="*/ 586893 h 830409"/>
              <a:gd name="connsiteX390" fmla="*/ 627098 w 707644"/>
              <a:gd name="connsiteY390" fmla="*/ 588083 h 830409"/>
              <a:gd name="connsiteX391" fmla="*/ 647563 w 707644"/>
              <a:gd name="connsiteY391" fmla="*/ 641026 h 830409"/>
              <a:gd name="connsiteX392" fmla="*/ 653990 w 707644"/>
              <a:gd name="connsiteY392" fmla="*/ 653259 h 830409"/>
              <a:gd name="connsiteX393" fmla="*/ 640272 w 707644"/>
              <a:gd name="connsiteY393" fmla="*/ 640096 h 830409"/>
              <a:gd name="connsiteX394" fmla="*/ 621833 w 707644"/>
              <a:gd name="connsiteY394" fmla="*/ 620649 h 830409"/>
              <a:gd name="connsiteX395" fmla="*/ 578198 w 707644"/>
              <a:gd name="connsiteY395" fmla="*/ 557457 h 830409"/>
              <a:gd name="connsiteX396" fmla="*/ 485024 w 707644"/>
              <a:gd name="connsiteY396" fmla="*/ 741127 h 830409"/>
              <a:gd name="connsiteX397" fmla="*/ 504444 w 707644"/>
              <a:gd name="connsiteY397" fmla="*/ 762473 h 830409"/>
              <a:gd name="connsiteX398" fmla="*/ 515257 w 707644"/>
              <a:gd name="connsiteY398" fmla="*/ 777050 h 830409"/>
              <a:gd name="connsiteX399" fmla="*/ 521775 w 707644"/>
              <a:gd name="connsiteY399" fmla="*/ 787957 h 830409"/>
              <a:gd name="connsiteX400" fmla="*/ 486235 w 707644"/>
              <a:gd name="connsiteY400" fmla="*/ 743642 h 830409"/>
              <a:gd name="connsiteX401" fmla="*/ 567433 w 707644"/>
              <a:gd name="connsiteY401" fmla="*/ 567777 h 830409"/>
              <a:gd name="connsiteX402" fmla="*/ 589626 w 707644"/>
              <a:gd name="connsiteY402" fmla="*/ 605978 h 830409"/>
              <a:gd name="connsiteX403" fmla="*/ 585294 w 707644"/>
              <a:gd name="connsiteY403" fmla="*/ 600282 h 830409"/>
              <a:gd name="connsiteX404" fmla="*/ 568248 w 707644"/>
              <a:gd name="connsiteY404" fmla="*/ 570004 h 830409"/>
              <a:gd name="connsiteX405" fmla="*/ 513083 w 707644"/>
              <a:gd name="connsiteY405" fmla="*/ 680129 h 830409"/>
              <a:gd name="connsiteX406" fmla="*/ 537896 w 707644"/>
              <a:gd name="connsiteY406" fmla="*/ 707342 h 830409"/>
              <a:gd name="connsiteX407" fmla="*/ 572740 w 707644"/>
              <a:gd name="connsiteY407" fmla="*/ 744998 h 830409"/>
              <a:gd name="connsiteX408" fmla="*/ 594769 w 707644"/>
              <a:gd name="connsiteY408" fmla="*/ 771432 h 830409"/>
              <a:gd name="connsiteX409" fmla="*/ 572411 w 707644"/>
              <a:gd name="connsiteY409" fmla="*/ 759215 h 830409"/>
              <a:gd name="connsiteX410" fmla="*/ 550403 w 707644"/>
              <a:gd name="connsiteY410" fmla="*/ 746872 h 830409"/>
              <a:gd name="connsiteX411" fmla="*/ 543790 w 707644"/>
              <a:gd name="connsiteY411" fmla="*/ 735250 h 830409"/>
              <a:gd name="connsiteX412" fmla="*/ 516398 w 707644"/>
              <a:gd name="connsiteY412" fmla="*/ 686275 h 830409"/>
              <a:gd name="connsiteX413" fmla="*/ 497302 w 707644"/>
              <a:gd name="connsiteY413" fmla="*/ 711731 h 830409"/>
              <a:gd name="connsiteX414" fmla="*/ 517093 w 707644"/>
              <a:gd name="connsiteY414" fmla="*/ 728866 h 830409"/>
              <a:gd name="connsiteX415" fmla="*/ 563417 w 707644"/>
              <a:gd name="connsiteY415" fmla="*/ 801339 h 830409"/>
              <a:gd name="connsiteX416" fmla="*/ 550204 w 707644"/>
              <a:gd name="connsiteY416" fmla="*/ 806505 h 830409"/>
              <a:gd name="connsiteX417" fmla="*/ 541728 w 707644"/>
              <a:gd name="connsiteY417" fmla="*/ 799335 h 830409"/>
              <a:gd name="connsiteX418" fmla="*/ 529453 w 707644"/>
              <a:gd name="connsiteY418" fmla="*/ 773099 h 830409"/>
              <a:gd name="connsiteX419" fmla="*/ 600337 w 707644"/>
              <a:gd name="connsiteY419" fmla="*/ 487967 h 830409"/>
              <a:gd name="connsiteX420" fmla="*/ 601397 w 707644"/>
              <a:gd name="connsiteY420" fmla="*/ 489425 h 830409"/>
              <a:gd name="connsiteX421" fmla="*/ 604434 w 707644"/>
              <a:gd name="connsiteY421" fmla="*/ 493846 h 830409"/>
              <a:gd name="connsiteX422" fmla="*/ 600373 w 707644"/>
              <a:gd name="connsiteY422" fmla="*/ 488125 h 830409"/>
              <a:gd name="connsiteX423" fmla="*/ 556404 w 707644"/>
              <a:gd name="connsiteY423" fmla="*/ 577965 h 830409"/>
              <a:gd name="connsiteX424" fmla="*/ 557250 w 707644"/>
              <a:gd name="connsiteY424" fmla="*/ 579101 h 830409"/>
              <a:gd name="connsiteX425" fmla="*/ 582922 w 707644"/>
              <a:gd name="connsiteY425" fmla="*/ 612654 h 830409"/>
              <a:gd name="connsiteX426" fmla="*/ 585738 w 707644"/>
              <a:gd name="connsiteY426" fmla="*/ 621463 h 830409"/>
              <a:gd name="connsiteX427" fmla="*/ 580431 w 707644"/>
              <a:gd name="connsiteY427" fmla="*/ 618268 h 830409"/>
              <a:gd name="connsiteX428" fmla="*/ 594598 w 707644"/>
              <a:gd name="connsiteY428" fmla="*/ 480079 h 830409"/>
              <a:gd name="connsiteX429" fmla="*/ 597197 w 707644"/>
              <a:gd name="connsiteY429" fmla="*/ 483652 h 830409"/>
              <a:gd name="connsiteX430" fmla="*/ 600373 w 707644"/>
              <a:gd name="connsiteY430" fmla="*/ 488125 h 830409"/>
              <a:gd name="connsiteX431" fmla="*/ 603065 w 707644"/>
              <a:gd name="connsiteY431" fmla="*/ 499837 h 830409"/>
              <a:gd name="connsiteX432" fmla="*/ 443785 w 707644"/>
              <a:gd name="connsiteY432" fmla="*/ 794273 h 830409"/>
              <a:gd name="connsiteX433" fmla="*/ 450129 w 707644"/>
              <a:gd name="connsiteY433" fmla="*/ 802384 h 830409"/>
              <a:gd name="connsiteX434" fmla="*/ 466445 w 707644"/>
              <a:gd name="connsiteY434" fmla="*/ 827121 h 830409"/>
              <a:gd name="connsiteX435" fmla="*/ 458767 w 707644"/>
              <a:gd name="connsiteY435" fmla="*/ 827510 h 830409"/>
              <a:gd name="connsiteX436" fmla="*/ 452485 w 707644"/>
              <a:gd name="connsiteY436" fmla="*/ 821387 h 830409"/>
              <a:gd name="connsiteX437" fmla="*/ 446487 w 707644"/>
              <a:gd name="connsiteY437" fmla="*/ 805970 h 830409"/>
              <a:gd name="connsiteX438" fmla="*/ 572726 w 707644"/>
              <a:gd name="connsiteY438" fmla="*/ 515011 h 830409"/>
              <a:gd name="connsiteX439" fmla="*/ 590145 w 707644"/>
              <a:gd name="connsiteY439" fmla="*/ 531306 h 830409"/>
              <a:gd name="connsiteX440" fmla="*/ 590281 w 707644"/>
              <a:gd name="connsiteY440" fmla="*/ 531707 h 830409"/>
              <a:gd name="connsiteX441" fmla="*/ 591656 w 707644"/>
              <a:gd name="connsiteY441" fmla="*/ 535498 h 830409"/>
              <a:gd name="connsiteX442" fmla="*/ 589186 w 707644"/>
              <a:gd name="connsiteY442" fmla="*/ 533438 h 830409"/>
              <a:gd name="connsiteX443" fmla="*/ 519675 w 707644"/>
              <a:gd name="connsiteY443" fmla="*/ 619305 h 830409"/>
              <a:gd name="connsiteX444" fmla="*/ 533149 w 707644"/>
              <a:gd name="connsiteY444" fmla="*/ 629008 h 830409"/>
              <a:gd name="connsiteX445" fmla="*/ 537112 w 707644"/>
              <a:gd name="connsiteY445" fmla="*/ 635140 h 830409"/>
              <a:gd name="connsiteX446" fmla="*/ 558641 w 707644"/>
              <a:gd name="connsiteY446" fmla="*/ 664283 h 830409"/>
              <a:gd name="connsiteX447" fmla="*/ 572293 w 707644"/>
              <a:gd name="connsiteY447" fmla="*/ 677842 h 830409"/>
              <a:gd name="connsiteX448" fmla="*/ 553560 w 707644"/>
              <a:gd name="connsiteY448" fmla="*/ 664837 h 830409"/>
              <a:gd name="connsiteX449" fmla="*/ 542961 w 707644"/>
              <a:gd name="connsiteY449" fmla="*/ 652246 h 830409"/>
              <a:gd name="connsiteX450" fmla="*/ 540832 w 707644"/>
              <a:gd name="connsiteY450" fmla="*/ 649653 h 830409"/>
              <a:gd name="connsiteX451" fmla="*/ 537540 w 707644"/>
              <a:gd name="connsiteY451" fmla="*/ 644365 h 830409"/>
              <a:gd name="connsiteX452" fmla="*/ 536998 w 707644"/>
              <a:gd name="connsiteY452" fmla="*/ 643335 h 830409"/>
              <a:gd name="connsiteX453" fmla="*/ 536270 w 707644"/>
              <a:gd name="connsiteY453" fmla="*/ 642326 h 830409"/>
              <a:gd name="connsiteX454" fmla="*/ 535839 w 707644"/>
              <a:gd name="connsiteY454" fmla="*/ 641633 h 830409"/>
              <a:gd name="connsiteX455" fmla="*/ 534751 w 707644"/>
              <a:gd name="connsiteY455" fmla="*/ 640218 h 830409"/>
              <a:gd name="connsiteX456" fmla="*/ 484099 w 707644"/>
              <a:gd name="connsiteY456" fmla="*/ 688910 h 830409"/>
              <a:gd name="connsiteX457" fmla="*/ 488908 w 707644"/>
              <a:gd name="connsiteY457" fmla="*/ 693628 h 830409"/>
              <a:gd name="connsiteX458" fmla="*/ 508847 w 707644"/>
              <a:gd name="connsiteY458" fmla="*/ 718556 h 830409"/>
              <a:gd name="connsiteX459" fmla="*/ 495146 w 707644"/>
              <a:gd name="connsiteY459" fmla="*/ 707616 h 830409"/>
              <a:gd name="connsiteX460" fmla="*/ 493572 w 707644"/>
              <a:gd name="connsiteY460" fmla="*/ 704612 h 830409"/>
              <a:gd name="connsiteX461" fmla="*/ 589627 w 707644"/>
              <a:gd name="connsiteY461" fmla="*/ 468480 h 830409"/>
              <a:gd name="connsiteX462" fmla="*/ 589873 w 707644"/>
              <a:gd name="connsiteY462" fmla="*/ 468773 h 830409"/>
              <a:gd name="connsiteX463" fmla="*/ 598483 w 707644"/>
              <a:gd name="connsiteY463" fmla="*/ 479904 h 830409"/>
              <a:gd name="connsiteX464" fmla="*/ 600337 w 707644"/>
              <a:gd name="connsiteY464" fmla="*/ 487967 h 830409"/>
              <a:gd name="connsiteX465" fmla="*/ 597197 w 707644"/>
              <a:gd name="connsiteY465" fmla="*/ 483652 h 830409"/>
              <a:gd name="connsiteX466" fmla="*/ 594503 w 707644"/>
              <a:gd name="connsiteY466" fmla="*/ 479857 h 830409"/>
              <a:gd name="connsiteX467" fmla="*/ 552103 w 707644"/>
              <a:gd name="connsiteY467" fmla="*/ 541325 h 830409"/>
              <a:gd name="connsiteX468" fmla="*/ 553587 w 707644"/>
              <a:gd name="connsiteY468" fmla="*/ 542223 h 830409"/>
              <a:gd name="connsiteX469" fmla="*/ 558366 w 707644"/>
              <a:gd name="connsiteY469" fmla="*/ 544793 h 830409"/>
              <a:gd name="connsiteX470" fmla="*/ 561306 w 707644"/>
              <a:gd name="connsiteY470" fmla="*/ 551035 h 830409"/>
              <a:gd name="connsiteX471" fmla="*/ 567433 w 707644"/>
              <a:gd name="connsiteY471" fmla="*/ 567777 h 830409"/>
              <a:gd name="connsiteX472" fmla="*/ 553259 w 707644"/>
              <a:gd name="connsiteY472" fmla="*/ 543380 h 830409"/>
              <a:gd name="connsiteX473" fmla="*/ 495494 w 707644"/>
              <a:gd name="connsiteY473" fmla="*/ 652228 h 830409"/>
              <a:gd name="connsiteX474" fmla="*/ 501119 w 707644"/>
              <a:gd name="connsiteY474" fmla="*/ 657950 h 830409"/>
              <a:gd name="connsiteX475" fmla="*/ 513083 w 707644"/>
              <a:gd name="connsiteY475" fmla="*/ 680129 h 830409"/>
              <a:gd name="connsiteX476" fmla="*/ 503342 w 707644"/>
              <a:gd name="connsiteY476" fmla="*/ 669447 h 830409"/>
              <a:gd name="connsiteX477" fmla="*/ 499860 w 707644"/>
              <a:gd name="connsiteY477" fmla="*/ 664483 h 830409"/>
              <a:gd name="connsiteX478" fmla="*/ 497183 w 707644"/>
              <a:gd name="connsiteY478" fmla="*/ 657489 h 830409"/>
              <a:gd name="connsiteX479" fmla="*/ 412290 w 707644"/>
              <a:gd name="connsiteY479" fmla="*/ 820897 h 830409"/>
              <a:gd name="connsiteX480" fmla="*/ 419943 w 707644"/>
              <a:gd name="connsiteY480" fmla="*/ 829474 h 830409"/>
              <a:gd name="connsiteX481" fmla="*/ 417231 w 707644"/>
              <a:gd name="connsiteY481" fmla="*/ 829611 h 830409"/>
              <a:gd name="connsiteX482" fmla="*/ 416474 w 707644"/>
              <a:gd name="connsiteY482" fmla="*/ 828496 h 830409"/>
              <a:gd name="connsiteX483" fmla="*/ 510627 w 707644"/>
              <a:gd name="connsiteY483" fmla="*/ 612789 h 830409"/>
              <a:gd name="connsiteX484" fmla="*/ 516861 w 707644"/>
              <a:gd name="connsiteY484" fmla="*/ 617279 h 830409"/>
              <a:gd name="connsiteX485" fmla="*/ 528198 w 707644"/>
              <a:gd name="connsiteY485" fmla="*/ 631697 h 830409"/>
              <a:gd name="connsiteX486" fmla="*/ 534751 w 707644"/>
              <a:gd name="connsiteY486" fmla="*/ 640218 h 830409"/>
              <a:gd name="connsiteX487" fmla="*/ 536270 w 707644"/>
              <a:gd name="connsiteY487" fmla="*/ 642326 h 830409"/>
              <a:gd name="connsiteX488" fmla="*/ 537540 w 707644"/>
              <a:gd name="connsiteY488" fmla="*/ 644365 h 830409"/>
              <a:gd name="connsiteX489" fmla="*/ 539414 w 707644"/>
              <a:gd name="connsiteY489" fmla="*/ 647927 h 830409"/>
              <a:gd name="connsiteX490" fmla="*/ 510993 w 707644"/>
              <a:gd name="connsiteY490" fmla="*/ 613333 h 830409"/>
              <a:gd name="connsiteX491" fmla="*/ 589588 w 707644"/>
              <a:gd name="connsiteY491" fmla="*/ 441206 h 830409"/>
              <a:gd name="connsiteX492" fmla="*/ 608394 w 707644"/>
              <a:gd name="connsiteY492" fmla="*/ 469338 h 830409"/>
              <a:gd name="connsiteX493" fmla="*/ 631613 w 707644"/>
              <a:gd name="connsiteY493" fmla="*/ 525395 h 830409"/>
              <a:gd name="connsiteX494" fmla="*/ 620734 w 707644"/>
              <a:gd name="connsiteY494" fmla="*/ 508671 h 830409"/>
              <a:gd name="connsiteX495" fmla="*/ 598483 w 707644"/>
              <a:gd name="connsiteY495" fmla="*/ 479904 h 830409"/>
              <a:gd name="connsiteX496" fmla="*/ 507352 w 707644"/>
              <a:gd name="connsiteY496" fmla="*/ 610430 h 830409"/>
              <a:gd name="connsiteX497" fmla="*/ 510428 w 707644"/>
              <a:gd name="connsiteY497" fmla="*/ 612646 h 830409"/>
              <a:gd name="connsiteX498" fmla="*/ 510993 w 707644"/>
              <a:gd name="connsiteY498" fmla="*/ 613333 h 830409"/>
              <a:gd name="connsiteX499" fmla="*/ 528410 w 707644"/>
              <a:gd name="connsiteY499" fmla="*/ 639215 h 830409"/>
              <a:gd name="connsiteX500" fmla="*/ 535742 w 707644"/>
              <a:gd name="connsiteY500" fmla="*/ 651257 h 830409"/>
              <a:gd name="connsiteX501" fmla="*/ 533762 w 707644"/>
              <a:gd name="connsiteY501" fmla="*/ 649729 h 830409"/>
              <a:gd name="connsiteX502" fmla="*/ 532448 w 707644"/>
              <a:gd name="connsiteY502" fmla="*/ 648265 h 830409"/>
              <a:gd name="connsiteX503" fmla="*/ 524120 w 707644"/>
              <a:gd name="connsiteY503" fmla="*/ 634831 h 830409"/>
              <a:gd name="connsiteX504" fmla="*/ 504295 w 707644"/>
              <a:gd name="connsiteY504" fmla="*/ 616714 h 830409"/>
              <a:gd name="connsiteX505" fmla="*/ 518911 w 707644"/>
              <a:gd name="connsiteY505" fmla="*/ 633175 h 830409"/>
              <a:gd name="connsiteX506" fmla="*/ 532448 w 707644"/>
              <a:gd name="connsiteY506" fmla="*/ 648265 h 830409"/>
              <a:gd name="connsiteX507" fmla="*/ 532984 w 707644"/>
              <a:gd name="connsiteY507" fmla="*/ 649129 h 830409"/>
              <a:gd name="connsiteX508" fmla="*/ 524154 w 707644"/>
              <a:gd name="connsiteY508" fmla="*/ 642318 h 830409"/>
              <a:gd name="connsiteX509" fmla="*/ 517528 w 707644"/>
              <a:gd name="connsiteY509" fmla="*/ 635900 h 830409"/>
              <a:gd name="connsiteX510" fmla="*/ 458775 w 707644"/>
              <a:gd name="connsiteY510" fmla="*/ 709259 h 830409"/>
              <a:gd name="connsiteX511" fmla="*/ 461446 w 707644"/>
              <a:gd name="connsiteY511" fmla="*/ 712734 h 830409"/>
              <a:gd name="connsiteX512" fmla="*/ 466963 w 707644"/>
              <a:gd name="connsiteY512" fmla="*/ 719613 h 830409"/>
              <a:gd name="connsiteX513" fmla="*/ 474502 w 707644"/>
              <a:gd name="connsiteY513" fmla="*/ 729562 h 830409"/>
              <a:gd name="connsiteX514" fmla="*/ 478219 w 707644"/>
              <a:gd name="connsiteY514" fmla="*/ 733647 h 830409"/>
              <a:gd name="connsiteX515" fmla="*/ 486235 w 707644"/>
              <a:gd name="connsiteY515" fmla="*/ 743642 h 830409"/>
              <a:gd name="connsiteX516" fmla="*/ 506180 w 707644"/>
              <a:gd name="connsiteY516" fmla="*/ 785066 h 830409"/>
              <a:gd name="connsiteX517" fmla="*/ 506092 w 707644"/>
              <a:gd name="connsiteY517" fmla="*/ 784980 h 830409"/>
              <a:gd name="connsiteX518" fmla="*/ 484349 w 707644"/>
              <a:gd name="connsiteY518" fmla="*/ 763465 h 830409"/>
              <a:gd name="connsiteX519" fmla="*/ 463388 w 707644"/>
              <a:gd name="connsiteY519" fmla="*/ 719242 h 830409"/>
              <a:gd name="connsiteX520" fmla="*/ 547152 w 707644"/>
              <a:gd name="connsiteY520" fmla="*/ 520988 h 830409"/>
              <a:gd name="connsiteX521" fmla="*/ 575063 w 707644"/>
              <a:gd name="connsiteY521" fmla="*/ 553774 h 830409"/>
              <a:gd name="connsiteX522" fmla="*/ 558366 w 707644"/>
              <a:gd name="connsiteY522" fmla="*/ 544793 h 830409"/>
              <a:gd name="connsiteX523" fmla="*/ 539579 w 707644"/>
              <a:gd name="connsiteY523" fmla="*/ 533753 h 830409"/>
              <a:gd name="connsiteX524" fmla="*/ 552046 w 707644"/>
              <a:gd name="connsiteY524" fmla="*/ 541291 h 830409"/>
              <a:gd name="connsiteX525" fmla="*/ 553259 w 707644"/>
              <a:gd name="connsiteY525" fmla="*/ 543380 h 830409"/>
              <a:gd name="connsiteX526" fmla="*/ 568248 w 707644"/>
              <a:gd name="connsiteY526" fmla="*/ 570004 h 830409"/>
              <a:gd name="connsiteX527" fmla="*/ 572853 w 707644"/>
              <a:gd name="connsiteY527" fmla="*/ 582587 h 830409"/>
              <a:gd name="connsiteX528" fmla="*/ 543847 w 707644"/>
              <a:gd name="connsiteY528" fmla="*/ 540977 h 830409"/>
              <a:gd name="connsiteX529" fmla="*/ 489056 w 707644"/>
              <a:gd name="connsiteY529" fmla="*/ 632185 h 830409"/>
              <a:gd name="connsiteX530" fmla="*/ 490463 w 707644"/>
              <a:gd name="connsiteY530" fmla="*/ 632974 h 830409"/>
              <a:gd name="connsiteX531" fmla="*/ 510331 w 707644"/>
              <a:gd name="connsiteY531" fmla="*/ 644955 h 830409"/>
              <a:gd name="connsiteX532" fmla="*/ 526315 w 707644"/>
              <a:gd name="connsiteY532" fmla="*/ 662638 h 830409"/>
              <a:gd name="connsiteX533" fmla="*/ 567653 w 707644"/>
              <a:gd name="connsiteY533" fmla="*/ 712044 h 830409"/>
              <a:gd name="connsiteX534" fmla="*/ 572132 w 707644"/>
              <a:gd name="connsiteY534" fmla="*/ 719051 h 830409"/>
              <a:gd name="connsiteX535" fmla="*/ 541862 w 707644"/>
              <a:gd name="connsiteY535" fmla="*/ 695728 h 830409"/>
              <a:gd name="connsiteX536" fmla="*/ 511122 w 707644"/>
              <a:gd name="connsiteY536" fmla="*/ 668125 h 830409"/>
              <a:gd name="connsiteX537" fmla="*/ 501119 w 707644"/>
              <a:gd name="connsiteY537" fmla="*/ 657950 h 830409"/>
              <a:gd name="connsiteX538" fmla="*/ 491757 w 707644"/>
              <a:gd name="connsiteY538" fmla="*/ 640595 h 830409"/>
              <a:gd name="connsiteX539" fmla="*/ 530772 w 707644"/>
              <a:gd name="connsiteY539" fmla="*/ 543546 h 830409"/>
              <a:gd name="connsiteX540" fmla="*/ 555329 w 707644"/>
              <a:gd name="connsiteY540" fmla="*/ 576162 h 830409"/>
              <a:gd name="connsiteX541" fmla="*/ 556404 w 707644"/>
              <a:gd name="connsiteY541" fmla="*/ 577965 h 830409"/>
              <a:gd name="connsiteX542" fmla="*/ 530784 w 707644"/>
              <a:gd name="connsiteY542" fmla="*/ 543565 h 830409"/>
              <a:gd name="connsiteX543" fmla="*/ 434606 w 707644"/>
              <a:gd name="connsiteY543" fmla="*/ 737937 h 830409"/>
              <a:gd name="connsiteX544" fmla="*/ 475545 w 707644"/>
              <a:gd name="connsiteY544" fmla="*/ 793449 h 830409"/>
              <a:gd name="connsiteX545" fmla="*/ 489391 w 707644"/>
              <a:gd name="connsiteY545" fmla="*/ 810266 h 830409"/>
              <a:gd name="connsiteX546" fmla="*/ 495299 w 707644"/>
              <a:gd name="connsiteY546" fmla="*/ 821220 h 830409"/>
              <a:gd name="connsiteX547" fmla="*/ 492237 w 707644"/>
              <a:gd name="connsiteY547" fmla="*/ 821876 h 830409"/>
              <a:gd name="connsiteX548" fmla="*/ 457194 w 707644"/>
              <a:gd name="connsiteY548" fmla="*/ 775176 h 830409"/>
              <a:gd name="connsiteX549" fmla="*/ 435006 w 707644"/>
              <a:gd name="connsiteY549" fmla="*/ 743052 h 830409"/>
              <a:gd name="connsiteX550" fmla="*/ 453646 w 707644"/>
              <a:gd name="connsiteY550" fmla="*/ 698161 h 830409"/>
              <a:gd name="connsiteX551" fmla="*/ 474134 w 707644"/>
              <a:gd name="connsiteY551" fmla="*/ 721617 h 830409"/>
              <a:gd name="connsiteX552" fmla="*/ 478395 w 707644"/>
              <a:gd name="connsiteY552" fmla="*/ 727360 h 830409"/>
              <a:gd name="connsiteX553" fmla="*/ 485024 w 707644"/>
              <a:gd name="connsiteY553" fmla="*/ 741127 h 830409"/>
              <a:gd name="connsiteX554" fmla="*/ 478219 w 707644"/>
              <a:gd name="connsiteY554" fmla="*/ 733647 h 830409"/>
              <a:gd name="connsiteX555" fmla="*/ 466963 w 707644"/>
              <a:gd name="connsiteY555" fmla="*/ 719613 h 830409"/>
              <a:gd name="connsiteX556" fmla="*/ 458238 w 707644"/>
              <a:gd name="connsiteY556" fmla="*/ 708098 h 830409"/>
              <a:gd name="connsiteX557" fmla="*/ 486198 w 707644"/>
              <a:gd name="connsiteY557" fmla="*/ 630288 h 830409"/>
              <a:gd name="connsiteX558" fmla="*/ 486615 w 707644"/>
              <a:gd name="connsiteY558" fmla="*/ 630462 h 830409"/>
              <a:gd name="connsiteX559" fmla="*/ 488610 w 707644"/>
              <a:gd name="connsiteY559" fmla="*/ 630796 h 830409"/>
              <a:gd name="connsiteX560" fmla="*/ 489056 w 707644"/>
              <a:gd name="connsiteY560" fmla="*/ 632185 h 830409"/>
              <a:gd name="connsiteX561" fmla="*/ 486425 w 707644"/>
              <a:gd name="connsiteY561" fmla="*/ 630710 h 830409"/>
              <a:gd name="connsiteX562" fmla="*/ 458389 w 707644"/>
              <a:gd name="connsiteY562" fmla="*/ 678043 h 830409"/>
              <a:gd name="connsiteX563" fmla="*/ 487788 w 707644"/>
              <a:gd name="connsiteY563" fmla="*/ 701742 h 830409"/>
              <a:gd name="connsiteX564" fmla="*/ 495146 w 707644"/>
              <a:gd name="connsiteY564" fmla="*/ 707616 h 830409"/>
              <a:gd name="connsiteX565" fmla="*/ 497302 w 707644"/>
              <a:gd name="connsiteY565" fmla="*/ 711731 h 830409"/>
              <a:gd name="connsiteX566" fmla="*/ 494104 w 707644"/>
              <a:gd name="connsiteY566" fmla="*/ 601940 h 830409"/>
              <a:gd name="connsiteX567" fmla="*/ 500586 w 707644"/>
              <a:gd name="connsiteY567" fmla="*/ 608742 h 830409"/>
              <a:gd name="connsiteX568" fmla="*/ 507925 w 707644"/>
              <a:gd name="connsiteY568" fmla="*/ 618215 h 830409"/>
              <a:gd name="connsiteX569" fmla="*/ 498841 w 707644"/>
              <a:gd name="connsiteY569" fmla="*/ 608807 h 830409"/>
              <a:gd name="connsiteX570" fmla="*/ 539806 w 707644"/>
              <a:gd name="connsiteY570" fmla="*/ 505394 h 830409"/>
              <a:gd name="connsiteX571" fmla="*/ 587624 w 707644"/>
              <a:gd name="connsiteY571" fmla="*/ 533308 h 830409"/>
              <a:gd name="connsiteX572" fmla="*/ 591692 w 707644"/>
              <a:gd name="connsiteY572" fmla="*/ 535598 h 830409"/>
              <a:gd name="connsiteX573" fmla="*/ 594388 w 707644"/>
              <a:gd name="connsiteY573" fmla="*/ 543034 h 830409"/>
              <a:gd name="connsiteX574" fmla="*/ 612550 w 707644"/>
              <a:gd name="connsiteY574" fmla="*/ 573937 h 830409"/>
              <a:gd name="connsiteX575" fmla="*/ 593197 w 707644"/>
              <a:gd name="connsiteY575" fmla="*/ 563528 h 830409"/>
              <a:gd name="connsiteX576" fmla="*/ 570680 w 707644"/>
              <a:gd name="connsiteY576" fmla="*/ 541090 h 830409"/>
              <a:gd name="connsiteX577" fmla="*/ 541602 w 707644"/>
              <a:gd name="connsiteY577" fmla="*/ 509206 h 830409"/>
              <a:gd name="connsiteX578" fmla="*/ 454052 w 707644"/>
              <a:gd name="connsiteY578" fmla="*/ 679262 h 830409"/>
              <a:gd name="connsiteX579" fmla="*/ 474154 w 707644"/>
              <a:gd name="connsiteY579" fmla="*/ 708266 h 830409"/>
              <a:gd name="connsiteX580" fmla="*/ 510573 w 707644"/>
              <a:gd name="connsiteY580" fmla="*/ 769210 h 830409"/>
              <a:gd name="connsiteX581" fmla="*/ 504444 w 707644"/>
              <a:gd name="connsiteY581" fmla="*/ 762473 h 830409"/>
              <a:gd name="connsiteX582" fmla="*/ 478395 w 707644"/>
              <a:gd name="connsiteY582" fmla="*/ 727360 h 830409"/>
              <a:gd name="connsiteX583" fmla="*/ 461099 w 707644"/>
              <a:gd name="connsiteY583" fmla="*/ 691438 h 830409"/>
              <a:gd name="connsiteX584" fmla="*/ 567393 w 707644"/>
              <a:gd name="connsiteY584" fmla="*/ 442684 h 830409"/>
              <a:gd name="connsiteX585" fmla="*/ 573764 w 707644"/>
              <a:gd name="connsiteY585" fmla="*/ 450647 h 830409"/>
              <a:gd name="connsiteX586" fmla="*/ 594503 w 707644"/>
              <a:gd name="connsiteY586" fmla="*/ 479857 h 830409"/>
              <a:gd name="connsiteX587" fmla="*/ 594598 w 707644"/>
              <a:gd name="connsiteY587" fmla="*/ 480079 h 830409"/>
              <a:gd name="connsiteX588" fmla="*/ 483693 w 707644"/>
              <a:gd name="connsiteY588" fmla="*/ 615487 h 830409"/>
              <a:gd name="connsiteX589" fmla="*/ 489937 w 707644"/>
              <a:gd name="connsiteY589" fmla="*/ 622393 h 830409"/>
              <a:gd name="connsiteX590" fmla="*/ 492930 w 707644"/>
              <a:gd name="connsiteY590" fmla="*/ 627177 h 830409"/>
              <a:gd name="connsiteX591" fmla="*/ 491630 w 707644"/>
              <a:gd name="connsiteY591" fmla="*/ 631301 h 830409"/>
              <a:gd name="connsiteX592" fmla="*/ 488610 w 707644"/>
              <a:gd name="connsiteY592" fmla="*/ 630796 h 830409"/>
              <a:gd name="connsiteX593" fmla="*/ 501423 w 707644"/>
              <a:gd name="connsiteY593" fmla="*/ 578071 h 830409"/>
              <a:gd name="connsiteX594" fmla="*/ 510539 w 707644"/>
              <a:gd name="connsiteY594" fmla="*/ 588384 h 830409"/>
              <a:gd name="connsiteX595" fmla="*/ 537097 w 707644"/>
              <a:gd name="connsiteY595" fmla="*/ 608861 h 830409"/>
              <a:gd name="connsiteX596" fmla="*/ 562611 w 707644"/>
              <a:gd name="connsiteY596" fmla="*/ 642137 h 830409"/>
              <a:gd name="connsiteX597" fmla="*/ 570101 w 707644"/>
              <a:gd name="connsiteY597" fmla="*/ 652750 h 830409"/>
              <a:gd name="connsiteX598" fmla="*/ 541118 w 707644"/>
              <a:gd name="connsiteY598" fmla="*/ 634748 h 830409"/>
              <a:gd name="connsiteX599" fmla="*/ 533149 w 707644"/>
              <a:gd name="connsiteY599" fmla="*/ 629008 h 830409"/>
              <a:gd name="connsiteX600" fmla="*/ 512575 w 707644"/>
              <a:gd name="connsiteY600" fmla="*/ 597177 h 830409"/>
              <a:gd name="connsiteX601" fmla="*/ 490915 w 707644"/>
              <a:gd name="connsiteY601" fmla="*/ 598593 h 830409"/>
              <a:gd name="connsiteX602" fmla="*/ 492665 w 707644"/>
              <a:gd name="connsiteY602" fmla="*/ 599853 h 830409"/>
              <a:gd name="connsiteX603" fmla="*/ 494104 w 707644"/>
              <a:gd name="connsiteY603" fmla="*/ 601940 h 830409"/>
              <a:gd name="connsiteX604" fmla="*/ 432382 w 707644"/>
              <a:gd name="connsiteY604" fmla="*/ 711675 h 830409"/>
              <a:gd name="connsiteX605" fmla="*/ 470846 w 707644"/>
              <a:gd name="connsiteY605" fmla="*/ 750104 h 830409"/>
              <a:gd name="connsiteX606" fmla="*/ 484349 w 707644"/>
              <a:gd name="connsiteY606" fmla="*/ 763465 h 830409"/>
              <a:gd name="connsiteX607" fmla="*/ 492373 w 707644"/>
              <a:gd name="connsiteY607" fmla="*/ 780393 h 830409"/>
              <a:gd name="connsiteX608" fmla="*/ 514068 w 707644"/>
              <a:gd name="connsiteY608" fmla="*/ 817195 h 830409"/>
              <a:gd name="connsiteX609" fmla="*/ 497942 w 707644"/>
              <a:gd name="connsiteY609" fmla="*/ 820653 h 830409"/>
              <a:gd name="connsiteX610" fmla="*/ 489391 w 707644"/>
              <a:gd name="connsiteY610" fmla="*/ 810266 h 830409"/>
              <a:gd name="connsiteX611" fmla="*/ 466610 w 707644"/>
              <a:gd name="connsiteY611" fmla="*/ 768033 h 830409"/>
              <a:gd name="connsiteX612" fmla="*/ 435628 w 707644"/>
              <a:gd name="connsiteY612" fmla="*/ 724904 h 830409"/>
              <a:gd name="connsiteX613" fmla="*/ 433375 w 707644"/>
              <a:gd name="connsiteY613" fmla="*/ 722210 h 830409"/>
              <a:gd name="connsiteX614" fmla="*/ 433083 w 707644"/>
              <a:gd name="connsiteY614" fmla="*/ 718471 h 830409"/>
              <a:gd name="connsiteX615" fmla="*/ 448281 w 707644"/>
              <a:gd name="connsiteY615" fmla="*/ 669291 h 830409"/>
              <a:gd name="connsiteX616" fmla="*/ 458389 w 707644"/>
              <a:gd name="connsiteY616" fmla="*/ 678043 h 830409"/>
              <a:gd name="connsiteX617" fmla="*/ 451407 w 707644"/>
              <a:gd name="connsiteY617" fmla="*/ 672414 h 830409"/>
              <a:gd name="connsiteX618" fmla="*/ 448969 w 707644"/>
              <a:gd name="connsiteY618" fmla="*/ 670480 h 830409"/>
              <a:gd name="connsiteX619" fmla="*/ 483405 w 707644"/>
              <a:gd name="connsiteY619" fmla="*/ 592919 h 830409"/>
              <a:gd name="connsiteX620" fmla="*/ 484099 w 707644"/>
              <a:gd name="connsiteY620" fmla="*/ 593494 h 830409"/>
              <a:gd name="connsiteX621" fmla="*/ 488734 w 707644"/>
              <a:gd name="connsiteY621" fmla="*/ 598340 h 830409"/>
              <a:gd name="connsiteX622" fmla="*/ 498841 w 707644"/>
              <a:gd name="connsiteY622" fmla="*/ 608807 h 830409"/>
              <a:gd name="connsiteX623" fmla="*/ 504295 w 707644"/>
              <a:gd name="connsiteY623" fmla="*/ 616714 h 830409"/>
              <a:gd name="connsiteX624" fmla="*/ 495042 w 707644"/>
              <a:gd name="connsiteY624" fmla="*/ 606294 h 830409"/>
              <a:gd name="connsiteX625" fmla="*/ 528020 w 707644"/>
              <a:gd name="connsiteY625" fmla="*/ 498514 h 830409"/>
              <a:gd name="connsiteX626" fmla="*/ 536512 w 707644"/>
              <a:gd name="connsiteY626" fmla="*/ 503472 h 830409"/>
              <a:gd name="connsiteX627" fmla="*/ 538514 w 707644"/>
              <a:gd name="connsiteY627" fmla="*/ 505821 h 830409"/>
              <a:gd name="connsiteX628" fmla="*/ 541602 w 707644"/>
              <a:gd name="connsiteY628" fmla="*/ 509206 h 830409"/>
              <a:gd name="connsiteX629" fmla="*/ 547152 w 707644"/>
              <a:gd name="connsiteY629" fmla="*/ 520988 h 830409"/>
              <a:gd name="connsiteX630" fmla="*/ 551691 w 707644"/>
              <a:gd name="connsiteY630" fmla="*/ 447811 h 830409"/>
              <a:gd name="connsiteX631" fmla="*/ 552992 w 707644"/>
              <a:gd name="connsiteY631" fmla="*/ 449605 h 830409"/>
              <a:gd name="connsiteX632" fmla="*/ 598799 w 707644"/>
              <a:gd name="connsiteY632" fmla="*/ 514518 h 830409"/>
              <a:gd name="connsiteX633" fmla="*/ 613004 w 707644"/>
              <a:gd name="connsiteY633" fmla="*/ 538430 h 830409"/>
              <a:gd name="connsiteX634" fmla="*/ 616101 w 707644"/>
              <a:gd name="connsiteY634" fmla="*/ 549339 h 830409"/>
              <a:gd name="connsiteX635" fmla="*/ 597058 w 707644"/>
              <a:gd name="connsiteY635" fmla="*/ 538619 h 830409"/>
              <a:gd name="connsiteX636" fmla="*/ 590558 w 707644"/>
              <a:gd name="connsiteY636" fmla="*/ 531694 h 830409"/>
              <a:gd name="connsiteX637" fmla="*/ 590145 w 707644"/>
              <a:gd name="connsiteY637" fmla="*/ 531306 h 830409"/>
              <a:gd name="connsiteX638" fmla="*/ 581623 w 707644"/>
              <a:gd name="connsiteY638" fmla="*/ 506278 h 830409"/>
              <a:gd name="connsiteX639" fmla="*/ 559632 w 707644"/>
              <a:gd name="connsiteY639" fmla="*/ 464034 h 830409"/>
              <a:gd name="connsiteX640" fmla="*/ 445808 w 707644"/>
              <a:gd name="connsiteY640" fmla="*/ 667972 h 830409"/>
              <a:gd name="connsiteX641" fmla="*/ 448969 w 707644"/>
              <a:gd name="connsiteY641" fmla="*/ 670480 h 830409"/>
              <a:gd name="connsiteX642" fmla="*/ 454052 w 707644"/>
              <a:gd name="connsiteY642" fmla="*/ 679262 h 830409"/>
              <a:gd name="connsiteX643" fmla="*/ 452220 w 707644"/>
              <a:gd name="connsiteY643" fmla="*/ 676620 h 830409"/>
              <a:gd name="connsiteX644" fmla="*/ 526770 w 707644"/>
              <a:gd name="connsiteY644" fmla="*/ 497785 h 830409"/>
              <a:gd name="connsiteX645" fmla="*/ 527157 w 707644"/>
              <a:gd name="connsiteY645" fmla="*/ 498010 h 830409"/>
              <a:gd name="connsiteX646" fmla="*/ 530444 w 707644"/>
              <a:gd name="connsiteY646" fmla="*/ 502853 h 830409"/>
              <a:gd name="connsiteX647" fmla="*/ 552103 w 707644"/>
              <a:gd name="connsiteY647" fmla="*/ 541325 h 830409"/>
              <a:gd name="connsiteX648" fmla="*/ 552046 w 707644"/>
              <a:gd name="connsiteY648" fmla="*/ 541291 h 830409"/>
              <a:gd name="connsiteX649" fmla="*/ 525449 w 707644"/>
              <a:gd name="connsiteY649" fmla="*/ 495494 h 830409"/>
              <a:gd name="connsiteX650" fmla="*/ 528020 w 707644"/>
              <a:gd name="connsiteY650" fmla="*/ 498514 h 830409"/>
              <a:gd name="connsiteX651" fmla="*/ 527157 w 707644"/>
              <a:gd name="connsiteY651" fmla="*/ 498010 h 830409"/>
              <a:gd name="connsiteX652" fmla="*/ 525385 w 707644"/>
              <a:gd name="connsiteY652" fmla="*/ 495399 h 830409"/>
              <a:gd name="connsiteX653" fmla="*/ 525449 w 707644"/>
              <a:gd name="connsiteY653" fmla="*/ 495494 h 830409"/>
              <a:gd name="connsiteX654" fmla="*/ 525420 w 707644"/>
              <a:gd name="connsiteY654" fmla="*/ 495460 h 830409"/>
              <a:gd name="connsiteX655" fmla="*/ 385227 w 707644"/>
              <a:gd name="connsiteY655" fmla="*/ 786610 h 830409"/>
              <a:gd name="connsiteX656" fmla="*/ 405690 w 707644"/>
              <a:gd name="connsiteY656" fmla="*/ 808905 h 830409"/>
              <a:gd name="connsiteX657" fmla="*/ 412290 w 707644"/>
              <a:gd name="connsiteY657" fmla="*/ 820897 h 830409"/>
              <a:gd name="connsiteX658" fmla="*/ 387237 w 707644"/>
              <a:gd name="connsiteY658" fmla="*/ 792816 h 830409"/>
              <a:gd name="connsiteX659" fmla="*/ 555696 w 707644"/>
              <a:gd name="connsiteY659" fmla="*/ 428064 h 830409"/>
              <a:gd name="connsiteX660" fmla="*/ 557803 w 707644"/>
              <a:gd name="connsiteY660" fmla="*/ 430539 h 830409"/>
              <a:gd name="connsiteX661" fmla="*/ 563489 w 707644"/>
              <a:gd name="connsiteY661" fmla="*/ 437318 h 830409"/>
              <a:gd name="connsiteX662" fmla="*/ 567393 w 707644"/>
              <a:gd name="connsiteY662" fmla="*/ 442684 h 830409"/>
              <a:gd name="connsiteX663" fmla="*/ 476246 w 707644"/>
              <a:gd name="connsiteY663" fmla="*/ 592487 h 830409"/>
              <a:gd name="connsiteX664" fmla="*/ 488812 w 707644"/>
              <a:gd name="connsiteY664" fmla="*/ 608084 h 830409"/>
              <a:gd name="connsiteX665" fmla="*/ 517528 w 707644"/>
              <a:gd name="connsiteY665" fmla="*/ 635900 h 830409"/>
              <a:gd name="connsiteX666" fmla="*/ 534130 w 707644"/>
              <a:gd name="connsiteY666" fmla="*/ 659969 h 830409"/>
              <a:gd name="connsiteX667" fmla="*/ 511838 w 707644"/>
              <a:gd name="connsiteY667" fmla="*/ 645864 h 830409"/>
              <a:gd name="connsiteX668" fmla="*/ 510331 w 707644"/>
              <a:gd name="connsiteY668" fmla="*/ 644955 h 830409"/>
              <a:gd name="connsiteX669" fmla="*/ 489937 w 707644"/>
              <a:gd name="connsiteY669" fmla="*/ 622393 h 830409"/>
              <a:gd name="connsiteX670" fmla="*/ 484258 w 707644"/>
              <a:gd name="connsiteY670" fmla="*/ 613320 h 830409"/>
              <a:gd name="connsiteX671" fmla="*/ 482270 w 707644"/>
              <a:gd name="connsiteY671" fmla="*/ 611055 h 830409"/>
              <a:gd name="connsiteX672" fmla="*/ 476535 w 707644"/>
              <a:gd name="connsiteY672" fmla="*/ 593200 h 830409"/>
              <a:gd name="connsiteX673" fmla="*/ 510282 w 707644"/>
              <a:gd name="connsiteY673" fmla="*/ 516039 h 830409"/>
              <a:gd name="connsiteX674" fmla="*/ 515748 w 707644"/>
              <a:gd name="connsiteY674" fmla="*/ 519343 h 830409"/>
              <a:gd name="connsiteX675" fmla="*/ 530772 w 707644"/>
              <a:gd name="connsiteY675" fmla="*/ 543546 h 830409"/>
              <a:gd name="connsiteX676" fmla="*/ 530561 w 707644"/>
              <a:gd name="connsiteY676" fmla="*/ 543265 h 830409"/>
              <a:gd name="connsiteX677" fmla="*/ 469457 w 707644"/>
              <a:gd name="connsiteY677" fmla="*/ 599737 h 830409"/>
              <a:gd name="connsiteX678" fmla="*/ 470104 w 707644"/>
              <a:gd name="connsiteY678" fmla="*/ 600453 h 830409"/>
              <a:gd name="connsiteX679" fmla="*/ 486198 w 707644"/>
              <a:gd name="connsiteY679" fmla="*/ 630288 h 830409"/>
              <a:gd name="connsiteX680" fmla="*/ 484141 w 707644"/>
              <a:gd name="connsiteY680" fmla="*/ 629429 h 830409"/>
              <a:gd name="connsiteX681" fmla="*/ 486425 w 707644"/>
              <a:gd name="connsiteY681" fmla="*/ 630710 h 830409"/>
              <a:gd name="connsiteX682" fmla="*/ 491757 w 707644"/>
              <a:gd name="connsiteY682" fmla="*/ 640595 h 830409"/>
              <a:gd name="connsiteX683" fmla="*/ 495494 w 707644"/>
              <a:gd name="connsiteY683" fmla="*/ 652228 h 830409"/>
              <a:gd name="connsiteX684" fmla="*/ 490692 w 707644"/>
              <a:gd name="connsiteY684" fmla="*/ 647344 h 830409"/>
              <a:gd name="connsiteX685" fmla="*/ 479226 w 707644"/>
              <a:gd name="connsiteY685" fmla="*/ 635073 h 830409"/>
              <a:gd name="connsiteX686" fmla="*/ 469651 w 707644"/>
              <a:gd name="connsiteY686" fmla="*/ 621425 h 830409"/>
              <a:gd name="connsiteX687" fmla="*/ 472763 w 707644"/>
              <a:gd name="connsiteY687" fmla="*/ 623083 h 830409"/>
              <a:gd name="connsiteX688" fmla="*/ 475539 w 707644"/>
              <a:gd name="connsiteY688" fmla="*/ 583449 h 830409"/>
              <a:gd name="connsiteX689" fmla="*/ 482044 w 707644"/>
              <a:gd name="connsiteY689" fmla="*/ 589283 h 830409"/>
              <a:gd name="connsiteX690" fmla="*/ 490915 w 707644"/>
              <a:gd name="connsiteY690" fmla="*/ 598593 h 830409"/>
              <a:gd name="connsiteX691" fmla="*/ 485834 w 707644"/>
              <a:gd name="connsiteY691" fmla="*/ 594934 h 830409"/>
              <a:gd name="connsiteX692" fmla="*/ 484099 w 707644"/>
              <a:gd name="connsiteY692" fmla="*/ 593494 h 830409"/>
              <a:gd name="connsiteX693" fmla="*/ 481967 w 707644"/>
              <a:gd name="connsiteY693" fmla="*/ 591265 h 830409"/>
              <a:gd name="connsiteX694" fmla="*/ 481167 w 707644"/>
              <a:gd name="connsiteY694" fmla="*/ 590346 h 830409"/>
              <a:gd name="connsiteX695" fmla="*/ 475539 w 707644"/>
              <a:gd name="connsiteY695" fmla="*/ 583449 h 830409"/>
              <a:gd name="connsiteX696" fmla="*/ 468904 w 707644"/>
              <a:gd name="connsiteY696" fmla="*/ 595830 h 830409"/>
              <a:gd name="connsiteX697" fmla="*/ 482270 w 707644"/>
              <a:gd name="connsiteY697" fmla="*/ 611055 h 830409"/>
              <a:gd name="connsiteX698" fmla="*/ 483693 w 707644"/>
              <a:gd name="connsiteY698" fmla="*/ 615487 h 830409"/>
              <a:gd name="connsiteX699" fmla="*/ 470104 w 707644"/>
              <a:gd name="connsiteY699" fmla="*/ 600453 h 830409"/>
              <a:gd name="connsiteX700" fmla="*/ 469364 w 707644"/>
              <a:gd name="connsiteY700" fmla="*/ 599081 h 830409"/>
              <a:gd name="connsiteX701" fmla="*/ 434987 w 707644"/>
              <a:gd name="connsiteY701" fmla="*/ 657782 h 830409"/>
              <a:gd name="connsiteX702" fmla="*/ 444105 w 707644"/>
              <a:gd name="connsiteY702" fmla="*/ 665675 h 830409"/>
              <a:gd name="connsiteX703" fmla="*/ 445808 w 707644"/>
              <a:gd name="connsiteY703" fmla="*/ 667972 h 830409"/>
              <a:gd name="connsiteX704" fmla="*/ 436159 w 707644"/>
              <a:gd name="connsiteY704" fmla="*/ 660318 h 830409"/>
              <a:gd name="connsiteX705" fmla="*/ 471165 w 707644"/>
              <a:gd name="connsiteY705" fmla="*/ 579973 h 830409"/>
              <a:gd name="connsiteX706" fmla="*/ 481967 w 707644"/>
              <a:gd name="connsiteY706" fmla="*/ 591265 h 830409"/>
              <a:gd name="connsiteX707" fmla="*/ 483405 w 707644"/>
              <a:gd name="connsiteY707" fmla="*/ 592919 h 830409"/>
              <a:gd name="connsiteX708" fmla="*/ 472874 w 707644"/>
              <a:gd name="connsiteY708" fmla="*/ 584181 h 830409"/>
              <a:gd name="connsiteX709" fmla="*/ 368251 w 707644"/>
              <a:gd name="connsiteY709" fmla="*/ 794378 h 830409"/>
              <a:gd name="connsiteX710" fmla="*/ 388613 w 707644"/>
              <a:gd name="connsiteY710" fmla="*/ 817667 h 830409"/>
              <a:gd name="connsiteX711" fmla="*/ 395161 w 707644"/>
              <a:gd name="connsiteY711" fmla="*/ 829711 h 830409"/>
              <a:gd name="connsiteX712" fmla="*/ 387846 w 707644"/>
              <a:gd name="connsiteY712" fmla="*/ 828896 h 830409"/>
              <a:gd name="connsiteX713" fmla="*/ 386590 w 707644"/>
              <a:gd name="connsiteY713" fmla="*/ 824723 h 830409"/>
              <a:gd name="connsiteX714" fmla="*/ 427955 w 707644"/>
              <a:gd name="connsiteY714" fmla="*/ 668748 h 830409"/>
              <a:gd name="connsiteX715" fmla="*/ 430441 w 707644"/>
              <a:gd name="connsiteY715" fmla="*/ 671594 h 830409"/>
              <a:gd name="connsiteX716" fmla="*/ 452175 w 707644"/>
              <a:gd name="connsiteY716" fmla="*/ 700096 h 830409"/>
              <a:gd name="connsiteX717" fmla="*/ 458238 w 707644"/>
              <a:gd name="connsiteY717" fmla="*/ 708098 h 830409"/>
              <a:gd name="connsiteX718" fmla="*/ 458775 w 707644"/>
              <a:gd name="connsiteY718" fmla="*/ 709259 h 830409"/>
              <a:gd name="connsiteX719" fmla="*/ 428006 w 707644"/>
              <a:gd name="connsiteY719" fmla="*/ 669239 h 830409"/>
              <a:gd name="connsiteX720" fmla="*/ 467711 w 707644"/>
              <a:gd name="connsiteY720" fmla="*/ 579897 h 830409"/>
              <a:gd name="connsiteX721" fmla="*/ 472874 w 707644"/>
              <a:gd name="connsiteY721" fmla="*/ 584181 h 830409"/>
              <a:gd name="connsiteX722" fmla="*/ 476246 w 707644"/>
              <a:gd name="connsiteY722" fmla="*/ 592487 h 830409"/>
              <a:gd name="connsiteX723" fmla="*/ 467764 w 707644"/>
              <a:gd name="connsiteY723" fmla="*/ 581959 h 830409"/>
              <a:gd name="connsiteX724" fmla="*/ 467479 w 707644"/>
              <a:gd name="connsiteY724" fmla="*/ 570893 h 830409"/>
              <a:gd name="connsiteX725" fmla="*/ 471165 w 707644"/>
              <a:gd name="connsiteY725" fmla="*/ 579973 h 830409"/>
              <a:gd name="connsiteX726" fmla="*/ 467617 w 707644"/>
              <a:gd name="connsiteY726" fmla="*/ 576263 h 830409"/>
              <a:gd name="connsiteX727" fmla="*/ 426124 w 707644"/>
              <a:gd name="connsiteY727" fmla="*/ 652358 h 830409"/>
              <a:gd name="connsiteX728" fmla="*/ 436159 w 707644"/>
              <a:gd name="connsiteY728" fmla="*/ 660318 h 830409"/>
              <a:gd name="connsiteX729" fmla="*/ 453646 w 707644"/>
              <a:gd name="connsiteY729" fmla="*/ 698161 h 830409"/>
              <a:gd name="connsiteX730" fmla="*/ 430441 w 707644"/>
              <a:gd name="connsiteY730" fmla="*/ 671594 h 830409"/>
              <a:gd name="connsiteX731" fmla="*/ 427906 w 707644"/>
              <a:gd name="connsiteY731" fmla="*/ 668269 h 830409"/>
              <a:gd name="connsiteX732" fmla="*/ 426399 w 707644"/>
              <a:gd name="connsiteY732" fmla="*/ 653662 h 830409"/>
              <a:gd name="connsiteX733" fmla="*/ 467199 w 707644"/>
              <a:gd name="connsiteY733" fmla="*/ 560027 h 830409"/>
              <a:gd name="connsiteX734" fmla="*/ 500926 w 707644"/>
              <a:gd name="connsiteY734" fmla="*/ 601080 h 830409"/>
              <a:gd name="connsiteX735" fmla="*/ 507352 w 707644"/>
              <a:gd name="connsiteY735" fmla="*/ 610430 h 830409"/>
              <a:gd name="connsiteX736" fmla="*/ 492665 w 707644"/>
              <a:gd name="connsiteY736" fmla="*/ 599853 h 830409"/>
              <a:gd name="connsiteX737" fmla="*/ 467277 w 707644"/>
              <a:gd name="connsiteY737" fmla="*/ 563046 h 830409"/>
              <a:gd name="connsiteX738" fmla="*/ 376628 w 707644"/>
              <a:gd name="connsiteY738" fmla="*/ 747457 h 830409"/>
              <a:gd name="connsiteX739" fmla="*/ 433410 w 707644"/>
              <a:gd name="connsiteY739" fmla="*/ 802797 h 830409"/>
              <a:gd name="connsiteX740" fmla="*/ 449552 w 707644"/>
              <a:gd name="connsiteY740" fmla="*/ 827976 h 830409"/>
              <a:gd name="connsiteX741" fmla="*/ 433045 w 707644"/>
              <a:gd name="connsiteY741" fmla="*/ 828811 h 830409"/>
              <a:gd name="connsiteX742" fmla="*/ 412006 w 707644"/>
              <a:gd name="connsiteY742" fmla="*/ 815788 h 830409"/>
              <a:gd name="connsiteX743" fmla="*/ 405690 w 707644"/>
              <a:gd name="connsiteY743" fmla="*/ 808905 h 830409"/>
              <a:gd name="connsiteX744" fmla="*/ 390546 w 707644"/>
              <a:gd name="connsiteY744" fmla="*/ 781395 h 830409"/>
              <a:gd name="connsiteX745" fmla="*/ 508767 w 707644"/>
              <a:gd name="connsiteY745" fmla="*/ 470916 h 830409"/>
              <a:gd name="connsiteX746" fmla="*/ 516287 w 707644"/>
              <a:gd name="connsiteY746" fmla="*/ 479740 h 830409"/>
              <a:gd name="connsiteX747" fmla="*/ 525385 w 707644"/>
              <a:gd name="connsiteY747" fmla="*/ 495399 h 830409"/>
              <a:gd name="connsiteX748" fmla="*/ 385162 w 707644"/>
              <a:gd name="connsiteY748" fmla="*/ 727641 h 830409"/>
              <a:gd name="connsiteX749" fmla="*/ 413545 w 707644"/>
              <a:gd name="connsiteY749" fmla="*/ 756253 h 830409"/>
              <a:gd name="connsiteX750" fmla="*/ 451782 w 707644"/>
              <a:gd name="connsiteY750" fmla="*/ 820702 h 830409"/>
              <a:gd name="connsiteX751" fmla="*/ 433410 w 707644"/>
              <a:gd name="connsiteY751" fmla="*/ 802797 h 830409"/>
              <a:gd name="connsiteX752" fmla="*/ 397658 w 707644"/>
              <a:gd name="connsiteY752" fmla="*/ 747027 h 830409"/>
              <a:gd name="connsiteX753" fmla="*/ 466986 w 707644"/>
              <a:gd name="connsiteY753" fmla="*/ 549285 h 830409"/>
              <a:gd name="connsiteX754" fmla="*/ 479404 w 707644"/>
              <a:gd name="connsiteY754" fmla="*/ 566391 h 830409"/>
              <a:gd name="connsiteX755" fmla="*/ 510627 w 707644"/>
              <a:gd name="connsiteY755" fmla="*/ 612789 h 830409"/>
              <a:gd name="connsiteX756" fmla="*/ 510428 w 707644"/>
              <a:gd name="connsiteY756" fmla="*/ 612646 h 830409"/>
              <a:gd name="connsiteX757" fmla="*/ 500926 w 707644"/>
              <a:gd name="connsiteY757" fmla="*/ 601080 h 830409"/>
              <a:gd name="connsiteX758" fmla="*/ 489691 w 707644"/>
              <a:gd name="connsiteY758" fmla="*/ 584730 h 830409"/>
              <a:gd name="connsiteX759" fmla="*/ 467118 w 707644"/>
              <a:gd name="connsiteY759" fmla="*/ 556886 h 830409"/>
              <a:gd name="connsiteX760" fmla="*/ 466990 w 707644"/>
              <a:gd name="connsiteY760" fmla="*/ 551895 h 830409"/>
              <a:gd name="connsiteX761" fmla="*/ 536046 w 707644"/>
              <a:gd name="connsiteY761" fmla="*/ 403507 h 830409"/>
              <a:gd name="connsiteX762" fmla="*/ 555696 w 707644"/>
              <a:gd name="connsiteY762" fmla="*/ 428064 h 830409"/>
              <a:gd name="connsiteX763" fmla="*/ 538892 w 707644"/>
              <a:gd name="connsiteY763" fmla="*/ 408336 h 830409"/>
              <a:gd name="connsiteX764" fmla="*/ 401168 w 707644"/>
              <a:gd name="connsiteY764" fmla="*/ 683669 h 830409"/>
              <a:gd name="connsiteX765" fmla="*/ 401331 w 707644"/>
              <a:gd name="connsiteY765" fmla="*/ 683893 h 830409"/>
              <a:gd name="connsiteX766" fmla="*/ 433375 w 707644"/>
              <a:gd name="connsiteY766" fmla="*/ 722210 h 830409"/>
              <a:gd name="connsiteX767" fmla="*/ 434606 w 707644"/>
              <a:gd name="connsiteY767" fmla="*/ 737937 h 830409"/>
              <a:gd name="connsiteX768" fmla="*/ 419867 w 707644"/>
              <a:gd name="connsiteY768" fmla="*/ 717953 h 830409"/>
              <a:gd name="connsiteX769" fmla="*/ 415474 w 707644"/>
              <a:gd name="connsiteY769" fmla="*/ 711092 h 830409"/>
              <a:gd name="connsiteX770" fmla="*/ 466981 w 707644"/>
              <a:gd name="connsiteY770" fmla="*/ 546210 h 830409"/>
              <a:gd name="connsiteX771" fmla="*/ 519675 w 707644"/>
              <a:gd name="connsiteY771" fmla="*/ 619305 h 830409"/>
              <a:gd name="connsiteX772" fmla="*/ 516861 w 707644"/>
              <a:gd name="connsiteY772" fmla="*/ 617279 h 830409"/>
              <a:gd name="connsiteX773" fmla="*/ 510887 w 707644"/>
              <a:gd name="connsiteY773" fmla="*/ 609680 h 830409"/>
              <a:gd name="connsiteX774" fmla="*/ 466984 w 707644"/>
              <a:gd name="connsiteY774" fmla="*/ 547709 h 830409"/>
              <a:gd name="connsiteX775" fmla="*/ 506587 w 707644"/>
              <a:gd name="connsiteY775" fmla="*/ 463043 h 830409"/>
              <a:gd name="connsiteX776" fmla="*/ 522707 w 707644"/>
              <a:gd name="connsiteY776" fmla="*/ 473613 h 830409"/>
              <a:gd name="connsiteX777" fmla="*/ 524294 w 707644"/>
              <a:gd name="connsiteY777" fmla="*/ 474870 h 830409"/>
              <a:gd name="connsiteX778" fmla="*/ 534564 w 707644"/>
              <a:gd name="connsiteY778" fmla="*/ 494265 h 830409"/>
              <a:gd name="connsiteX779" fmla="*/ 539806 w 707644"/>
              <a:gd name="connsiteY779" fmla="*/ 505394 h 830409"/>
              <a:gd name="connsiteX780" fmla="*/ 536512 w 707644"/>
              <a:gd name="connsiteY780" fmla="*/ 503472 h 830409"/>
              <a:gd name="connsiteX781" fmla="*/ 516287 w 707644"/>
              <a:gd name="connsiteY781" fmla="*/ 479740 h 830409"/>
              <a:gd name="connsiteX782" fmla="*/ 422899 w 707644"/>
              <a:gd name="connsiteY782" fmla="*/ 637079 h 830409"/>
              <a:gd name="connsiteX783" fmla="*/ 425443 w 707644"/>
              <a:gd name="connsiteY783" fmla="*/ 640509 h 830409"/>
              <a:gd name="connsiteX784" fmla="*/ 434987 w 707644"/>
              <a:gd name="connsiteY784" fmla="*/ 657782 h 830409"/>
              <a:gd name="connsiteX785" fmla="*/ 424095 w 707644"/>
              <a:gd name="connsiteY785" fmla="*/ 642747 h 830409"/>
              <a:gd name="connsiteX786" fmla="*/ 497958 w 707644"/>
              <a:gd name="connsiteY786" fmla="*/ 479735 h 830409"/>
              <a:gd name="connsiteX787" fmla="*/ 501061 w 707644"/>
              <a:gd name="connsiteY787" fmla="*/ 481854 h 830409"/>
              <a:gd name="connsiteX788" fmla="*/ 513477 w 707644"/>
              <a:gd name="connsiteY788" fmla="*/ 489557 h 830409"/>
              <a:gd name="connsiteX789" fmla="*/ 514819 w 707644"/>
              <a:gd name="connsiteY789" fmla="*/ 491846 h 830409"/>
              <a:gd name="connsiteX790" fmla="*/ 539579 w 707644"/>
              <a:gd name="connsiteY790" fmla="*/ 533753 h 830409"/>
              <a:gd name="connsiteX791" fmla="*/ 515748 w 707644"/>
              <a:gd name="connsiteY791" fmla="*/ 519343 h 830409"/>
              <a:gd name="connsiteX792" fmla="*/ 513616 w 707644"/>
              <a:gd name="connsiteY792" fmla="*/ 515909 h 830409"/>
              <a:gd name="connsiteX793" fmla="*/ 501270 w 707644"/>
              <a:gd name="connsiteY793" fmla="*/ 468734 h 830409"/>
              <a:gd name="connsiteX794" fmla="*/ 517388 w 707644"/>
              <a:gd name="connsiteY794" fmla="*/ 486025 h 830409"/>
              <a:gd name="connsiteX795" fmla="*/ 525420 w 707644"/>
              <a:gd name="connsiteY795" fmla="*/ 495460 h 830409"/>
              <a:gd name="connsiteX796" fmla="*/ 526770 w 707644"/>
              <a:gd name="connsiteY796" fmla="*/ 497785 h 830409"/>
              <a:gd name="connsiteX797" fmla="*/ 526249 w 707644"/>
              <a:gd name="connsiteY797" fmla="*/ 497481 h 830409"/>
              <a:gd name="connsiteX798" fmla="*/ 513477 w 707644"/>
              <a:gd name="connsiteY798" fmla="*/ 489557 h 830409"/>
              <a:gd name="connsiteX799" fmla="*/ 460025 w 707644"/>
              <a:gd name="connsiteY799" fmla="*/ 552532 h 830409"/>
              <a:gd name="connsiteX800" fmla="*/ 467277 w 707644"/>
              <a:gd name="connsiteY800" fmla="*/ 563046 h 830409"/>
              <a:gd name="connsiteX801" fmla="*/ 467479 w 707644"/>
              <a:gd name="connsiteY801" fmla="*/ 570893 h 830409"/>
              <a:gd name="connsiteX802" fmla="*/ 451972 w 707644"/>
              <a:gd name="connsiteY802" fmla="*/ 566838 h 830409"/>
              <a:gd name="connsiteX803" fmla="*/ 462860 w 707644"/>
              <a:gd name="connsiteY803" fmla="*/ 575872 h 830409"/>
              <a:gd name="connsiteX804" fmla="*/ 467764 w 707644"/>
              <a:gd name="connsiteY804" fmla="*/ 581959 h 830409"/>
              <a:gd name="connsiteX805" fmla="*/ 467948 w 707644"/>
              <a:gd name="connsiteY805" fmla="*/ 589079 h 830409"/>
              <a:gd name="connsiteX806" fmla="*/ 468904 w 707644"/>
              <a:gd name="connsiteY806" fmla="*/ 595830 h 830409"/>
              <a:gd name="connsiteX807" fmla="*/ 465550 w 707644"/>
              <a:gd name="connsiteY807" fmla="*/ 592011 h 830409"/>
              <a:gd name="connsiteX808" fmla="*/ 454892 w 707644"/>
              <a:gd name="connsiteY808" fmla="*/ 572252 h 830409"/>
              <a:gd name="connsiteX809" fmla="*/ 466961 w 707644"/>
              <a:gd name="connsiteY809" fmla="*/ 532491 h 830409"/>
              <a:gd name="connsiteX810" fmla="*/ 481984 w 707644"/>
              <a:gd name="connsiteY810" fmla="*/ 548545 h 830409"/>
              <a:gd name="connsiteX811" fmla="*/ 487688 w 707644"/>
              <a:gd name="connsiteY811" fmla="*/ 554542 h 830409"/>
              <a:gd name="connsiteX812" fmla="*/ 501423 w 707644"/>
              <a:gd name="connsiteY812" fmla="*/ 578071 h 830409"/>
              <a:gd name="connsiteX813" fmla="*/ 479512 w 707644"/>
              <a:gd name="connsiteY813" fmla="*/ 553284 h 830409"/>
              <a:gd name="connsiteX814" fmla="*/ 466969 w 707644"/>
              <a:gd name="connsiteY814" fmla="*/ 537983 h 830409"/>
              <a:gd name="connsiteX815" fmla="*/ 444475 w 707644"/>
              <a:gd name="connsiteY815" fmla="*/ 572100 h 830409"/>
              <a:gd name="connsiteX816" fmla="*/ 459360 w 707644"/>
              <a:gd name="connsiteY816" fmla="*/ 584959 h 830409"/>
              <a:gd name="connsiteX817" fmla="*/ 465550 w 707644"/>
              <a:gd name="connsiteY817" fmla="*/ 592011 h 830409"/>
              <a:gd name="connsiteX818" fmla="*/ 469364 w 707644"/>
              <a:gd name="connsiteY818" fmla="*/ 599081 h 830409"/>
              <a:gd name="connsiteX819" fmla="*/ 469457 w 707644"/>
              <a:gd name="connsiteY819" fmla="*/ 599737 h 830409"/>
              <a:gd name="connsiteX820" fmla="*/ 456226 w 707644"/>
              <a:gd name="connsiteY820" fmla="*/ 547024 h 830409"/>
              <a:gd name="connsiteX821" fmla="*/ 459193 w 707644"/>
              <a:gd name="connsiteY821" fmla="*/ 550484 h 830409"/>
              <a:gd name="connsiteX822" fmla="*/ 460025 w 707644"/>
              <a:gd name="connsiteY822" fmla="*/ 552532 h 830409"/>
              <a:gd name="connsiteX823" fmla="*/ 429851 w 707644"/>
              <a:gd name="connsiteY823" fmla="*/ 600211 h 830409"/>
              <a:gd name="connsiteX824" fmla="*/ 463376 w 707644"/>
              <a:gd name="connsiteY824" fmla="*/ 618080 h 830409"/>
              <a:gd name="connsiteX825" fmla="*/ 464175 w 707644"/>
              <a:gd name="connsiteY825" fmla="*/ 618963 h 830409"/>
              <a:gd name="connsiteX826" fmla="*/ 479226 w 707644"/>
              <a:gd name="connsiteY826" fmla="*/ 635073 h 830409"/>
              <a:gd name="connsiteX827" fmla="*/ 499860 w 707644"/>
              <a:gd name="connsiteY827" fmla="*/ 664483 h 830409"/>
              <a:gd name="connsiteX828" fmla="*/ 521213 w 707644"/>
              <a:gd name="connsiteY828" fmla="*/ 720278 h 830409"/>
              <a:gd name="connsiteX829" fmla="*/ 530194 w 707644"/>
              <a:gd name="connsiteY829" fmla="*/ 733170 h 830409"/>
              <a:gd name="connsiteX830" fmla="*/ 524407 w 707644"/>
              <a:gd name="connsiteY830" fmla="*/ 727788 h 830409"/>
              <a:gd name="connsiteX831" fmla="*/ 489898 w 707644"/>
              <a:gd name="connsiteY831" fmla="*/ 694599 h 830409"/>
              <a:gd name="connsiteX832" fmla="*/ 488908 w 707644"/>
              <a:gd name="connsiteY832" fmla="*/ 693628 h 830409"/>
              <a:gd name="connsiteX833" fmla="*/ 480924 w 707644"/>
              <a:gd name="connsiteY833" fmla="*/ 683646 h 830409"/>
              <a:gd name="connsiteX834" fmla="*/ 453306 w 707644"/>
              <a:gd name="connsiteY834" fmla="*/ 637865 h 830409"/>
              <a:gd name="connsiteX835" fmla="*/ 456450 w 707644"/>
              <a:gd name="connsiteY835" fmla="*/ 543726 h 830409"/>
              <a:gd name="connsiteX836" fmla="*/ 467118 w 707644"/>
              <a:gd name="connsiteY836" fmla="*/ 556886 h 830409"/>
              <a:gd name="connsiteX837" fmla="*/ 467199 w 707644"/>
              <a:gd name="connsiteY837" fmla="*/ 560027 h 830409"/>
              <a:gd name="connsiteX838" fmla="*/ 463132 w 707644"/>
              <a:gd name="connsiteY838" fmla="*/ 555076 h 830409"/>
              <a:gd name="connsiteX839" fmla="*/ 459193 w 707644"/>
              <a:gd name="connsiteY839" fmla="*/ 550484 h 830409"/>
              <a:gd name="connsiteX840" fmla="*/ 419265 w 707644"/>
              <a:gd name="connsiteY840" fmla="*/ 619862 h 830409"/>
              <a:gd name="connsiteX841" fmla="*/ 420363 w 707644"/>
              <a:gd name="connsiteY841" fmla="*/ 621055 h 830409"/>
              <a:gd name="connsiteX842" fmla="*/ 448281 w 707644"/>
              <a:gd name="connsiteY842" fmla="*/ 669291 h 830409"/>
              <a:gd name="connsiteX843" fmla="*/ 444105 w 707644"/>
              <a:gd name="connsiteY843" fmla="*/ 665675 h 830409"/>
              <a:gd name="connsiteX844" fmla="*/ 425443 w 707644"/>
              <a:gd name="connsiteY844" fmla="*/ 640509 h 830409"/>
              <a:gd name="connsiteX845" fmla="*/ 422498 w 707644"/>
              <a:gd name="connsiteY845" fmla="*/ 635181 h 830409"/>
              <a:gd name="connsiteX846" fmla="*/ 496320 w 707644"/>
              <a:gd name="connsiteY846" fmla="*/ 456311 h 830409"/>
              <a:gd name="connsiteX847" fmla="*/ 500886 w 707644"/>
              <a:gd name="connsiteY847" fmla="*/ 459305 h 830409"/>
              <a:gd name="connsiteX848" fmla="*/ 508767 w 707644"/>
              <a:gd name="connsiteY848" fmla="*/ 470916 h 830409"/>
              <a:gd name="connsiteX849" fmla="*/ 353589 w 707644"/>
              <a:gd name="connsiteY849" fmla="*/ 753249 h 830409"/>
              <a:gd name="connsiteX850" fmla="*/ 382475 w 707644"/>
              <a:gd name="connsiteY850" fmla="*/ 787478 h 830409"/>
              <a:gd name="connsiteX851" fmla="*/ 387237 w 707644"/>
              <a:gd name="connsiteY851" fmla="*/ 792816 h 830409"/>
              <a:gd name="connsiteX852" fmla="*/ 387367 w 707644"/>
              <a:gd name="connsiteY852" fmla="*/ 793219 h 830409"/>
              <a:gd name="connsiteX853" fmla="*/ 401437 w 707644"/>
              <a:gd name="connsiteY853" fmla="*/ 830409 h 830409"/>
              <a:gd name="connsiteX854" fmla="*/ 399572 w 707644"/>
              <a:gd name="connsiteY854" fmla="*/ 830202 h 830409"/>
              <a:gd name="connsiteX855" fmla="*/ 388613 w 707644"/>
              <a:gd name="connsiteY855" fmla="*/ 817667 h 830409"/>
              <a:gd name="connsiteX856" fmla="*/ 418687 w 707644"/>
              <a:gd name="connsiteY856" fmla="*/ 617123 h 830409"/>
              <a:gd name="connsiteX857" fmla="*/ 463515 w 707644"/>
              <a:gd name="connsiteY857" fmla="*/ 661880 h 830409"/>
              <a:gd name="connsiteX858" fmla="*/ 480924 w 707644"/>
              <a:gd name="connsiteY858" fmla="*/ 683646 h 830409"/>
              <a:gd name="connsiteX859" fmla="*/ 484099 w 707644"/>
              <a:gd name="connsiteY859" fmla="*/ 688910 h 830409"/>
              <a:gd name="connsiteX860" fmla="*/ 477107 w 707644"/>
              <a:gd name="connsiteY860" fmla="*/ 682049 h 830409"/>
              <a:gd name="connsiteX861" fmla="*/ 469339 w 707644"/>
              <a:gd name="connsiteY861" fmla="*/ 674262 h 830409"/>
              <a:gd name="connsiteX862" fmla="*/ 420363 w 707644"/>
              <a:gd name="connsiteY862" fmla="*/ 621055 h 830409"/>
              <a:gd name="connsiteX863" fmla="*/ 419031 w 707644"/>
              <a:gd name="connsiteY863" fmla="*/ 618753 h 830409"/>
              <a:gd name="connsiteX864" fmla="*/ 456802 w 707644"/>
              <a:gd name="connsiteY864" fmla="*/ 535256 h 830409"/>
              <a:gd name="connsiteX865" fmla="*/ 462409 w 707644"/>
              <a:gd name="connsiteY865" fmla="*/ 541252 h 830409"/>
              <a:gd name="connsiteX866" fmla="*/ 466984 w 707644"/>
              <a:gd name="connsiteY866" fmla="*/ 547709 h 830409"/>
              <a:gd name="connsiteX867" fmla="*/ 466986 w 707644"/>
              <a:gd name="connsiteY867" fmla="*/ 549285 h 830409"/>
              <a:gd name="connsiteX868" fmla="*/ 390450 w 707644"/>
              <a:gd name="connsiteY868" fmla="*/ 668955 h 830409"/>
              <a:gd name="connsiteX869" fmla="*/ 396945 w 707644"/>
              <a:gd name="connsiteY869" fmla="*/ 675573 h 830409"/>
              <a:gd name="connsiteX870" fmla="*/ 401168 w 707644"/>
              <a:gd name="connsiteY870" fmla="*/ 683669 h 830409"/>
              <a:gd name="connsiteX871" fmla="*/ 443290 w 707644"/>
              <a:gd name="connsiteY871" fmla="*/ 550742 h 830409"/>
              <a:gd name="connsiteX872" fmla="*/ 458583 w 707644"/>
              <a:gd name="connsiteY872" fmla="*/ 566818 h 830409"/>
              <a:gd name="connsiteX873" fmla="*/ 467617 w 707644"/>
              <a:gd name="connsiteY873" fmla="*/ 576263 h 830409"/>
              <a:gd name="connsiteX874" fmla="*/ 467711 w 707644"/>
              <a:gd name="connsiteY874" fmla="*/ 579897 h 830409"/>
              <a:gd name="connsiteX875" fmla="*/ 462860 w 707644"/>
              <a:gd name="connsiteY875" fmla="*/ 575872 h 830409"/>
              <a:gd name="connsiteX876" fmla="*/ 460214 w 707644"/>
              <a:gd name="connsiteY876" fmla="*/ 572588 h 830409"/>
              <a:gd name="connsiteX877" fmla="*/ 445635 w 707644"/>
              <a:gd name="connsiteY877" fmla="*/ 555090 h 830409"/>
              <a:gd name="connsiteX878" fmla="*/ 520546 w 707644"/>
              <a:gd name="connsiteY878" fmla="*/ 384182 h 830409"/>
              <a:gd name="connsiteX879" fmla="*/ 528705 w 707644"/>
              <a:gd name="connsiteY879" fmla="*/ 396375 h 830409"/>
              <a:gd name="connsiteX880" fmla="*/ 538892 w 707644"/>
              <a:gd name="connsiteY880" fmla="*/ 408336 h 830409"/>
              <a:gd name="connsiteX881" fmla="*/ 541760 w 707644"/>
              <a:gd name="connsiteY881" fmla="*/ 413203 h 830409"/>
              <a:gd name="connsiteX882" fmla="*/ 611927 w 707644"/>
              <a:gd name="connsiteY882" fmla="*/ 535829 h 830409"/>
              <a:gd name="connsiteX883" fmla="*/ 598799 w 707644"/>
              <a:gd name="connsiteY883" fmla="*/ 514518 h 830409"/>
              <a:gd name="connsiteX884" fmla="*/ 542442 w 707644"/>
              <a:gd name="connsiteY884" fmla="*/ 428915 h 830409"/>
              <a:gd name="connsiteX885" fmla="*/ 520354 w 707644"/>
              <a:gd name="connsiteY885" fmla="*/ 383895 h 830409"/>
              <a:gd name="connsiteX886" fmla="*/ 520487 w 707644"/>
              <a:gd name="connsiteY886" fmla="*/ 384061 h 830409"/>
              <a:gd name="connsiteX887" fmla="*/ 520546 w 707644"/>
              <a:gd name="connsiteY887" fmla="*/ 384182 h 830409"/>
              <a:gd name="connsiteX888" fmla="*/ 463681 w 707644"/>
              <a:gd name="connsiteY888" fmla="*/ 501135 h 830409"/>
              <a:gd name="connsiteX889" fmla="*/ 466556 w 707644"/>
              <a:gd name="connsiteY889" fmla="*/ 503897 h 830409"/>
              <a:gd name="connsiteX890" fmla="*/ 507426 w 707644"/>
              <a:gd name="connsiteY890" fmla="*/ 548096 h 830409"/>
              <a:gd name="connsiteX891" fmla="*/ 526768 w 707644"/>
              <a:gd name="connsiteY891" fmla="*/ 570369 h 830409"/>
              <a:gd name="connsiteX892" fmla="*/ 565612 w 707644"/>
              <a:gd name="connsiteY892" fmla="*/ 630216 h 830409"/>
              <a:gd name="connsiteX893" fmla="*/ 548966 w 707644"/>
              <a:gd name="connsiteY893" fmla="*/ 618012 h 830409"/>
              <a:gd name="connsiteX894" fmla="*/ 537097 w 707644"/>
              <a:gd name="connsiteY894" fmla="*/ 608861 h 830409"/>
              <a:gd name="connsiteX895" fmla="*/ 527715 w 707644"/>
              <a:gd name="connsiteY895" fmla="*/ 596624 h 830409"/>
              <a:gd name="connsiteX896" fmla="*/ 487688 w 707644"/>
              <a:gd name="connsiteY896" fmla="*/ 554542 h 830409"/>
              <a:gd name="connsiteX897" fmla="*/ 465744 w 707644"/>
              <a:gd name="connsiteY897" fmla="*/ 516949 h 830409"/>
              <a:gd name="connsiteX898" fmla="*/ 463713 w 707644"/>
              <a:gd name="connsiteY898" fmla="*/ 501245 h 830409"/>
              <a:gd name="connsiteX899" fmla="*/ 399722 w 707644"/>
              <a:gd name="connsiteY899" fmla="*/ 631414 h 830409"/>
              <a:gd name="connsiteX900" fmla="*/ 400504 w 707644"/>
              <a:gd name="connsiteY900" fmla="*/ 632034 h 830409"/>
              <a:gd name="connsiteX901" fmla="*/ 424351 w 707644"/>
              <a:gd name="connsiteY901" fmla="*/ 663607 h 830409"/>
              <a:gd name="connsiteX902" fmla="*/ 427906 w 707644"/>
              <a:gd name="connsiteY902" fmla="*/ 668269 h 830409"/>
              <a:gd name="connsiteX903" fmla="*/ 427955 w 707644"/>
              <a:gd name="connsiteY903" fmla="*/ 668748 h 830409"/>
              <a:gd name="connsiteX904" fmla="*/ 425224 w 707644"/>
              <a:gd name="connsiteY904" fmla="*/ 665621 h 830409"/>
              <a:gd name="connsiteX905" fmla="*/ 422166 w 707644"/>
              <a:gd name="connsiteY905" fmla="*/ 661644 h 830409"/>
              <a:gd name="connsiteX906" fmla="*/ 448201 w 707644"/>
              <a:gd name="connsiteY906" fmla="*/ 523409 h 830409"/>
              <a:gd name="connsiteX907" fmla="*/ 456802 w 707644"/>
              <a:gd name="connsiteY907" fmla="*/ 535256 h 830409"/>
              <a:gd name="connsiteX908" fmla="*/ 450103 w 707644"/>
              <a:gd name="connsiteY908" fmla="*/ 528094 h 830409"/>
              <a:gd name="connsiteX909" fmla="*/ 483913 w 707644"/>
              <a:gd name="connsiteY909" fmla="*/ 448175 h 830409"/>
              <a:gd name="connsiteX910" fmla="*/ 491976 w 707644"/>
              <a:gd name="connsiteY910" fmla="*/ 453462 h 830409"/>
              <a:gd name="connsiteX911" fmla="*/ 493149 w 707644"/>
              <a:gd name="connsiteY911" fmla="*/ 455047 h 830409"/>
              <a:gd name="connsiteX912" fmla="*/ 499560 w 707644"/>
              <a:gd name="connsiteY912" fmla="*/ 465818 h 830409"/>
              <a:gd name="connsiteX913" fmla="*/ 501270 w 707644"/>
              <a:gd name="connsiteY913" fmla="*/ 468734 h 830409"/>
              <a:gd name="connsiteX914" fmla="*/ 486043 w 707644"/>
              <a:gd name="connsiteY914" fmla="*/ 452398 h 830409"/>
              <a:gd name="connsiteX915" fmla="*/ 406961 w 707644"/>
              <a:gd name="connsiteY915" fmla="*/ 606495 h 830409"/>
              <a:gd name="connsiteX916" fmla="*/ 417176 w 707644"/>
              <a:gd name="connsiteY916" fmla="*/ 615615 h 830409"/>
              <a:gd name="connsiteX917" fmla="*/ 417267 w 707644"/>
              <a:gd name="connsiteY917" fmla="*/ 615706 h 830409"/>
              <a:gd name="connsiteX918" fmla="*/ 419031 w 707644"/>
              <a:gd name="connsiteY918" fmla="*/ 618753 h 830409"/>
              <a:gd name="connsiteX919" fmla="*/ 419265 w 707644"/>
              <a:gd name="connsiteY919" fmla="*/ 619862 h 830409"/>
              <a:gd name="connsiteX920" fmla="*/ 467444 w 707644"/>
              <a:gd name="connsiteY920" fmla="*/ 480362 h 830409"/>
              <a:gd name="connsiteX921" fmla="*/ 496440 w 707644"/>
              <a:gd name="connsiteY921" fmla="*/ 507669 h 830409"/>
              <a:gd name="connsiteX922" fmla="*/ 509447 w 707644"/>
              <a:gd name="connsiteY922" fmla="*/ 515534 h 830409"/>
              <a:gd name="connsiteX923" fmla="*/ 511715 w 707644"/>
              <a:gd name="connsiteY923" fmla="*/ 518236 h 830409"/>
              <a:gd name="connsiteX924" fmla="*/ 530561 w 707644"/>
              <a:gd name="connsiteY924" fmla="*/ 543265 h 830409"/>
              <a:gd name="connsiteX925" fmla="*/ 530784 w 707644"/>
              <a:gd name="connsiteY925" fmla="*/ 543565 h 830409"/>
              <a:gd name="connsiteX926" fmla="*/ 546363 w 707644"/>
              <a:gd name="connsiteY926" fmla="*/ 568662 h 830409"/>
              <a:gd name="connsiteX927" fmla="*/ 575451 w 707644"/>
              <a:gd name="connsiteY927" fmla="*/ 615270 h 830409"/>
              <a:gd name="connsiteX928" fmla="*/ 566533 w 707644"/>
              <a:gd name="connsiteY928" fmla="*/ 609901 h 830409"/>
              <a:gd name="connsiteX929" fmla="*/ 531233 w 707644"/>
              <a:gd name="connsiteY929" fmla="*/ 575511 h 830409"/>
              <a:gd name="connsiteX930" fmla="*/ 526768 w 707644"/>
              <a:gd name="connsiteY930" fmla="*/ 570369 h 830409"/>
              <a:gd name="connsiteX931" fmla="*/ 525655 w 707644"/>
              <a:gd name="connsiteY931" fmla="*/ 568654 h 830409"/>
              <a:gd name="connsiteX932" fmla="*/ 479264 w 707644"/>
              <a:gd name="connsiteY932" fmla="*/ 499429 h 830409"/>
              <a:gd name="connsiteX933" fmla="*/ 529631 w 707644"/>
              <a:gd name="connsiteY933" fmla="*/ 348652 h 830409"/>
              <a:gd name="connsiteX934" fmla="*/ 546192 w 707644"/>
              <a:gd name="connsiteY934" fmla="*/ 351888 h 830409"/>
              <a:gd name="connsiteX935" fmla="*/ 547777 w 707644"/>
              <a:gd name="connsiteY935" fmla="*/ 354966 h 830409"/>
              <a:gd name="connsiteX936" fmla="*/ 566828 w 707644"/>
              <a:gd name="connsiteY936" fmla="*/ 382971 h 830409"/>
              <a:gd name="connsiteX937" fmla="*/ 573875 w 707644"/>
              <a:gd name="connsiteY937" fmla="*/ 386003 h 830409"/>
              <a:gd name="connsiteX938" fmla="*/ 580670 w 707644"/>
              <a:gd name="connsiteY938" fmla="*/ 402406 h 830409"/>
              <a:gd name="connsiteX939" fmla="*/ 589588 w 707644"/>
              <a:gd name="connsiteY939" fmla="*/ 441206 h 830409"/>
              <a:gd name="connsiteX940" fmla="*/ 575528 w 707644"/>
              <a:gd name="connsiteY940" fmla="*/ 420174 h 830409"/>
              <a:gd name="connsiteX941" fmla="*/ 548020 w 707644"/>
              <a:gd name="connsiteY941" fmla="*/ 385132 h 830409"/>
              <a:gd name="connsiteX942" fmla="*/ 406176 w 707644"/>
              <a:gd name="connsiteY942" fmla="*/ 605642 h 830409"/>
              <a:gd name="connsiteX943" fmla="*/ 406961 w 707644"/>
              <a:gd name="connsiteY943" fmla="*/ 606495 h 830409"/>
              <a:gd name="connsiteX944" fmla="*/ 406342 w 707644"/>
              <a:gd name="connsiteY944" fmla="*/ 605942 h 830409"/>
              <a:gd name="connsiteX945" fmla="*/ 357807 w 707644"/>
              <a:gd name="connsiteY945" fmla="*/ 701695 h 830409"/>
              <a:gd name="connsiteX946" fmla="*/ 359650 w 707644"/>
              <a:gd name="connsiteY946" fmla="*/ 703393 h 830409"/>
              <a:gd name="connsiteX947" fmla="*/ 370039 w 707644"/>
              <a:gd name="connsiteY947" fmla="*/ 731390 h 830409"/>
              <a:gd name="connsiteX948" fmla="*/ 376628 w 707644"/>
              <a:gd name="connsiteY948" fmla="*/ 747457 h 830409"/>
              <a:gd name="connsiteX949" fmla="*/ 371347 w 707644"/>
              <a:gd name="connsiteY949" fmla="*/ 742309 h 830409"/>
              <a:gd name="connsiteX950" fmla="*/ 370656 w 707644"/>
              <a:gd name="connsiteY950" fmla="*/ 741610 h 830409"/>
              <a:gd name="connsiteX951" fmla="*/ 359088 w 707644"/>
              <a:gd name="connsiteY951" fmla="*/ 705885 h 830409"/>
              <a:gd name="connsiteX952" fmla="*/ 514453 w 707644"/>
              <a:gd name="connsiteY952" fmla="*/ 371733 h 830409"/>
              <a:gd name="connsiteX953" fmla="*/ 527735 w 707644"/>
              <a:gd name="connsiteY953" fmla="*/ 389404 h 830409"/>
              <a:gd name="connsiteX954" fmla="*/ 536046 w 707644"/>
              <a:gd name="connsiteY954" fmla="*/ 403507 h 830409"/>
              <a:gd name="connsiteX955" fmla="*/ 520487 w 707644"/>
              <a:gd name="connsiteY955" fmla="*/ 384061 h 830409"/>
              <a:gd name="connsiteX956" fmla="*/ 357232 w 707644"/>
              <a:gd name="connsiteY956" fmla="*/ 696877 h 830409"/>
              <a:gd name="connsiteX957" fmla="*/ 368389 w 707644"/>
              <a:gd name="connsiteY957" fmla="*/ 701619 h 830409"/>
              <a:gd name="connsiteX958" fmla="*/ 385162 w 707644"/>
              <a:gd name="connsiteY958" fmla="*/ 727641 h 830409"/>
              <a:gd name="connsiteX959" fmla="*/ 376625 w 707644"/>
              <a:gd name="connsiteY959" fmla="*/ 719035 h 830409"/>
              <a:gd name="connsiteX960" fmla="*/ 359650 w 707644"/>
              <a:gd name="connsiteY960" fmla="*/ 703393 h 830409"/>
              <a:gd name="connsiteX961" fmla="*/ 442639 w 707644"/>
              <a:gd name="connsiteY961" fmla="*/ 509709 h 830409"/>
              <a:gd name="connsiteX962" fmla="*/ 449729 w 707644"/>
              <a:gd name="connsiteY962" fmla="*/ 516952 h 830409"/>
              <a:gd name="connsiteX963" fmla="*/ 466969 w 707644"/>
              <a:gd name="connsiteY963" fmla="*/ 537983 h 830409"/>
              <a:gd name="connsiteX964" fmla="*/ 466981 w 707644"/>
              <a:gd name="connsiteY964" fmla="*/ 546210 h 830409"/>
              <a:gd name="connsiteX965" fmla="*/ 466765 w 707644"/>
              <a:gd name="connsiteY965" fmla="*/ 545910 h 830409"/>
              <a:gd name="connsiteX966" fmla="*/ 462409 w 707644"/>
              <a:gd name="connsiteY966" fmla="*/ 541252 h 830409"/>
              <a:gd name="connsiteX967" fmla="*/ 454196 w 707644"/>
              <a:gd name="connsiteY967" fmla="*/ 529660 h 830409"/>
              <a:gd name="connsiteX968" fmla="*/ 446265 w 707644"/>
              <a:gd name="connsiteY968" fmla="*/ 518641 h 830409"/>
              <a:gd name="connsiteX969" fmla="*/ 374268 w 707644"/>
              <a:gd name="connsiteY969" fmla="*/ 646739 h 830409"/>
              <a:gd name="connsiteX970" fmla="*/ 390450 w 707644"/>
              <a:gd name="connsiteY970" fmla="*/ 668955 h 830409"/>
              <a:gd name="connsiteX971" fmla="*/ 384818 w 707644"/>
              <a:gd name="connsiteY971" fmla="*/ 663215 h 830409"/>
              <a:gd name="connsiteX972" fmla="*/ 475973 w 707644"/>
              <a:gd name="connsiteY972" fmla="*/ 432437 h 830409"/>
              <a:gd name="connsiteX973" fmla="*/ 496320 w 707644"/>
              <a:gd name="connsiteY973" fmla="*/ 456311 h 830409"/>
              <a:gd name="connsiteX974" fmla="*/ 491976 w 707644"/>
              <a:gd name="connsiteY974" fmla="*/ 453462 h 830409"/>
              <a:gd name="connsiteX975" fmla="*/ 490663 w 707644"/>
              <a:gd name="connsiteY975" fmla="*/ 451690 h 830409"/>
              <a:gd name="connsiteX976" fmla="*/ 477779 w 707644"/>
              <a:gd name="connsiteY976" fmla="*/ 435842 h 830409"/>
              <a:gd name="connsiteX977" fmla="*/ 477485 w 707644"/>
              <a:gd name="connsiteY977" fmla="*/ 435433 h 830409"/>
              <a:gd name="connsiteX978" fmla="*/ 408989 w 707644"/>
              <a:gd name="connsiteY978" fmla="*/ 566443 h 830409"/>
              <a:gd name="connsiteX979" fmla="*/ 427192 w 707644"/>
              <a:gd name="connsiteY979" fmla="*/ 595942 h 830409"/>
              <a:gd name="connsiteX980" fmla="*/ 429851 w 707644"/>
              <a:gd name="connsiteY980" fmla="*/ 600211 h 830409"/>
              <a:gd name="connsiteX981" fmla="*/ 413678 w 707644"/>
              <a:gd name="connsiteY981" fmla="*/ 591591 h 830409"/>
              <a:gd name="connsiteX982" fmla="*/ 348064 w 707644"/>
              <a:gd name="connsiteY982" fmla="*/ 692716 h 830409"/>
              <a:gd name="connsiteX983" fmla="*/ 350366 w 707644"/>
              <a:gd name="connsiteY983" fmla="*/ 693958 h 830409"/>
              <a:gd name="connsiteX984" fmla="*/ 356201 w 707644"/>
              <a:gd name="connsiteY984" fmla="*/ 696438 h 830409"/>
              <a:gd name="connsiteX985" fmla="*/ 357807 w 707644"/>
              <a:gd name="connsiteY985" fmla="*/ 701695 h 830409"/>
              <a:gd name="connsiteX986" fmla="*/ 352144 w 707644"/>
              <a:gd name="connsiteY986" fmla="*/ 683166 h 830409"/>
              <a:gd name="connsiteX987" fmla="*/ 357232 w 707644"/>
              <a:gd name="connsiteY987" fmla="*/ 696877 h 830409"/>
              <a:gd name="connsiteX988" fmla="*/ 356201 w 707644"/>
              <a:gd name="connsiteY988" fmla="*/ 696438 h 830409"/>
              <a:gd name="connsiteX989" fmla="*/ 396156 w 707644"/>
              <a:gd name="connsiteY989" fmla="*/ 582252 h 830409"/>
              <a:gd name="connsiteX990" fmla="*/ 413678 w 707644"/>
              <a:gd name="connsiteY990" fmla="*/ 591591 h 830409"/>
              <a:gd name="connsiteX991" fmla="*/ 416553 w 707644"/>
              <a:gd name="connsiteY991" fmla="*/ 607016 h 830409"/>
              <a:gd name="connsiteX992" fmla="*/ 418687 w 707644"/>
              <a:gd name="connsiteY992" fmla="*/ 617123 h 830409"/>
              <a:gd name="connsiteX993" fmla="*/ 417267 w 707644"/>
              <a:gd name="connsiteY993" fmla="*/ 615706 h 830409"/>
              <a:gd name="connsiteX994" fmla="*/ 409575 w 707644"/>
              <a:gd name="connsiteY994" fmla="*/ 602415 h 830409"/>
              <a:gd name="connsiteX995" fmla="*/ 407972 w 707644"/>
              <a:gd name="connsiteY995" fmla="*/ 548668 h 830409"/>
              <a:gd name="connsiteX996" fmla="*/ 433596 w 707644"/>
              <a:gd name="connsiteY996" fmla="*/ 572599 h 830409"/>
              <a:gd name="connsiteX997" fmla="*/ 469033 w 707644"/>
              <a:gd name="connsiteY997" fmla="*/ 620544 h 830409"/>
              <a:gd name="connsiteX998" fmla="*/ 469651 w 707644"/>
              <a:gd name="connsiteY998" fmla="*/ 621425 h 830409"/>
              <a:gd name="connsiteX999" fmla="*/ 463376 w 707644"/>
              <a:gd name="connsiteY999" fmla="*/ 618080 h 830409"/>
              <a:gd name="connsiteX1000" fmla="*/ 425349 w 707644"/>
              <a:gd name="connsiteY1000" fmla="*/ 576042 h 830409"/>
              <a:gd name="connsiteX1001" fmla="*/ 407888 w 707644"/>
              <a:gd name="connsiteY1001" fmla="*/ 555644 h 830409"/>
              <a:gd name="connsiteX1002" fmla="*/ 346322 w 707644"/>
              <a:gd name="connsiteY1002" fmla="*/ 667475 h 830409"/>
              <a:gd name="connsiteX1003" fmla="*/ 348260 w 707644"/>
              <a:gd name="connsiteY1003" fmla="*/ 670457 h 830409"/>
              <a:gd name="connsiteX1004" fmla="*/ 352144 w 707644"/>
              <a:gd name="connsiteY1004" fmla="*/ 683166 h 830409"/>
              <a:gd name="connsiteX1005" fmla="*/ 384913 w 707644"/>
              <a:gd name="connsiteY1005" fmla="*/ 586810 h 830409"/>
              <a:gd name="connsiteX1006" fmla="*/ 406342 w 707644"/>
              <a:gd name="connsiteY1006" fmla="*/ 605942 h 830409"/>
              <a:gd name="connsiteX1007" fmla="*/ 422498 w 707644"/>
              <a:gd name="connsiteY1007" fmla="*/ 635181 h 830409"/>
              <a:gd name="connsiteX1008" fmla="*/ 422899 w 707644"/>
              <a:gd name="connsiteY1008" fmla="*/ 637079 h 830409"/>
              <a:gd name="connsiteX1009" fmla="*/ 414774 w 707644"/>
              <a:gd name="connsiteY1009" fmla="*/ 626122 h 830409"/>
              <a:gd name="connsiteX1010" fmla="*/ 500356 w 707644"/>
              <a:gd name="connsiteY1010" fmla="*/ 342933 h 830409"/>
              <a:gd name="connsiteX1011" fmla="*/ 517525 w 707644"/>
              <a:gd name="connsiteY1011" fmla="*/ 346287 h 830409"/>
              <a:gd name="connsiteX1012" fmla="*/ 548020 w 707644"/>
              <a:gd name="connsiteY1012" fmla="*/ 385132 h 830409"/>
              <a:gd name="connsiteX1013" fmla="*/ 587326 w 707644"/>
              <a:gd name="connsiteY1013" fmla="*/ 463110 h 830409"/>
              <a:gd name="connsiteX1014" fmla="*/ 589627 w 707644"/>
              <a:gd name="connsiteY1014" fmla="*/ 468480 h 830409"/>
              <a:gd name="connsiteX1015" fmla="*/ 563489 w 707644"/>
              <a:gd name="connsiteY1015" fmla="*/ 437318 h 830409"/>
              <a:gd name="connsiteX1016" fmla="*/ 555648 w 707644"/>
              <a:gd name="connsiteY1016" fmla="*/ 426540 h 830409"/>
              <a:gd name="connsiteX1017" fmla="*/ 527735 w 707644"/>
              <a:gd name="connsiteY1017" fmla="*/ 389404 h 830409"/>
              <a:gd name="connsiteX1018" fmla="*/ 515094 w 707644"/>
              <a:gd name="connsiteY1018" fmla="*/ 367955 h 830409"/>
              <a:gd name="connsiteX1019" fmla="*/ 501738 w 707644"/>
              <a:gd name="connsiteY1019" fmla="*/ 345756 h 830409"/>
              <a:gd name="connsiteX1020" fmla="*/ 408173 w 707644"/>
              <a:gd name="connsiteY1020" fmla="*/ 531939 h 830409"/>
              <a:gd name="connsiteX1021" fmla="*/ 444475 w 707644"/>
              <a:gd name="connsiteY1021" fmla="*/ 572100 h 830409"/>
              <a:gd name="connsiteX1022" fmla="*/ 429685 w 707644"/>
              <a:gd name="connsiteY1022" fmla="*/ 559322 h 830409"/>
              <a:gd name="connsiteX1023" fmla="*/ 408051 w 707644"/>
              <a:gd name="connsiteY1023" fmla="*/ 542107 h 830409"/>
              <a:gd name="connsiteX1024" fmla="*/ 311751 w 707644"/>
              <a:gd name="connsiteY1024" fmla="*/ 731203 h 830409"/>
              <a:gd name="connsiteX1025" fmla="*/ 316105 w 707644"/>
              <a:gd name="connsiteY1025" fmla="*/ 735975 h 830409"/>
              <a:gd name="connsiteX1026" fmla="*/ 320231 w 707644"/>
              <a:gd name="connsiteY1026" fmla="*/ 740577 h 830409"/>
              <a:gd name="connsiteX1027" fmla="*/ 343137 w 707644"/>
              <a:gd name="connsiteY1027" fmla="*/ 779993 h 830409"/>
              <a:gd name="connsiteX1028" fmla="*/ 372913 w 707644"/>
              <a:gd name="connsiteY1028" fmla="*/ 827234 h 830409"/>
              <a:gd name="connsiteX1029" fmla="*/ 355822 w 707644"/>
              <a:gd name="connsiteY1029" fmla="*/ 825331 h 830409"/>
              <a:gd name="connsiteX1030" fmla="*/ 337008 w 707644"/>
              <a:gd name="connsiteY1030" fmla="*/ 785029 h 830409"/>
              <a:gd name="connsiteX1031" fmla="*/ 449077 w 707644"/>
              <a:gd name="connsiteY1031" fmla="*/ 443603 h 830409"/>
              <a:gd name="connsiteX1032" fmla="*/ 465910 w 707644"/>
              <a:gd name="connsiteY1032" fmla="*/ 456462 h 830409"/>
              <a:gd name="connsiteX1033" fmla="*/ 510282 w 707644"/>
              <a:gd name="connsiteY1033" fmla="*/ 516039 h 830409"/>
              <a:gd name="connsiteX1034" fmla="*/ 509447 w 707644"/>
              <a:gd name="connsiteY1034" fmla="*/ 515534 h 830409"/>
              <a:gd name="connsiteX1035" fmla="*/ 380954 w 707644"/>
              <a:gd name="connsiteY1035" fmla="*/ 581598 h 830409"/>
              <a:gd name="connsiteX1036" fmla="*/ 384913 w 707644"/>
              <a:gd name="connsiteY1036" fmla="*/ 586810 h 830409"/>
              <a:gd name="connsiteX1037" fmla="*/ 384000 w 707644"/>
              <a:gd name="connsiteY1037" fmla="*/ 585995 h 830409"/>
              <a:gd name="connsiteX1038" fmla="*/ 383737 w 707644"/>
              <a:gd name="connsiteY1038" fmla="*/ 575632 h 830409"/>
              <a:gd name="connsiteX1039" fmla="*/ 392038 w 707644"/>
              <a:gd name="connsiteY1039" fmla="*/ 580057 h 830409"/>
              <a:gd name="connsiteX1040" fmla="*/ 406176 w 707644"/>
              <a:gd name="connsiteY1040" fmla="*/ 605642 h 830409"/>
              <a:gd name="connsiteX1041" fmla="*/ 401337 w 707644"/>
              <a:gd name="connsiteY1041" fmla="*/ 600385 h 830409"/>
              <a:gd name="connsiteX1042" fmla="*/ 317404 w 707644"/>
              <a:gd name="connsiteY1042" fmla="*/ 711797 h 830409"/>
              <a:gd name="connsiteX1043" fmla="*/ 346068 w 707644"/>
              <a:gd name="connsiteY1043" fmla="*/ 739416 h 830409"/>
              <a:gd name="connsiteX1044" fmla="*/ 353589 w 707644"/>
              <a:gd name="connsiteY1044" fmla="*/ 753249 h 830409"/>
              <a:gd name="connsiteX1045" fmla="*/ 342608 w 707644"/>
              <a:gd name="connsiteY1045" fmla="*/ 740236 h 830409"/>
              <a:gd name="connsiteX1046" fmla="*/ 474853 w 707644"/>
              <a:gd name="connsiteY1046" fmla="*/ 382975 h 830409"/>
              <a:gd name="connsiteX1047" fmla="*/ 491056 w 707644"/>
              <a:gd name="connsiteY1047" fmla="*/ 407636 h 830409"/>
              <a:gd name="connsiteX1048" fmla="*/ 568915 w 707644"/>
              <a:gd name="connsiteY1048" fmla="*/ 510746 h 830409"/>
              <a:gd name="connsiteX1049" fmla="*/ 572726 w 707644"/>
              <a:gd name="connsiteY1049" fmla="*/ 515011 h 830409"/>
              <a:gd name="connsiteX1050" fmla="*/ 560312 w 707644"/>
              <a:gd name="connsiteY1050" fmla="*/ 503399 h 830409"/>
              <a:gd name="connsiteX1051" fmla="*/ 524294 w 707644"/>
              <a:gd name="connsiteY1051" fmla="*/ 474870 h 830409"/>
              <a:gd name="connsiteX1052" fmla="*/ 490161 w 707644"/>
              <a:gd name="connsiteY1052" fmla="*/ 410407 h 830409"/>
              <a:gd name="connsiteX1053" fmla="*/ 422433 w 707644"/>
              <a:gd name="connsiteY1053" fmla="*/ 489066 h 830409"/>
              <a:gd name="connsiteX1054" fmla="*/ 432051 w 707644"/>
              <a:gd name="connsiteY1054" fmla="*/ 498893 h 830409"/>
              <a:gd name="connsiteX1055" fmla="*/ 446265 w 707644"/>
              <a:gd name="connsiteY1055" fmla="*/ 518641 h 830409"/>
              <a:gd name="connsiteX1056" fmla="*/ 448201 w 707644"/>
              <a:gd name="connsiteY1056" fmla="*/ 523409 h 830409"/>
              <a:gd name="connsiteX1057" fmla="*/ 432939 w 707644"/>
              <a:gd name="connsiteY1057" fmla="*/ 502386 h 830409"/>
              <a:gd name="connsiteX1058" fmla="*/ 492202 w 707644"/>
              <a:gd name="connsiteY1058" fmla="*/ 341339 h 830409"/>
              <a:gd name="connsiteX1059" fmla="*/ 499997 w 707644"/>
              <a:gd name="connsiteY1059" fmla="*/ 342862 h 830409"/>
              <a:gd name="connsiteX1060" fmla="*/ 501738 w 707644"/>
              <a:gd name="connsiteY1060" fmla="*/ 345756 h 830409"/>
              <a:gd name="connsiteX1061" fmla="*/ 514453 w 707644"/>
              <a:gd name="connsiteY1061" fmla="*/ 371733 h 830409"/>
              <a:gd name="connsiteX1062" fmla="*/ 498126 w 707644"/>
              <a:gd name="connsiteY1062" fmla="*/ 350011 h 830409"/>
              <a:gd name="connsiteX1063" fmla="*/ 496493 w 707644"/>
              <a:gd name="connsiteY1063" fmla="*/ 348234 h 830409"/>
              <a:gd name="connsiteX1064" fmla="*/ 494239 w 707644"/>
              <a:gd name="connsiteY1064" fmla="*/ 344865 h 830409"/>
              <a:gd name="connsiteX1065" fmla="*/ 443497 w 707644"/>
              <a:gd name="connsiteY1065" fmla="*/ 441734 h 830409"/>
              <a:gd name="connsiteX1066" fmla="*/ 467444 w 707644"/>
              <a:gd name="connsiteY1066" fmla="*/ 480362 h 830409"/>
              <a:gd name="connsiteX1067" fmla="*/ 453621 w 707644"/>
              <a:gd name="connsiteY1067" fmla="*/ 467344 h 830409"/>
              <a:gd name="connsiteX1068" fmla="*/ 453153 w 707644"/>
              <a:gd name="connsiteY1068" fmla="*/ 465773 h 830409"/>
              <a:gd name="connsiteX1069" fmla="*/ 408384 w 707644"/>
              <a:gd name="connsiteY1069" fmla="*/ 514344 h 830409"/>
              <a:gd name="connsiteX1070" fmla="*/ 415725 w 707644"/>
              <a:gd name="connsiteY1070" fmla="*/ 521768 h 830409"/>
              <a:gd name="connsiteX1071" fmla="*/ 441370 w 707644"/>
              <a:gd name="connsiteY1071" fmla="*/ 549972 h 830409"/>
              <a:gd name="connsiteX1072" fmla="*/ 445635 w 707644"/>
              <a:gd name="connsiteY1072" fmla="*/ 555090 h 830409"/>
              <a:gd name="connsiteX1073" fmla="*/ 451972 w 707644"/>
              <a:gd name="connsiteY1073" fmla="*/ 566838 h 830409"/>
              <a:gd name="connsiteX1074" fmla="*/ 433248 w 707644"/>
              <a:gd name="connsiteY1074" fmla="*/ 551304 h 830409"/>
              <a:gd name="connsiteX1075" fmla="*/ 408191 w 707644"/>
              <a:gd name="connsiteY1075" fmla="*/ 530441 h 830409"/>
              <a:gd name="connsiteX1076" fmla="*/ 447689 w 707644"/>
              <a:gd name="connsiteY1076" fmla="*/ 431997 h 830409"/>
              <a:gd name="connsiteX1077" fmla="*/ 448338 w 707644"/>
              <a:gd name="connsiteY1077" fmla="*/ 431769 h 830409"/>
              <a:gd name="connsiteX1078" fmla="*/ 480616 w 707644"/>
              <a:gd name="connsiteY1078" fmla="*/ 446576 h 830409"/>
              <a:gd name="connsiteX1079" fmla="*/ 486043 w 707644"/>
              <a:gd name="connsiteY1079" fmla="*/ 452398 h 830409"/>
              <a:gd name="connsiteX1080" fmla="*/ 486625 w 707644"/>
              <a:gd name="connsiteY1080" fmla="*/ 453551 h 830409"/>
              <a:gd name="connsiteX1081" fmla="*/ 497958 w 707644"/>
              <a:gd name="connsiteY1081" fmla="*/ 479735 h 830409"/>
              <a:gd name="connsiteX1082" fmla="*/ 483037 w 707644"/>
              <a:gd name="connsiteY1082" fmla="*/ 469545 h 830409"/>
              <a:gd name="connsiteX1083" fmla="*/ 465910 w 707644"/>
              <a:gd name="connsiteY1083" fmla="*/ 456462 h 830409"/>
              <a:gd name="connsiteX1084" fmla="*/ 402594 w 707644"/>
              <a:gd name="connsiteY1084" fmla="*/ 525781 h 830409"/>
              <a:gd name="connsiteX1085" fmla="*/ 408191 w 707644"/>
              <a:gd name="connsiteY1085" fmla="*/ 530441 h 830409"/>
              <a:gd name="connsiteX1086" fmla="*/ 408173 w 707644"/>
              <a:gd name="connsiteY1086" fmla="*/ 531939 h 830409"/>
              <a:gd name="connsiteX1087" fmla="*/ 403017 w 707644"/>
              <a:gd name="connsiteY1087" fmla="*/ 526236 h 830409"/>
              <a:gd name="connsiteX1088" fmla="*/ 341194 w 707644"/>
              <a:gd name="connsiteY1088" fmla="*/ 653656 h 830409"/>
              <a:gd name="connsiteX1089" fmla="*/ 346322 w 707644"/>
              <a:gd name="connsiteY1089" fmla="*/ 667475 h 830409"/>
              <a:gd name="connsiteX1090" fmla="*/ 341293 w 707644"/>
              <a:gd name="connsiteY1090" fmla="*/ 659738 h 830409"/>
              <a:gd name="connsiteX1091" fmla="*/ 377153 w 707644"/>
              <a:gd name="connsiteY1091" fmla="*/ 576594 h 830409"/>
              <a:gd name="connsiteX1092" fmla="*/ 378297 w 707644"/>
              <a:gd name="connsiteY1092" fmla="*/ 577763 h 830409"/>
              <a:gd name="connsiteX1093" fmla="*/ 380954 w 707644"/>
              <a:gd name="connsiteY1093" fmla="*/ 581598 h 830409"/>
              <a:gd name="connsiteX1094" fmla="*/ 440678 w 707644"/>
              <a:gd name="connsiteY1094" fmla="*/ 437187 h 830409"/>
              <a:gd name="connsiteX1095" fmla="*/ 442110 w 707644"/>
              <a:gd name="connsiteY1095" fmla="*/ 438281 h 830409"/>
              <a:gd name="connsiteX1096" fmla="*/ 443497 w 707644"/>
              <a:gd name="connsiteY1096" fmla="*/ 441734 h 830409"/>
              <a:gd name="connsiteX1097" fmla="*/ 381006 w 707644"/>
              <a:gd name="connsiteY1097" fmla="*/ 559487 h 830409"/>
              <a:gd name="connsiteX1098" fmla="*/ 396156 w 707644"/>
              <a:gd name="connsiteY1098" fmla="*/ 582252 h 830409"/>
              <a:gd name="connsiteX1099" fmla="*/ 392038 w 707644"/>
              <a:gd name="connsiteY1099" fmla="*/ 580057 h 830409"/>
              <a:gd name="connsiteX1100" fmla="*/ 381125 w 707644"/>
              <a:gd name="connsiteY1100" fmla="*/ 560307 h 830409"/>
              <a:gd name="connsiteX1101" fmla="*/ 440586 w 707644"/>
              <a:gd name="connsiteY1101" fmla="*/ 434488 h 830409"/>
              <a:gd name="connsiteX1102" fmla="*/ 441236 w 707644"/>
              <a:gd name="connsiteY1102" fmla="*/ 434260 h 830409"/>
              <a:gd name="connsiteX1103" fmla="*/ 449077 w 707644"/>
              <a:gd name="connsiteY1103" fmla="*/ 443603 h 830409"/>
              <a:gd name="connsiteX1104" fmla="*/ 442110 w 707644"/>
              <a:gd name="connsiteY1104" fmla="*/ 438281 h 830409"/>
              <a:gd name="connsiteX1105" fmla="*/ 340998 w 707644"/>
              <a:gd name="connsiteY1105" fmla="*/ 641697 h 830409"/>
              <a:gd name="connsiteX1106" fmla="*/ 343907 w 707644"/>
              <a:gd name="connsiteY1106" fmla="*/ 645956 h 830409"/>
              <a:gd name="connsiteX1107" fmla="*/ 349804 w 707644"/>
              <a:gd name="connsiteY1107" fmla="*/ 659173 h 830409"/>
              <a:gd name="connsiteX1108" fmla="*/ 355391 w 707644"/>
              <a:gd name="connsiteY1108" fmla="*/ 664363 h 830409"/>
              <a:gd name="connsiteX1109" fmla="*/ 358570 w 707644"/>
              <a:gd name="connsiteY1109" fmla="*/ 667428 h 830409"/>
              <a:gd name="connsiteX1110" fmla="*/ 375916 w 707644"/>
              <a:gd name="connsiteY1110" fmla="*/ 692829 h 830409"/>
              <a:gd name="connsiteX1111" fmla="*/ 383558 w 707644"/>
              <a:gd name="connsiteY1111" fmla="*/ 705710 h 830409"/>
              <a:gd name="connsiteX1112" fmla="*/ 377227 w 707644"/>
              <a:gd name="connsiteY1112" fmla="*/ 705376 h 830409"/>
              <a:gd name="connsiteX1113" fmla="*/ 368389 w 707644"/>
              <a:gd name="connsiteY1113" fmla="*/ 701619 h 830409"/>
              <a:gd name="connsiteX1114" fmla="*/ 353405 w 707644"/>
              <a:gd name="connsiteY1114" fmla="*/ 678373 h 830409"/>
              <a:gd name="connsiteX1115" fmla="*/ 348260 w 707644"/>
              <a:gd name="connsiteY1115" fmla="*/ 670457 h 830409"/>
              <a:gd name="connsiteX1116" fmla="*/ 341085 w 707644"/>
              <a:gd name="connsiteY1116" fmla="*/ 646978 h 830409"/>
              <a:gd name="connsiteX1117" fmla="*/ 485212 w 707644"/>
              <a:gd name="connsiteY1117" fmla="*/ 339974 h 830409"/>
              <a:gd name="connsiteX1118" fmla="*/ 489714 w 707644"/>
              <a:gd name="connsiteY1118" fmla="*/ 340853 h 830409"/>
              <a:gd name="connsiteX1119" fmla="*/ 496493 w 707644"/>
              <a:gd name="connsiteY1119" fmla="*/ 348234 h 830409"/>
              <a:gd name="connsiteX1120" fmla="*/ 520354 w 707644"/>
              <a:gd name="connsiteY1120" fmla="*/ 383895 h 830409"/>
              <a:gd name="connsiteX1121" fmla="*/ 438460 w 707644"/>
              <a:gd name="connsiteY1121" fmla="*/ 435233 h 830409"/>
              <a:gd name="connsiteX1122" fmla="*/ 439287 w 707644"/>
              <a:gd name="connsiteY1122" fmla="*/ 434943 h 830409"/>
              <a:gd name="connsiteX1123" fmla="*/ 440678 w 707644"/>
              <a:gd name="connsiteY1123" fmla="*/ 437187 h 830409"/>
              <a:gd name="connsiteX1124" fmla="*/ 439659 w 707644"/>
              <a:gd name="connsiteY1124" fmla="*/ 436409 h 830409"/>
              <a:gd name="connsiteX1125" fmla="*/ 410297 w 707644"/>
              <a:gd name="connsiteY1125" fmla="*/ 493478 h 830409"/>
              <a:gd name="connsiteX1126" fmla="*/ 415964 w 707644"/>
              <a:gd name="connsiteY1126" fmla="*/ 500085 h 830409"/>
              <a:gd name="connsiteX1127" fmla="*/ 443290 w 707644"/>
              <a:gd name="connsiteY1127" fmla="*/ 550742 h 830409"/>
              <a:gd name="connsiteX1128" fmla="*/ 415725 w 707644"/>
              <a:gd name="connsiteY1128" fmla="*/ 521768 h 830409"/>
              <a:gd name="connsiteX1129" fmla="*/ 408389 w 707644"/>
              <a:gd name="connsiteY1129" fmla="*/ 513919 h 830409"/>
              <a:gd name="connsiteX1130" fmla="*/ 408524 w 707644"/>
              <a:gd name="connsiteY1130" fmla="*/ 502687 h 830409"/>
              <a:gd name="connsiteX1131" fmla="*/ 358260 w 707644"/>
              <a:gd name="connsiteY1131" fmla="*/ 601419 h 830409"/>
              <a:gd name="connsiteX1132" fmla="*/ 360127 w 707644"/>
              <a:gd name="connsiteY1132" fmla="*/ 603043 h 830409"/>
              <a:gd name="connsiteX1133" fmla="*/ 360201 w 707644"/>
              <a:gd name="connsiteY1133" fmla="*/ 603095 h 830409"/>
              <a:gd name="connsiteX1134" fmla="*/ 375214 w 707644"/>
              <a:gd name="connsiteY1134" fmla="*/ 617171 h 830409"/>
              <a:gd name="connsiteX1135" fmla="*/ 422279 w 707644"/>
              <a:gd name="connsiteY1135" fmla="*/ 662250 h 830409"/>
              <a:gd name="connsiteX1136" fmla="*/ 425224 w 707644"/>
              <a:gd name="connsiteY1136" fmla="*/ 665621 h 830409"/>
              <a:gd name="connsiteX1137" fmla="*/ 428006 w 707644"/>
              <a:gd name="connsiteY1137" fmla="*/ 669239 h 830409"/>
              <a:gd name="connsiteX1138" fmla="*/ 432382 w 707644"/>
              <a:gd name="connsiteY1138" fmla="*/ 711675 h 830409"/>
              <a:gd name="connsiteX1139" fmla="*/ 431730 w 707644"/>
              <a:gd name="connsiteY1139" fmla="*/ 711023 h 830409"/>
              <a:gd name="connsiteX1140" fmla="*/ 396945 w 707644"/>
              <a:gd name="connsiteY1140" fmla="*/ 675573 h 830409"/>
              <a:gd name="connsiteX1141" fmla="*/ 410908 w 707644"/>
              <a:gd name="connsiteY1141" fmla="*/ 490300 h 830409"/>
              <a:gd name="connsiteX1142" fmla="*/ 422861 w 707644"/>
              <a:gd name="connsiteY1142" fmla="*/ 503223 h 830409"/>
              <a:gd name="connsiteX1143" fmla="*/ 451417 w 707644"/>
              <a:gd name="connsiteY1143" fmla="*/ 540053 h 830409"/>
              <a:gd name="connsiteX1144" fmla="*/ 456226 w 707644"/>
              <a:gd name="connsiteY1144" fmla="*/ 547024 h 830409"/>
              <a:gd name="connsiteX1145" fmla="*/ 415964 w 707644"/>
              <a:gd name="connsiteY1145" fmla="*/ 500085 h 830409"/>
              <a:gd name="connsiteX1146" fmla="*/ 410850 w 707644"/>
              <a:gd name="connsiteY1146" fmla="*/ 490604 h 830409"/>
              <a:gd name="connsiteX1147" fmla="*/ 423491 w 707644"/>
              <a:gd name="connsiteY1147" fmla="*/ 462547 h 830409"/>
              <a:gd name="connsiteX1148" fmla="*/ 449173 w 707644"/>
              <a:gd name="connsiteY1148" fmla="*/ 487205 h 830409"/>
              <a:gd name="connsiteX1149" fmla="*/ 461215 w 707644"/>
              <a:gd name="connsiteY1149" fmla="*/ 509189 h 830409"/>
              <a:gd name="connsiteX1150" fmla="*/ 465744 w 707644"/>
              <a:gd name="connsiteY1150" fmla="*/ 516949 h 830409"/>
              <a:gd name="connsiteX1151" fmla="*/ 466952 w 707644"/>
              <a:gd name="connsiteY1151" fmla="*/ 526285 h 830409"/>
              <a:gd name="connsiteX1152" fmla="*/ 466961 w 707644"/>
              <a:gd name="connsiteY1152" fmla="*/ 532491 h 830409"/>
              <a:gd name="connsiteX1153" fmla="*/ 440337 w 707644"/>
              <a:gd name="connsiteY1153" fmla="*/ 504040 h 830409"/>
              <a:gd name="connsiteX1154" fmla="*/ 411565 w 707644"/>
              <a:gd name="connsiteY1154" fmla="*/ 486887 h 830409"/>
              <a:gd name="connsiteX1155" fmla="*/ 450103 w 707644"/>
              <a:gd name="connsiteY1155" fmla="*/ 528094 h 830409"/>
              <a:gd name="connsiteX1156" fmla="*/ 456450 w 707644"/>
              <a:gd name="connsiteY1156" fmla="*/ 543726 h 830409"/>
              <a:gd name="connsiteX1157" fmla="*/ 428951 w 707644"/>
              <a:gd name="connsiteY1157" fmla="*/ 509806 h 830409"/>
              <a:gd name="connsiteX1158" fmla="*/ 422861 w 707644"/>
              <a:gd name="connsiteY1158" fmla="*/ 503223 h 830409"/>
              <a:gd name="connsiteX1159" fmla="*/ 411293 w 707644"/>
              <a:gd name="connsiteY1159" fmla="*/ 488302 h 830409"/>
              <a:gd name="connsiteX1160" fmla="*/ 315115 w 707644"/>
              <a:gd name="connsiteY1160" fmla="*/ 682486 h 830409"/>
              <a:gd name="connsiteX1161" fmla="*/ 328414 w 707644"/>
              <a:gd name="connsiteY1161" fmla="*/ 698850 h 830409"/>
              <a:gd name="connsiteX1162" fmla="*/ 370656 w 707644"/>
              <a:gd name="connsiteY1162" fmla="*/ 741610 h 830409"/>
              <a:gd name="connsiteX1163" fmla="*/ 385227 w 707644"/>
              <a:gd name="connsiteY1163" fmla="*/ 786610 h 830409"/>
              <a:gd name="connsiteX1164" fmla="*/ 380421 w 707644"/>
              <a:gd name="connsiteY1164" fmla="*/ 781373 h 830409"/>
              <a:gd name="connsiteX1165" fmla="*/ 351195 w 707644"/>
              <a:gd name="connsiteY1165" fmla="*/ 744356 h 830409"/>
              <a:gd name="connsiteX1166" fmla="*/ 346068 w 707644"/>
              <a:gd name="connsiteY1166" fmla="*/ 739416 h 830409"/>
              <a:gd name="connsiteX1167" fmla="*/ 413360 w 707644"/>
              <a:gd name="connsiteY1167" fmla="*/ 477564 h 830409"/>
              <a:gd name="connsiteX1168" fmla="*/ 422433 w 707644"/>
              <a:gd name="connsiteY1168" fmla="*/ 489066 h 830409"/>
              <a:gd name="connsiteX1169" fmla="*/ 413001 w 707644"/>
              <a:gd name="connsiteY1169" fmla="*/ 479430 h 830409"/>
              <a:gd name="connsiteX1170" fmla="*/ 306291 w 707644"/>
              <a:gd name="connsiteY1170" fmla="*/ 699258 h 830409"/>
              <a:gd name="connsiteX1171" fmla="*/ 317404 w 707644"/>
              <a:gd name="connsiteY1171" fmla="*/ 711797 h 830409"/>
              <a:gd name="connsiteX1172" fmla="*/ 308286 w 707644"/>
              <a:gd name="connsiteY1172" fmla="*/ 703013 h 830409"/>
              <a:gd name="connsiteX1173" fmla="*/ 307909 w 707644"/>
              <a:gd name="connsiteY1173" fmla="*/ 702460 h 830409"/>
              <a:gd name="connsiteX1174" fmla="*/ 414562 w 707644"/>
              <a:gd name="connsiteY1174" fmla="*/ 471317 h 830409"/>
              <a:gd name="connsiteX1175" fmla="*/ 436673 w 707644"/>
              <a:gd name="connsiteY1175" fmla="*/ 500124 h 830409"/>
              <a:gd name="connsiteX1176" fmla="*/ 440337 w 707644"/>
              <a:gd name="connsiteY1176" fmla="*/ 504040 h 830409"/>
              <a:gd name="connsiteX1177" fmla="*/ 442639 w 707644"/>
              <a:gd name="connsiteY1177" fmla="*/ 509709 h 830409"/>
              <a:gd name="connsiteX1178" fmla="*/ 432051 w 707644"/>
              <a:gd name="connsiteY1178" fmla="*/ 498893 h 830409"/>
              <a:gd name="connsiteX1179" fmla="*/ 414065 w 707644"/>
              <a:gd name="connsiteY1179" fmla="*/ 473903 h 830409"/>
              <a:gd name="connsiteX1180" fmla="*/ 368003 w 707644"/>
              <a:gd name="connsiteY1180" fmla="*/ 567246 h 830409"/>
              <a:gd name="connsiteX1181" fmla="*/ 371447 w 707644"/>
              <a:gd name="connsiteY1181" fmla="*/ 569082 h 830409"/>
              <a:gd name="connsiteX1182" fmla="*/ 377153 w 707644"/>
              <a:gd name="connsiteY1182" fmla="*/ 576594 h 830409"/>
              <a:gd name="connsiteX1183" fmla="*/ 425635 w 707644"/>
              <a:gd name="connsiteY1183" fmla="*/ 443485 h 830409"/>
              <a:gd name="connsiteX1184" fmla="*/ 428892 w 707644"/>
              <a:gd name="connsiteY1184" fmla="*/ 440716 h 830409"/>
              <a:gd name="connsiteX1185" fmla="*/ 439696 w 707644"/>
              <a:gd name="connsiteY1185" fmla="*/ 454230 h 830409"/>
              <a:gd name="connsiteX1186" fmla="*/ 453621 w 707644"/>
              <a:gd name="connsiteY1186" fmla="*/ 467344 h 830409"/>
              <a:gd name="connsiteX1187" fmla="*/ 463681 w 707644"/>
              <a:gd name="connsiteY1187" fmla="*/ 501135 h 830409"/>
              <a:gd name="connsiteX1188" fmla="*/ 449173 w 707644"/>
              <a:gd name="connsiteY1188" fmla="*/ 487205 h 830409"/>
              <a:gd name="connsiteX1189" fmla="*/ 437756 w 707644"/>
              <a:gd name="connsiteY1189" fmla="*/ 466363 h 830409"/>
              <a:gd name="connsiteX1190" fmla="*/ 405756 w 707644"/>
              <a:gd name="connsiteY1190" fmla="*/ 481160 h 830409"/>
              <a:gd name="connsiteX1191" fmla="*/ 411293 w 707644"/>
              <a:gd name="connsiteY1191" fmla="*/ 488302 h 830409"/>
              <a:gd name="connsiteX1192" fmla="*/ 410908 w 707644"/>
              <a:gd name="connsiteY1192" fmla="*/ 490300 h 830409"/>
              <a:gd name="connsiteX1193" fmla="*/ 410375 w 707644"/>
              <a:gd name="connsiteY1193" fmla="*/ 489723 h 830409"/>
              <a:gd name="connsiteX1194" fmla="*/ 432159 w 707644"/>
              <a:gd name="connsiteY1194" fmla="*/ 423446 h 830409"/>
              <a:gd name="connsiteX1195" fmla="*/ 439815 w 707644"/>
              <a:gd name="connsiteY1195" fmla="*/ 432567 h 830409"/>
              <a:gd name="connsiteX1196" fmla="*/ 440586 w 707644"/>
              <a:gd name="connsiteY1196" fmla="*/ 434488 h 830409"/>
              <a:gd name="connsiteX1197" fmla="*/ 439287 w 707644"/>
              <a:gd name="connsiteY1197" fmla="*/ 434943 h 830409"/>
              <a:gd name="connsiteX1198" fmla="*/ 418163 w 707644"/>
              <a:gd name="connsiteY1198" fmla="*/ 452610 h 830409"/>
              <a:gd name="connsiteX1199" fmla="*/ 423270 w 707644"/>
              <a:gd name="connsiteY1199" fmla="*/ 462001 h 830409"/>
              <a:gd name="connsiteX1200" fmla="*/ 423491 w 707644"/>
              <a:gd name="connsiteY1200" fmla="*/ 462547 h 830409"/>
              <a:gd name="connsiteX1201" fmla="*/ 417380 w 707644"/>
              <a:gd name="connsiteY1201" fmla="*/ 456679 h 830409"/>
              <a:gd name="connsiteX1202" fmla="*/ 334266 w 707644"/>
              <a:gd name="connsiteY1202" fmla="*/ 624668 h 830409"/>
              <a:gd name="connsiteX1203" fmla="*/ 340962 w 707644"/>
              <a:gd name="connsiteY1203" fmla="*/ 639449 h 830409"/>
              <a:gd name="connsiteX1204" fmla="*/ 340998 w 707644"/>
              <a:gd name="connsiteY1204" fmla="*/ 641697 h 830409"/>
              <a:gd name="connsiteX1205" fmla="*/ 338233 w 707644"/>
              <a:gd name="connsiteY1205" fmla="*/ 637646 h 830409"/>
              <a:gd name="connsiteX1206" fmla="*/ 471673 w 707644"/>
              <a:gd name="connsiteY1206" fmla="*/ 337329 h 830409"/>
              <a:gd name="connsiteX1207" fmla="*/ 482164 w 707644"/>
              <a:gd name="connsiteY1207" fmla="*/ 339378 h 830409"/>
              <a:gd name="connsiteX1208" fmla="*/ 510795 w 707644"/>
              <a:gd name="connsiteY1208" fmla="*/ 380846 h 830409"/>
              <a:gd name="connsiteX1209" fmla="*/ 542442 w 707644"/>
              <a:gd name="connsiteY1209" fmla="*/ 428915 h 830409"/>
              <a:gd name="connsiteX1210" fmla="*/ 551691 w 707644"/>
              <a:gd name="connsiteY1210" fmla="*/ 447811 h 830409"/>
              <a:gd name="connsiteX1211" fmla="*/ 498711 w 707644"/>
              <a:gd name="connsiteY1211" fmla="*/ 374738 h 830409"/>
              <a:gd name="connsiteX1212" fmla="*/ 403557 w 707644"/>
              <a:gd name="connsiteY1212" fmla="*/ 478325 h 830409"/>
              <a:gd name="connsiteX1213" fmla="*/ 405138 w 707644"/>
              <a:gd name="connsiteY1213" fmla="*/ 480015 h 830409"/>
              <a:gd name="connsiteX1214" fmla="*/ 405756 w 707644"/>
              <a:gd name="connsiteY1214" fmla="*/ 481160 h 830409"/>
              <a:gd name="connsiteX1215" fmla="*/ 331141 w 707644"/>
              <a:gd name="connsiteY1215" fmla="*/ 627261 h 830409"/>
              <a:gd name="connsiteX1216" fmla="*/ 338233 w 707644"/>
              <a:gd name="connsiteY1216" fmla="*/ 637646 h 830409"/>
              <a:gd name="connsiteX1217" fmla="*/ 341085 w 707644"/>
              <a:gd name="connsiteY1217" fmla="*/ 646978 h 830409"/>
              <a:gd name="connsiteX1218" fmla="*/ 341194 w 707644"/>
              <a:gd name="connsiteY1218" fmla="*/ 653656 h 830409"/>
              <a:gd name="connsiteX1219" fmla="*/ 332281 w 707644"/>
              <a:gd name="connsiteY1219" fmla="*/ 629637 h 830409"/>
              <a:gd name="connsiteX1220" fmla="*/ 363506 w 707644"/>
              <a:gd name="connsiteY1220" fmla="*/ 558693 h 830409"/>
              <a:gd name="connsiteX1221" fmla="*/ 377018 w 707644"/>
              <a:gd name="connsiteY1221" fmla="*/ 566182 h 830409"/>
              <a:gd name="connsiteX1222" fmla="*/ 383737 w 707644"/>
              <a:gd name="connsiteY1222" fmla="*/ 575632 h 830409"/>
              <a:gd name="connsiteX1223" fmla="*/ 371447 w 707644"/>
              <a:gd name="connsiteY1223" fmla="*/ 569082 h 830409"/>
              <a:gd name="connsiteX1224" fmla="*/ 367497 w 707644"/>
              <a:gd name="connsiteY1224" fmla="*/ 563882 h 830409"/>
              <a:gd name="connsiteX1225" fmla="*/ 380380 w 707644"/>
              <a:gd name="connsiteY1225" fmla="*/ 523018 h 830409"/>
              <a:gd name="connsiteX1226" fmla="*/ 386276 w 707644"/>
              <a:gd name="connsiteY1226" fmla="*/ 528405 h 830409"/>
              <a:gd name="connsiteX1227" fmla="*/ 386636 w 707644"/>
              <a:gd name="connsiteY1227" fmla="*/ 528742 h 830409"/>
              <a:gd name="connsiteX1228" fmla="*/ 386728 w 707644"/>
              <a:gd name="connsiteY1228" fmla="*/ 528887 h 830409"/>
              <a:gd name="connsiteX1229" fmla="*/ 401067 w 707644"/>
              <a:gd name="connsiteY1229" fmla="*/ 547676 h 830409"/>
              <a:gd name="connsiteX1230" fmla="*/ 407888 w 707644"/>
              <a:gd name="connsiteY1230" fmla="*/ 555644 h 830409"/>
              <a:gd name="connsiteX1231" fmla="*/ 407833 w 707644"/>
              <a:gd name="connsiteY1231" fmla="*/ 560239 h 830409"/>
              <a:gd name="connsiteX1232" fmla="*/ 408989 w 707644"/>
              <a:gd name="connsiteY1232" fmla="*/ 566443 h 830409"/>
              <a:gd name="connsiteX1233" fmla="*/ 394777 w 707644"/>
              <a:gd name="connsiteY1233" fmla="*/ 543411 h 830409"/>
              <a:gd name="connsiteX1234" fmla="*/ 386137 w 707644"/>
              <a:gd name="connsiteY1234" fmla="*/ 531053 h 830409"/>
              <a:gd name="connsiteX1235" fmla="*/ 308950 w 707644"/>
              <a:gd name="connsiteY1235" fmla="*/ 671146 h 830409"/>
              <a:gd name="connsiteX1236" fmla="*/ 327945 w 707644"/>
              <a:gd name="connsiteY1236" fmla="*/ 674176 h 830409"/>
              <a:gd name="connsiteX1237" fmla="*/ 348064 w 707644"/>
              <a:gd name="connsiteY1237" fmla="*/ 692716 h 830409"/>
              <a:gd name="connsiteX1238" fmla="*/ 309312 w 707644"/>
              <a:gd name="connsiteY1238" fmla="*/ 671811 h 830409"/>
              <a:gd name="connsiteX1239" fmla="*/ 336188 w 707644"/>
              <a:gd name="connsiteY1239" fmla="*/ 613013 h 830409"/>
              <a:gd name="connsiteX1240" fmla="*/ 354019 w 707644"/>
              <a:gd name="connsiteY1240" fmla="*/ 631828 h 830409"/>
              <a:gd name="connsiteX1241" fmla="*/ 384818 w 707644"/>
              <a:gd name="connsiteY1241" fmla="*/ 663215 h 830409"/>
              <a:gd name="connsiteX1242" fmla="*/ 415474 w 707644"/>
              <a:gd name="connsiteY1242" fmla="*/ 711092 h 830409"/>
              <a:gd name="connsiteX1243" fmla="*/ 423323 w 707644"/>
              <a:gd name="connsiteY1243" fmla="*/ 726137 h 830409"/>
              <a:gd name="connsiteX1244" fmla="*/ 435006 w 707644"/>
              <a:gd name="connsiteY1244" fmla="*/ 743052 h 830409"/>
              <a:gd name="connsiteX1245" fmla="*/ 436569 w 707644"/>
              <a:gd name="connsiteY1245" fmla="*/ 763029 h 830409"/>
              <a:gd name="connsiteX1246" fmla="*/ 443785 w 707644"/>
              <a:gd name="connsiteY1246" fmla="*/ 794273 h 830409"/>
              <a:gd name="connsiteX1247" fmla="*/ 415930 w 707644"/>
              <a:gd name="connsiteY1247" fmla="*/ 758658 h 830409"/>
              <a:gd name="connsiteX1248" fmla="*/ 413545 w 707644"/>
              <a:gd name="connsiteY1248" fmla="*/ 756253 h 830409"/>
              <a:gd name="connsiteX1249" fmla="*/ 383558 w 707644"/>
              <a:gd name="connsiteY1249" fmla="*/ 705710 h 830409"/>
              <a:gd name="connsiteX1250" fmla="*/ 387963 w 707644"/>
              <a:gd name="connsiteY1250" fmla="*/ 705942 h 830409"/>
              <a:gd name="connsiteX1251" fmla="*/ 366287 w 707644"/>
              <a:gd name="connsiteY1251" fmla="*/ 674868 h 830409"/>
              <a:gd name="connsiteX1252" fmla="*/ 358570 w 707644"/>
              <a:gd name="connsiteY1252" fmla="*/ 667428 h 830409"/>
              <a:gd name="connsiteX1253" fmla="*/ 343907 w 707644"/>
              <a:gd name="connsiteY1253" fmla="*/ 645956 h 830409"/>
              <a:gd name="connsiteX1254" fmla="*/ 343768 w 707644"/>
              <a:gd name="connsiteY1254" fmla="*/ 645644 h 830409"/>
              <a:gd name="connsiteX1255" fmla="*/ 340962 w 707644"/>
              <a:gd name="connsiteY1255" fmla="*/ 639449 h 830409"/>
              <a:gd name="connsiteX1256" fmla="*/ 340869 w 707644"/>
              <a:gd name="connsiteY1256" fmla="*/ 633757 h 830409"/>
              <a:gd name="connsiteX1257" fmla="*/ 305445 w 707644"/>
              <a:gd name="connsiteY1257" fmla="*/ 670587 h 830409"/>
              <a:gd name="connsiteX1258" fmla="*/ 307714 w 707644"/>
              <a:gd name="connsiteY1258" fmla="*/ 670949 h 830409"/>
              <a:gd name="connsiteX1259" fmla="*/ 309312 w 707644"/>
              <a:gd name="connsiteY1259" fmla="*/ 671811 h 830409"/>
              <a:gd name="connsiteX1260" fmla="*/ 315115 w 707644"/>
              <a:gd name="connsiteY1260" fmla="*/ 682486 h 830409"/>
              <a:gd name="connsiteX1261" fmla="*/ 379051 w 707644"/>
              <a:gd name="connsiteY1261" fmla="*/ 516782 h 830409"/>
              <a:gd name="connsiteX1262" fmla="*/ 398897 w 707644"/>
              <a:gd name="connsiteY1262" fmla="*/ 534823 h 830409"/>
              <a:gd name="connsiteX1263" fmla="*/ 408051 w 707644"/>
              <a:gd name="connsiteY1263" fmla="*/ 542107 h 830409"/>
              <a:gd name="connsiteX1264" fmla="*/ 407972 w 707644"/>
              <a:gd name="connsiteY1264" fmla="*/ 548668 h 830409"/>
              <a:gd name="connsiteX1265" fmla="*/ 386636 w 707644"/>
              <a:gd name="connsiteY1265" fmla="*/ 528742 h 830409"/>
              <a:gd name="connsiteX1266" fmla="*/ 356690 w 707644"/>
              <a:gd name="connsiteY1266" fmla="*/ 561217 h 830409"/>
              <a:gd name="connsiteX1267" fmla="*/ 356731 w 707644"/>
              <a:gd name="connsiteY1267" fmla="*/ 561238 h 830409"/>
              <a:gd name="connsiteX1268" fmla="*/ 367718 w 707644"/>
              <a:gd name="connsiteY1268" fmla="*/ 571458 h 830409"/>
              <a:gd name="connsiteX1269" fmla="*/ 384000 w 707644"/>
              <a:gd name="connsiteY1269" fmla="*/ 585995 h 830409"/>
              <a:gd name="connsiteX1270" fmla="*/ 406252 w 707644"/>
              <a:gd name="connsiteY1270" fmla="*/ 618115 h 830409"/>
              <a:gd name="connsiteX1271" fmla="*/ 424095 w 707644"/>
              <a:gd name="connsiteY1271" fmla="*/ 642747 h 830409"/>
              <a:gd name="connsiteX1272" fmla="*/ 426124 w 707644"/>
              <a:gd name="connsiteY1272" fmla="*/ 652358 h 830409"/>
              <a:gd name="connsiteX1273" fmla="*/ 400504 w 707644"/>
              <a:gd name="connsiteY1273" fmla="*/ 632034 h 830409"/>
              <a:gd name="connsiteX1274" fmla="*/ 395818 w 707644"/>
              <a:gd name="connsiteY1274" fmla="*/ 625829 h 830409"/>
              <a:gd name="connsiteX1275" fmla="*/ 385694 w 707644"/>
              <a:gd name="connsiteY1275" fmla="*/ 611020 h 830409"/>
              <a:gd name="connsiteX1276" fmla="*/ 359043 w 707644"/>
              <a:gd name="connsiteY1276" fmla="*/ 564844 h 830409"/>
              <a:gd name="connsiteX1277" fmla="*/ 426604 w 707644"/>
              <a:gd name="connsiteY1277" fmla="*/ 403994 h 830409"/>
              <a:gd name="connsiteX1278" fmla="*/ 432536 w 707644"/>
              <a:gd name="connsiteY1278" fmla="*/ 411652 h 830409"/>
              <a:gd name="connsiteX1279" fmla="*/ 447689 w 707644"/>
              <a:gd name="connsiteY1279" fmla="*/ 431997 h 830409"/>
              <a:gd name="connsiteX1280" fmla="*/ 441236 w 707644"/>
              <a:gd name="connsiteY1280" fmla="*/ 434260 h 830409"/>
              <a:gd name="connsiteX1281" fmla="*/ 439815 w 707644"/>
              <a:gd name="connsiteY1281" fmla="*/ 432567 h 830409"/>
              <a:gd name="connsiteX1282" fmla="*/ 438327 w 707644"/>
              <a:gd name="connsiteY1282" fmla="*/ 428862 h 830409"/>
              <a:gd name="connsiteX1283" fmla="*/ 465436 w 707644"/>
              <a:gd name="connsiteY1283" fmla="*/ 315151 h 830409"/>
              <a:gd name="connsiteX1284" fmla="*/ 476482 w 707644"/>
              <a:gd name="connsiteY1284" fmla="*/ 329063 h 830409"/>
              <a:gd name="connsiteX1285" fmla="*/ 485212 w 707644"/>
              <a:gd name="connsiteY1285" fmla="*/ 339974 h 830409"/>
              <a:gd name="connsiteX1286" fmla="*/ 482164 w 707644"/>
              <a:gd name="connsiteY1286" fmla="*/ 339378 h 830409"/>
              <a:gd name="connsiteX1287" fmla="*/ 394784 w 707644"/>
              <a:gd name="connsiteY1287" fmla="*/ 460820 h 830409"/>
              <a:gd name="connsiteX1288" fmla="*/ 413001 w 707644"/>
              <a:gd name="connsiteY1288" fmla="*/ 479430 h 830409"/>
              <a:gd name="connsiteX1289" fmla="*/ 411565 w 707644"/>
              <a:gd name="connsiteY1289" fmla="*/ 486887 h 830409"/>
              <a:gd name="connsiteX1290" fmla="*/ 405138 w 707644"/>
              <a:gd name="connsiteY1290" fmla="*/ 480015 h 830409"/>
              <a:gd name="connsiteX1291" fmla="*/ 350310 w 707644"/>
              <a:gd name="connsiteY1291" fmla="*/ 551378 h 830409"/>
              <a:gd name="connsiteX1292" fmla="*/ 355033 w 707644"/>
              <a:gd name="connsiteY1292" fmla="*/ 553996 h 830409"/>
              <a:gd name="connsiteX1293" fmla="*/ 368003 w 707644"/>
              <a:gd name="connsiteY1293" fmla="*/ 567246 h 830409"/>
              <a:gd name="connsiteX1294" fmla="*/ 356731 w 707644"/>
              <a:gd name="connsiteY1294" fmla="*/ 561238 h 830409"/>
              <a:gd name="connsiteX1295" fmla="*/ 356664 w 707644"/>
              <a:gd name="connsiteY1295" fmla="*/ 561176 h 830409"/>
              <a:gd name="connsiteX1296" fmla="*/ 251202 w 707644"/>
              <a:gd name="connsiteY1296" fmla="*/ 756144 h 830409"/>
              <a:gd name="connsiteX1297" fmla="*/ 262652 w 707644"/>
              <a:gd name="connsiteY1297" fmla="*/ 757517 h 830409"/>
              <a:gd name="connsiteX1298" fmla="*/ 287915 w 707644"/>
              <a:gd name="connsiteY1298" fmla="*/ 777251 h 830409"/>
              <a:gd name="connsiteX1299" fmla="*/ 310110 w 707644"/>
              <a:gd name="connsiteY1299" fmla="*/ 794793 h 830409"/>
              <a:gd name="connsiteX1300" fmla="*/ 334532 w 707644"/>
              <a:gd name="connsiteY1300" fmla="*/ 822941 h 830409"/>
              <a:gd name="connsiteX1301" fmla="*/ 307205 w 707644"/>
              <a:gd name="connsiteY1301" fmla="*/ 815251 h 830409"/>
              <a:gd name="connsiteX1302" fmla="*/ 270828 w 707644"/>
              <a:gd name="connsiteY1302" fmla="*/ 779751 h 830409"/>
              <a:gd name="connsiteX1303" fmla="*/ 285566 w 707644"/>
              <a:gd name="connsiteY1303" fmla="*/ 680927 h 830409"/>
              <a:gd name="connsiteX1304" fmla="*/ 307810 w 707644"/>
              <a:gd name="connsiteY1304" fmla="*/ 702553 h 830409"/>
              <a:gd name="connsiteX1305" fmla="*/ 308286 w 707644"/>
              <a:gd name="connsiteY1305" fmla="*/ 703013 h 830409"/>
              <a:gd name="connsiteX1306" fmla="*/ 349092 w 707644"/>
              <a:gd name="connsiteY1306" fmla="*/ 762676 h 830409"/>
              <a:gd name="connsiteX1307" fmla="*/ 368251 w 707644"/>
              <a:gd name="connsiteY1307" fmla="*/ 794378 h 830409"/>
              <a:gd name="connsiteX1308" fmla="*/ 359625 w 707644"/>
              <a:gd name="connsiteY1308" fmla="*/ 784512 h 830409"/>
              <a:gd name="connsiteX1309" fmla="*/ 320231 w 707644"/>
              <a:gd name="connsiteY1309" fmla="*/ 740577 h 830409"/>
              <a:gd name="connsiteX1310" fmla="*/ 367596 w 707644"/>
              <a:gd name="connsiteY1310" fmla="*/ 506349 h 830409"/>
              <a:gd name="connsiteX1311" fmla="*/ 368150 w 707644"/>
              <a:gd name="connsiteY1311" fmla="*/ 506871 h 830409"/>
              <a:gd name="connsiteX1312" fmla="*/ 370051 w 707644"/>
              <a:gd name="connsiteY1312" fmla="*/ 508600 h 830409"/>
              <a:gd name="connsiteX1313" fmla="*/ 380380 w 707644"/>
              <a:gd name="connsiteY1313" fmla="*/ 523018 h 830409"/>
              <a:gd name="connsiteX1314" fmla="*/ 370331 w 707644"/>
              <a:gd name="connsiteY1314" fmla="*/ 513835 h 830409"/>
              <a:gd name="connsiteX1315" fmla="*/ 461173 w 707644"/>
              <a:gd name="connsiteY1315" fmla="*/ 309782 h 830409"/>
              <a:gd name="connsiteX1316" fmla="*/ 463412 w 707644"/>
              <a:gd name="connsiteY1316" fmla="*/ 312219 h 830409"/>
              <a:gd name="connsiteX1317" fmla="*/ 465436 w 707644"/>
              <a:gd name="connsiteY1317" fmla="*/ 315151 h 830409"/>
              <a:gd name="connsiteX1318" fmla="*/ 504678 w 707644"/>
              <a:gd name="connsiteY1318" fmla="*/ 218946 h 830409"/>
              <a:gd name="connsiteX1319" fmla="*/ 513023 w 707644"/>
              <a:gd name="connsiteY1319" fmla="*/ 239091 h 830409"/>
              <a:gd name="connsiteX1320" fmla="*/ 510816 w 707644"/>
              <a:gd name="connsiteY1320" fmla="*/ 236902 h 830409"/>
              <a:gd name="connsiteX1321" fmla="*/ 506106 w 707644"/>
              <a:gd name="connsiteY1321" fmla="*/ 224787 h 830409"/>
              <a:gd name="connsiteX1322" fmla="*/ 322035 w 707644"/>
              <a:gd name="connsiteY1322" fmla="*/ 598078 h 830409"/>
              <a:gd name="connsiteX1323" fmla="*/ 329033 w 707644"/>
              <a:gd name="connsiteY1323" fmla="*/ 605462 h 830409"/>
              <a:gd name="connsiteX1324" fmla="*/ 331425 w 707644"/>
              <a:gd name="connsiteY1324" fmla="*/ 615371 h 830409"/>
              <a:gd name="connsiteX1325" fmla="*/ 334266 w 707644"/>
              <a:gd name="connsiteY1325" fmla="*/ 624668 h 830409"/>
              <a:gd name="connsiteX1326" fmla="*/ 328925 w 707644"/>
              <a:gd name="connsiteY1326" fmla="*/ 612878 h 830409"/>
              <a:gd name="connsiteX1327" fmla="*/ 325672 w 707644"/>
              <a:gd name="connsiteY1327" fmla="*/ 572647 h 830409"/>
              <a:gd name="connsiteX1328" fmla="*/ 327118 w 707644"/>
              <a:gd name="connsiteY1328" fmla="*/ 574338 h 830409"/>
              <a:gd name="connsiteX1329" fmla="*/ 330960 w 707644"/>
              <a:gd name="connsiteY1329" fmla="*/ 577679 h 830409"/>
              <a:gd name="connsiteX1330" fmla="*/ 369168 w 707644"/>
              <a:gd name="connsiteY1330" fmla="*/ 638773 h 830409"/>
              <a:gd name="connsiteX1331" fmla="*/ 374268 w 707644"/>
              <a:gd name="connsiteY1331" fmla="*/ 646739 h 830409"/>
              <a:gd name="connsiteX1332" fmla="*/ 329463 w 707644"/>
              <a:gd name="connsiteY1332" fmla="*/ 585228 h 830409"/>
              <a:gd name="connsiteX1333" fmla="*/ 438700 w 707644"/>
              <a:gd name="connsiteY1333" fmla="*/ 330886 h 830409"/>
              <a:gd name="connsiteX1334" fmla="*/ 446654 w 707644"/>
              <a:gd name="connsiteY1334" fmla="*/ 332440 h 830409"/>
              <a:gd name="connsiteX1335" fmla="*/ 474853 w 707644"/>
              <a:gd name="connsiteY1335" fmla="*/ 382975 h 830409"/>
              <a:gd name="connsiteX1336" fmla="*/ 473058 w 707644"/>
              <a:gd name="connsiteY1336" fmla="*/ 380242 h 830409"/>
              <a:gd name="connsiteX1337" fmla="*/ 451269 w 707644"/>
              <a:gd name="connsiteY1337" fmla="*/ 348460 h 830409"/>
              <a:gd name="connsiteX1338" fmla="*/ 321512 w 707644"/>
              <a:gd name="connsiteY1338" fmla="*/ 574313 h 830409"/>
              <a:gd name="connsiteX1339" fmla="*/ 329463 w 707644"/>
              <a:gd name="connsiteY1339" fmla="*/ 585228 h 830409"/>
              <a:gd name="connsiteX1340" fmla="*/ 331279 w 707644"/>
              <a:gd name="connsiteY1340" fmla="*/ 591256 h 830409"/>
              <a:gd name="connsiteX1341" fmla="*/ 336188 w 707644"/>
              <a:gd name="connsiteY1341" fmla="*/ 613013 h 830409"/>
              <a:gd name="connsiteX1342" fmla="*/ 329033 w 707644"/>
              <a:gd name="connsiteY1342" fmla="*/ 605462 h 830409"/>
              <a:gd name="connsiteX1343" fmla="*/ 403826 w 707644"/>
              <a:gd name="connsiteY1343" fmla="*/ 401298 h 830409"/>
              <a:gd name="connsiteX1344" fmla="*/ 438460 w 707644"/>
              <a:gd name="connsiteY1344" fmla="*/ 435233 h 830409"/>
              <a:gd name="connsiteX1345" fmla="*/ 433154 w 707644"/>
              <a:gd name="connsiteY1345" fmla="*/ 437094 h 830409"/>
              <a:gd name="connsiteX1346" fmla="*/ 428892 w 707644"/>
              <a:gd name="connsiteY1346" fmla="*/ 440716 h 830409"/>
              <a:gd name="connsiteX1347" fmla="*/ 415209 w 707644"/>
              <a:gd name="connsiteY1347" fmla="*/ 423603 h 830409"/>
              <a:gd name="connsiteX1348" fmla="*/ 331620 w 707644"/>
              <a:gd name="connsiteY1348" fmla="*/ 547854 h 830409"/>
              <a:gd name="connsiteX1349" fmla="*/ 341625 w 707644"/>
              <a:gd name="connsiteY1349" fmla="*/ 553187 h 830409"/>
              <a:gd name="connsiteX1350" fmla="*/ 359154 w 707644"/>
              <a:gd name="connsiteY1350" fmla="*/ 577285 h 830409"/>
              <a:gd name="connsiteX1351" fmla="*/ 395818 w 707644"/>
              <a:gd name="connsiteY1351" fmla="*/ 625829 h 830409"/>
              <a:gd name="connsiteX1352" fmla="*/ 398630 w 707644"/>
              <a:gd name="connsiteY1352" fmla="*/ 629942 h 830409"/>
              <a:gd name="connsiteX1353" fmla="*/ 399722 w 707644"/>
              <a:gd name="connsiteY1353" fmla="*/ 631414 h 830409"/>
              <a:gd name="connsiteX1354" fmla="*/ 396168 w 707644"/>
              <a:gd name="connsiteY1354" fmla="*/ 628594 h 830409"/>
              <a:gd name="connsiteX1355" fmla="*/ 360201 w 707644"/>
              <a:gd name="connsiteY1355" fmla="*/ 603095 h 830409"/>
              <a:gd name="connsiteX1356" fmla="*/ 358113 w 707644"/>
              <a:gd name="connsiteY1356" fmla="*/ 601137 h 830409"/>
              <a:gd name="connsiteX1357" fmla="*/ 351076 w 707644"/>
              <a:gd name="connsiteY1357" fmla="*/ 587649 h 830409"/>
              <a:gd name="connsiteX1358" fmla="*/ 422875 w 707644"/>
              <a:gd name="connsiteY1358" fmla="*/ 357469 h 830409"/>
              <a:gd name="connsiteX1359" fmla="*/ 437086 w 707644"/>
              <a:gd name="connsiteY1359" fmla="*/ 372734 h 830409"/>
              <a:gd name="connsiteX1360" fmla="*/ 440276 w 707644"/>
              <a:gd name="connsiteY1360" fmla="*/ 377247 h 830409"/>
              <a:gd name="connsiteX1361" fmla="*/ 460698 w 707644"/>
              <a:gd name="connsiteY1361" fmla="*/ 406006 h 830409"/>
              <a:gd name="connsiteX1362" fmla="*/ 466428 w 707644"/>
              <a:gd name="connsiteY1362" fmla="*/ 413515 h 830409"/>
              <a:gd name="connsiteX1363" fmla="*/ 475973 w 707644"/>
              <a:gd name="connsiteY1363" fmla="*/ 432437 h 830409"/>
              <a:gd name="connsiteX1364" fmla="*/ 471894 w 707644"/>
              <a:gd name="connsiteY1364" fmla="*/ 427650 h 830409"/>
              <a:gd name="connsiteX1365" fmla="*/ 457536 w 707644"/>
              <a:gd name="connsiteY1365" fmla="*/ 407663 h 830409"/>
              <a:gd name="connsiteX1366" fmla="*/ 333553 w 707644"/>
              <a:gd name="connsiteY1366" fmla="*/ 542090 h 830409"/>
              <a:gd name="connsiteX1367" fmla="*/ 339969 w 707644"/>
              <a:gd name="connsiteY1367" fmla="*/ 545646 h 830409"/>
              <a:gd name="connsiteX1368" fmla="*/ 356664 w 707644"/>
              <a:gd name="connsiteY1368" fmla="*/ 561176 h 830409"/>
              <a:gd name="connsiteX1369" fmla="*/ 356690 w 707644"/>
              <a:gd name="connsiteY1369" fmla="*/ 561217 h 830409"/>
              <a:gd name="connsiteX1370" fmla="*/ 341625 w 707644"/>
              <a:gd name="connsiteY1370" fmla="*/ 553187 h 830409"/>
              <a:gd name="connsiteX1371" fmla="*/ 275296 w 707644"/>
              <a:gd name="connsiteY1371" fmla="*/ 663254 h 830409"/>
              <a:gd name="connsiteX1372" fmla="*/ 289971 w 707644"/>
              <a:gd name="connsiteY1372" fmla="*/ 666952 h 830409"/>
              <a:gd name="connsiteX1373" fmla="*/ 306291 w 707644"/>
              <a:gd name="connsiteY1373" fmla="*/ 699258 h 830409"/>
              <a:gd name="connsiteX1374" fmla="*/ 277035 w 707644"/>
              <a:gd name="connsiteY1374" fmla="*/ 666248 h 830409"/>
              <a:gd name="connsiteX1375" fmla="*/ 456850 w 707644"/>
              <a:gd name="connsiteY1375" fmla="*/ 275974 h 830409"/>
              <a:gd name="connsiteX1376" fmla="*/ 480236 w 707644"/>
              <a:gd name="connsiteY1376" fmla="*/ 301827 h 830409"/>
              <a:gd name="connsiteX1377" fmla="*/ 500356 w 707644"/>
              <a:gd name="connsiteY1377" fmla="*/ 342933 h 830409"/>
              <a:gd name="connsiteX1378" fmla="*/ 499997 w 707644"/>
              <a:gd name="connsiteY1378" fmla="*/ 342862 h 830409"/>
              <a:gd name="connsiteX1379" fmla="*/ 494367 w 707644"/>
              <a:gd name="connsiteY1379" fmla="*/ 333505 h 830409"/>
              <a:gd name="connsiteX1380" fmla="*/ 462236 w 707644"/>
              <a:gd name="connsiteY1380" fmla="*/ 283502 h 830409"/>
              <a:gd name="connsiteX1381" fmla="*/ 355376 w 707644"/>
              <a:gd name="connsiteY1381" fmla="*/ 485352 h 830409"/>
              <a:gd name="connsiteX1382" fmla="*/ 366267 w 707644"/>
              <a:gd name="connsiteY1382" fmla="*/ 494872 h 830409"/>
              <a:gd name="connsiteX1383" fmla="*/ 369461 w 707644"/>
              <a:gd name="connsiteY1383" fmla="*/ 500119 h 830409"/>
              <a:gd name="connsiteX1384" fmla="*/ 377727 w 707644"/>
              <a:gd name="connsiteY1384" fmla="*/ 514694 h 830409"/>
              <a:gd name="connsiteX1385" fmla="*/ 379051 w 707644"/>
              <a:gd name="connsiteY1385" fmla="*/ 516782 h 830409"/>
              <a:gd name="connsiteX1386" fmla="*/ 370051 w 707644"/>
              <a:gd name="connsiteY1386" fmla="*/ 508600 h 830409"/>
              <a:gd name="connsiteX1387" fmla="*/ 366720 w 707644"/>
              <a:gd name="connsiteY1387" fmla="*/ 503949 h 830409"/>
              <a:gd name="connsiteX1388" fmla="*/ 364198 w 707644"/>
              <a:gd name="connsiteY1388" fmla="*/ 497048 h 830409"/>
              <a:gd name="connsiteX1389" fmla="*/ 270485 w 707644"/>
              <a:gd name="connsiteY1389" fmla="*/ 662042 h 830409"/>
              <a:gd name="connsiteX1390" fmla="*/ 274119 w 707644"/>
              <a:gd name="connsiteY1390" fmla="*/ 662958 h 830409"/>
              <a:gd name="connsiteX1391" fmla="*/ 277035 w 707644"/>
              <a:gd name="connsiteY1391" fmla="*/ 666248 h 830409"/>
              <a:gd name="connsiteX1392" fmla="*/ 285566 w 707644"/>
              <a:gd name="connsiteY1392" fmla="*/ 680927 h 830409"/>
              <a:gd name="connsiteX1393" fmla="*/ 277456 w 707644"/>
              <a:gd name="connsiteY1393" fmla="*/ 673042 h 830409"/>
              <a:gd name="connsiteX1394" fmla="*/ 273387 w 707644"/>
              <a:gd name="connsiteY1394" fmla="*/ 666342 h 830409"/>
              <a:gd name="connsiteX1395" fmla="*/ 277455 w 707644"/>
              <a:gd name="connsiteY1395" fmla="*/ 642178 h 830409"/>
              <a:gd name="connsiteX1396" fmla="*/ 277974 w 707644"/>
              <a:gd name="connsiteY1396" fmla="*/ 642842 h 830409"/>
              <a:gd name="connsiteX1397" fmla="*/ 303093 w 707644"/>
              <a:gd name="connsiteY1397" fmla="*/ 668457 h 830409"/>
              <a:gd name="connsiteX1398" fmla="*/ 304198 w 707644"/>
              <a:gd name="connsiteY1398" fmla="*/ 669053 h 830409"/>
              <a:gd name="connsiteX1399" fmla="*/ 305445 w 707644"/>
              <a:gd name="connsiteY1399" fmla="*/ 670587 h 830409"/>
              <a:gd name="connsiteX1400" fmla="*/ 302590 w 707644"/>
              <a:gd name="connsiteY1400" fmla="*/ 670132 h 830409"/>
              <a:gd name="connsiteX1401" fmla="*/ 289971 w 707644"/>
              <a:gd name="connsiteY1401" fmla="*/ 666952 h 830409"/>
              <a:gd name="connsiteX1402" fmla="*/ 317026 w 707644"/>
              <a:gd name="connsiteY1402" fmla="*/ 555728 h 830409"/>
              <a:gd name="connsiteX1403" fmla="*/ 319260 w 707644"/>
              <a:gd name="connsiteY1403" fmla="*/ 558972 h 830409"/>
              <a:gd name="connsiteX1404" fmla="*/ 323682 w 707644"/>
              <a:gd name="connsiteY1404" fmla="*/ 566043 h 830409"/>
              <a:gd name="connsiteX1405" fmla="*/ 325672 w 707644"/>
              <a:gd name="connsiteY1405" fmla="*/ 572647 h 830409"/>
              <a:gd name="connsiteX1406" fmla="*/ 319315 w 707644"/>
              <a:gd name="connsiteY1406" fmla="*/ 565209 h 830409"/>
              <a:gd name="connsiteX1407" fmla="*/ 378075 w 707644"/>
              <a:gd name="connsiteY1407" fmla="*/ 421087 h 830409"/>
              <a:gd name="connsiteX1408" fmla="*/ 411395 w 707644"/>
              <a:gd name="connsiteY1408" fmla="*/ 450933 h 830409"/>
              <a:gd name="connsiteX1409" fmla="*/ 417380 w 707644"/>
              <a:gd name="connsiteY1409" fmla="*/ 456679 h 830409"/>
              <a:gd name="connsiteX1410" fmla="*/ 414562 w 707644"/>
              <a:gd name="connsiteY1410" fmla="*/ 471317 h 830409"/>
              <a:gd name="connsiteX1411" fmla="*/ 394792 w 707644"/>
              <a:gd name="connsiteY1411" fmla="*/ 445559 h 830409"/>
              <a:gd name="connsiteX1412" fmla="*/ 376007 w 707644"/>
              <a:gd name="connsiteY1412" fmla="*/ 421097 h 830409"/>
              <a:gd name="connsiteX1413" fmla="*/ 394062 w 707644"/>
              <a:gd name="connsiteY1413" fmla="*/ 446113 h 830409"/>
              <a:gd name="connsiteX1414" fmla="*/ 414065 w 707644"/>
              <a:gd name="connsiteY1414" fmla="*/ 473903 h 830409"/>
              <a:gd name="connsiteX1415" fmla="*/ 413360 w 707644"/>
              <a:gd name="connsiteY1415" fmla="*/ 477564 h 830409"/>
              <a:gd name="connsiteX1416" fmla="*/ 386497 w 707644"/>
              <a:gd name="connsiteY1416" fmla="*/ 443508 h 830409"/>
              <a:gd name="connsiteX1417" fmla="*/ 343188 w 707644"/>
              <a:gd name="connsiteY1417" fmla="*/ 489031 h 830409"/>
              <a:gd name="connsiteX1418" fmla="*/ 370331 w 707644"/>
              <a:gd name="connsiteY1418" fmla="*/ 513835 h 830409"/>
              <a:gd name="connsiteX1419" fmla="*/ 377024 w 707644"/>
              <a:gd name="connsiteY1419" fmla="*/ 532153 h 830409"/>
              <a:gd name="connsiteX1420" fmla="*/ 381006 w 707644"/>
              <a:gd name="connsiteY1420" fmla="*/ 559487 h 830409"/>
              <a:gd name="connsiteX1421" fmla="*/ 379040 w 707644"/>
              <a:gd name="connsiteY1421" fmla="*/ 556534 h 830409"/>
              <a:gd name="connsiteX1422" fmla="*/ 372300 w 707644"/>
              <a:gd name="connsiteY1422" fmla="*/ 544337 h 830409"/>
              <a:gd name="connsiteX1423" fmla="*/ 321732 w 707644"/>
              <a:gd name="connsiteY1423" fmla="*/ 527629 h 830409"/>
              <a:gd name="connsiteX1424" fmla="*/ 326420 w 707644"/>
              <a:gd name="connsiteY1424" fmla="*/ 532282 h 830409"/>
              <a:gd name="connsiteX1425" fmla="*/ 333553 w 707644"/>
              <a:gd name="connsiteY1425" fmla="*/ 542090 h 830409"/>
              <a:gd name="connsiteX1426" fmla="*/ 327036 w 707644"/>
              <a:gd name="connsiteY1426" fmla="*/ 538477 h 830409"/>
              <a:gd name="connsiteX1427" fmla="*/ 349547 w 707644"/>
              <a:gd name="connsiteY1427" fmla="*/ 468755 h 830409"/>
              <a:gd name="connsiteX1428" fmla="*/ 402594 w 707644"/>
              <a:gd name="connsiteY1428" fmla="*/ 525781 h 830409"/>
              <a:gd name="connsiteX1429" fmla="*/ 382259 w 707644"/>
              <a:gd name="connsiteY1429" fmla="*/ 508850 h 830409"/>
              <a:gd name="connsiteX1430" fmla="*/ 366267 w 707644"/>
              <a:gd name="connsiteY1430" fmla="*/ 494872 h 830409"/>
              <a:gd name="connsiteX1431" fmla="*/ 357327 w 707644"/>
              <a:gd name="connsiteY1431" fmla="*/ 480185 h 830409"/>
              <a:gd name="connsiteX1432" fmla="*/ 315503 w 707644"/>
              <a:gd name="connsiteY1432" fmla="*/ 539578 h 830409"/>
              <a:gd name="connsiteX1433" fmla="*/ 326990 w 707644"/>
              <a:gd name="connsiteY1433" fmla="*/ 558058 h 830409"/>
              <a:gd name="connsiteX1434" fmla="*/ 349547 w 707644"/>
              <a:gd name="connsiteY1434" fmla="*/ 593106 h 830409"/>
              <a:gd name="connsiteX1435" fmla="*/ 358113 w 707644"/>
              <a:gd name="connsiteY1435" fmla="*/ 601137 h 830409"/>
              <a:gd name="connsiteX1436" fmla="*/ 358260 w 707644"/>
              <a:gd name="connsiteY1436" fmla="*/ 601419 h 830409"/>
              <a:gd name="connsiteX1437" fmla="*/ 330960 w 707644"/>
              <a:gd name="connsiteY1437" fmla="*/ 577679 h 830409"/>
              <a:gd name="connsiteX1438" fmla="*/ 323682 w 707644"/>
              <a:gd name="connsiteY1438" fmla="*/ 566043 h 830409"/>
              <a:gd name="connsiteX1439" fmla="*/ 317117 w 707644"/>
              <a:gd name="connsiteY1439" fmla="*/ 544253 h 830409"/>
              <a:gd name="connsiteX1440" fmla="*/ 314617 w 707644"/>
              <a:gd name="connsiteY1440" fmla="*/ 538153 h 830409"/>
              <a:gd name="connsiteX1441" fmla="*/ 315109 w 707644"/>
              <a:gd name="connsiteY1441" fmla="*/ 538436 h 830409"/>
              <a:gd name="connsiteX1442" fmla="*/ 315503 w 707644"/>
              <a:gd name="connsiteY1442" fmla="*/ 539578 h 830409"/>
              <a:gd name="connsiteX1443" fmla="*/ 362542 w 707644"/>
              <a:gd name="connsiteY1443" fmla="*/ 437803 h 830409"/>
              <a:gd name="connsiteX1444" fmla="*/ 368040 w 707644"/>
              <a:gd name="connsiteY1444" fmla="*/ 443954 h 830409"/>
              <a:gd name="connsiteX1445" fmla="*/ 410375 w 707644"/>
              <a:gd name="connsiteY1445" fmla="*/ 489723 h 830409"/>
              <a:gd name="connsiteX1446" fmla="*/ 410850 w 707644"/>
              <a:gd name="connsiteY1446" fmla="*/ 490604 h 830409"/>
              <a:gd name="connsiteX1447" fmla="*/ 410297 w 707644"/>
              <a:gd name="connsiteY1447" fmla="*/ 493478 h 830409"/>
              <a:gd name="connsiteX1448" fmla="*/ 372207 w 707644"/>
              <a:gd name="connsiteY1448" fmla="*/ 415831 h 830409"/>
              <a:gd name="connsiteX1449" fmla="*/ 374507 w 707644"/>
              <a:gd name="connsiteY1449" fmla="*/ 417892 h 830409"/>
              <a:gd name="connsiteX1450" fmla="*/ 376007 w 707644"/>
              <a:gd name="connsiteY1450" fmla="*/ 421097 h 830409"/>
              <a:gd name="connsiteX1451" fmla="*/ 371494 w 707644"/>
              <a:gd name="connsiteY1451" fmla="*/ 411455 h 830409"/>
              <a:gd name="connsiteX1452" fmla="*/ 378075 w 707644"/>
              <a:gd name="connsiteY1452" fmla="*/ 421087 h 830409"/>
              <a:gd name="connsiteX1453" fmla="*/ 374507 w 707644"/>
              <a:gd name="connsiteY1453" fmla="*/ 417892 h 830409"/>
              <a:gd name="connsiteX1454" fmla="*/ 311617 w 707644"/>
              <a:gd name="connsiteY1454" fmla="*/ 533327 h 830409"/>
              <a:gd name="connsiteX1455" fmla="*/ 314617 w 707644"/>
              <a:gd name="connsiteY1455" fmla="*/ 538153 h 830409"/>
              <a:gd name="connsiteX1456" fmla="*/ 312486 w 707644"/>
              <a:gd name="connsiteY1456" fmla="*/ 536926 h 830409"/>
              <a:gd name="connsiteX1457" fmla="*/ 312304 w 707644"/>
              <a:gd name="connsiteY1457" fmla="*/ 530311 h 830409"/>
              <a:gd name="connsiteX1458" fmla="*/ 327036 w 707644"/>
              <a:gd name="connsiteY1458" fmla="*/ 538477 h 830409"/>
              <a:gd name="connsiteX1459" fmla="*/ 331620 w 707644"/>
              <a:gd name="connsiteY1459" fmla="*/ 547854 h 830409"/>
              <a:gd name="connsiteX1460" fmla="*/ 329525 w 707644"/>
              <a:gd name="connsiteY1460" fmla="*/ 546738 h 830409"/>
              <a:gd name="connsiteX1461" fmla="*/ 315109 w 707644"/>
              <a:gd name="connsiteY1461" fmla="*/ 538436 h 830409"/>
              <a:gd name="connsiteX1462" fmla="*/ 267139 w 707644"/>
              <a:gd name="connsiteY1462" fmla="*/ 619074 h 830409"/>
              <a:gd name="connsiteX1463" fmla="*/ 293214 w 707644"/>
              <a:gd name="connsiteY1463" fmla="*/ 642204 h 830409"/>
              <a:gd name="connsiteX1464" fmla="*/ 308950 w 707644"/>
              <a:gd name="connsiteY1464" fmla="*/ 671146 h 830409"/>
              <a:gd name="connsiteX1465" fmla="*/ 307714 w 707644"/>
              <a:gd name="connsiteY1465" fmla="*/ 670949 h 830409"/>
              <a:gd name="connsiteX1466" fmla="*/ 304198 w 707644"/>
              <a:gd name="connsiteY1466" fmla="*/ 669053 h 830409"/>
              <a:gd name="connsiteX1467" fmla="*/ 290037 w 707644"/>
              <a:gd name="connsiteY1467" fmla="*/ 651629 h 830409"/>
              <a:gd name="connsiteX1468" fmla="*/ 308396 w 707644"/>
              <a:gd name="connsiteY1468" fmla="*/ 528145 h 830409"/>
              <a:gd name="connsiteX1469" fmla="*/ 310671 w 707644"/>
              <a:gd name="connsiteY1469" fmla="*/ 529406 h 830409"/>
              <a:gd name="connsiteX1470" fmla="*/ 311617 w 707644"/>
              <a:gd name="connsiteY1470" fmla="*/ 533327 h 830409"/>
              <a:gd name="connsiteX1471" fmla="*/ 355134 w 707644"/>
              <a:gd name="connsiteY1471" fmla="*/ 429515 h 830409"/>
              <a:gd name="connsiteX1472" fmla="*/ 356886 w 707644"/>
              <a:gd name="connsiteY1472" fmla="*/ 431209 h 830409"/>
              <a:gd name="connsiteX1473" fmla="*/ 362542 w 707644"/>
              <a:gd name="connsiteY1473" fmla="*/ 437803 h 830409"/>
              <a:gd name="connsiteX1474" fmla="*/ 314257 w 707644"/>
              <a:gd name="connsiteY1474" fmla="*/ 512338 h 830409"/>
              <a:gd name="connsiteX1475" fmla="*/ 339304 w 707644"/>
              <a:gd name="connsiteY1475" fmla="*/ 537927 h 830409"/>
              <a:gd name="connsiteX1476" fmla="*/ 346069 w 707644"/>
              <a:gd name="connsiteY1476" fmla="*/ 544838 h 830409"/>
              <a:gd name="connsiteX1477" fmla="*/ 350310 w 707644"/>
              <a:gd name="connsiteY1477" fmla="*/ 551378 h 830409"/>
              <a:gd name="connsiteX1478" fmla="*/ 339969 w 707644"/>
              <a:gd name="connsiteY1478" fmla="*/ 545646 h 830409"/>
              <a:gd name="connsiteX1479" fmla="*/ 338581 w 707644"/>
              <a:gd name="connsiteY1479" fmla="*/ 544355 h 830409"/>
              <a:gd name="connsiteX1480" fmla="*/ 326420 w 707644"/>
              <a:gd name="connsiteY1480" fmla="*/ 532282 h 830409"/>
              <a:gd name="connsiteX1481" fmla="*/ 319061 w 707644"/>
              <a:gd name="connsiteY1481" fmla="*/ 522166 h 830409"/>
              <a:gd name="connsiteX1482" fmla="*/ 308498 w 707644"/>
              <a:gd name="connsiteY1482" fmla="*/ 519286 h 830409"/>
              <a:gd name="connsiteX1483" fmla="*/ 312304 w 707644"/>
              <a:gd name="connsiteY1483" fmla="*/ 530311 h 830409"/>
              <a:gd name="connsiteX1484" fmla="*/ 310671 w 707644"/>
              <a:gd name="connsiteY1484" fmla="*/ 529406 h 830409"/>
              <a:gd name="connsiteX1485" fmla="*/ 309246 w 707644"/>
              <a:gd name="connsiteY1485" fmla="*/ 523507 h 830409"/>
              <a:gd name="connsiteX1486" fmla="*/ 402274 w 707644"/>
              <a:gd name="connsiteY1486" fmla="*/ 323769 h 830409"/>
              <a:gd name="connsiteX1487" fmla="*/ 430664 w 707644"/>
              <a:gd name="connsiteY1487" fmla="*/ 329316 h 830409"/>
              <a:gd name="connsiteX1488" fmla="*/ 459537 w 707644"/>
              <a:gd name="connsiteY1488" fmla="*/ 377449 h 830409"/>
              <a:gd name="connsiteX1489" fmla="*/ 495397 w 707644"/>
              <a:gd name="connsiteY1489" fmla="*/ 443782 h 830409"/>
              <a:gd name="connsiteX1490" fmla="*/ 506587 w 707644"/>
              <a:gd name="connsiteY1490" fmla="*/ 463043 h 830409"/>
              <a:gd name="connsiteX1491" fmla="*/ 500886 w 707644"/>
              <a:gd name="connsiteY1491" fmla="*/ 459305 h 830409"/>
              <a:gd name="connsiteX1492" fmla="*/ 496970 w 707644"/>
              <a:gd name="connsiteY1492" fmla="*/ 453536 h 830409"/>
              <a:gd name="connsiteX1493" fmla="*/ 466428 w 707644"/>
              <a:gd name="connsiteY1493" fmla="*/ 413515 h 830409"/>
              <a:gd name="connsiteX1494" fmla="*/ 456230 w 707644"/>
              <a:gd name="connsiteY1494" fmla="*/ 393298 h 830409"/>
              <a:gd name="connsiteX1495" fmla="*/ 437086 w 707644"/>
              <a:gd name="connsiteY1495" fmla="*/ 372734 h 830409"/>
              <a:gd name="connsiteX1496" fmla="*/ 411810 w 707644"/>
              <a:gd name="connsiteY1496" fmla="*/ 336977 h 830409"/>
              <a:gd name="connsiteX1497" fmla="*/ 262329 w 707644"/>
              <a:gd name="connsiteY1497" fmla="*/ 612235 h 830409"/>
              <a:gd name="connsiteX1498" fmla="*/ 267139 w 707644"/>
              <a:gd name="connsiteY1498" fmla="*/ 619074 h 830409"/>
              <a:gd name="connsiteX1499" fmla="*/ 264683 w 707644"/>
              <a:gd name="connsiteY1499" fmla="*/ 616895 h 830409"/>
              <a:gd name="connsiteX1500" fmla="*/ 386356 w 707644"/>
              <a:gd name="connsiteY1500" fmla="*/ 349562 h 830409"/>
              <a:gd name="connsiteX1501" fmla="*/ 408540 w 707644"/>
              <a:gd name="connsiteY1501" fmla="*/ 369252 h 830409"/>
              <a:gd name="connsiteX1502" fmla="*/ 409075 w 707644"/>
              <a:gd name="connsiteY1502" fmla="*/ 369826 h 830409"/>
              <a:gd name="connsiteX1503" fmla="*/ 419179 w 707644"/>
              <a:gd name="connsiteY1503" fmla="*/ 388243 h 830409"/>
              <a:gd name="connsiteX1504" fmla="*/ 426604 w 707644"/>
              <a:gd name="connsiteY1504" fmla="*/ 403994 h 830409"/>
              <a:gd name="connsiteX1505" fmla="*/ 394042 w 707644"/>
              <a:gd name="connsiteY1505" fmla="*/ 361961 h 830409"/>
              <a:gd name="connsiteX1506" fmla="*/ 323297 w 707644"/>
              <a:gd name="connsiteY1506" fmla="*/ 478041 h 830409"/>
              <a:gd name="connsiteX1507" fmla="*/ 356017 w 707644"/>
              <a:gd name="connsiteY1507" fmla="*/ 521940 h 830409"/>
              <a:gd name="connsiteX1508" fmla="*/ 379040 w 707644"/>
              <a:gd name="connsiteY1508" fmla="*/ 556534 h 830409"/>
              <a:gd name="connsiteX1509" fmla="*/ 381125 w 707644"/>
              <a:gd name="connsiteY1509" fmla="*/ 560307 h 830409"/>
              <a:gd name="connsiteX1510" fmla="*/ 382417 w 707644"/>
              <a:gd name="connsiteY1510" fmla="*/ 569175 h 830409"/>
              <a:gd name="connsiteX1511" fmla="*/ 377018 w 707644"/>
              <a:gd name="connsiteY1511" fmla="*/ 566182 h 830409"/>
              <a:gd name="connsiteX1512" fmla="*/ 343250 w 707644"/>
              <a:gd name="connsiteY1512" fmla="*/ 518691 h 830409"/>
              <a:gd name="connsiteX1513" fmla="*/ 298536 w 707644"/>
              <a:gd name="connsiteY1513" fmla="*/ 528893 h 830409"/>
              <a:gd name="connsiteX1514" fmla="*/ 312486 w 707644"/>
              <a:gd name="connsiteY1514" fmla="*/ 536926 h 830409"/>
              <a:gd name="connsiteX1515" fmla="*/ 317026 w 707644"/>
              <a:gd name="connsiteY1515" fmla="*/ 555728 h 830409"/>
              <a:gd name="connsiteX1516" fmla="*/ 305979 w 707644"/>
              <a:gd name="connsiteY1516" fmla="*/ 511990 h 830409"/>
              <a:gd name="connsiteX1517" fmla="*/ 307465 w 707644"/>
              <a:gd name="connsiteY1517" fmla="*/ 513466 h 830409"/>
              <a:gd name="connsiteX1518" fmla="*/ 308498 w 707644"/>
              <a:gd name="connsiteY1518" fmla="*/ 519286 h 830409"/>
              <a:gd name="connsiteX1519" fmla="*/ 329214 w 707644"/>
              <a:gd name="connsiteY1519" fmla="*/ 462485 h 830409"/>
              <a:gd name="connsiteX1520" fmla="*/ 349332 w 707644"/>
              <a:gd name="connsiteY1520" fmla="*/ 480069 h 830409"/>
              <a:gd name="connsiteX1521" fmla="*/ 364775 w 707644"/>
              <a:gd name="connsiteY1521" fmla="*/ 501235 h 830409"/>
              <a:gd name="connsiteX1522" fmla="*/ 366720 w 707644"/>
              <a:gd name="connsiteY1522" fmla="*/ 503949 h 830409"/>
              <a:gd name="connsiteX1523" fmla="*/ 367596 w 707644"/>
              <a:gd name="connsiteY1523" fmla="*/ 506349 h 830409"/>
              <a:gd name="connsiteX1524" fmla="*/ 349675 w 707644"/>
              <a:gd name="connsiteY1524" fmla="*/ 489434 h 830409"/>
              <a:gd name="connsiteX1525" fmla="*/ 339483 w 707644"/>
              <a:gd name="connsiteY1525" fmla="*/ 478849 h 830409"/>
              <a:gd name="connsiteX1526" fmla="*/ 334617 w 707644"/>
              <a:gd name="connsiteY1526" fmla="*/ 472749 h 830409"/>
              <a:gd name="connsiteX1527" fmla="*/ 202045 w 707644"/>
              <a:gd name="connsiteY1527" fmla="*/ 724265 h 830409"/>
              <a:gd name="connsiteX1528" fmla="*/ 206023 w 707644"/>
              <a:gd name="connsiteY1528" fmla="*/ 729117 h 830409"/>
              <a:gd name="connsiteX1529" fmla="*/ 215545 w 707644"/>
              <a:gd name="connsiteY1529" fmla="*/ 736975 h 830409"/>
              <a:gd name="connsiteX1530" fmla="*/ 234382 w 707644"/>
              <a:gd name="connsiteY1530" fmla="*/ 767588 h 830409"/>
              <a:gd name="connsiteX1531" fmla="*/ 252267 w 707644"/>
              <a:gd name="connsiteY1531" fmla="*/ 796585 h 830409"/>
              <a:gd name="connsiteX1532" fmla="*/ 244995 w 707644"/>
              <a:gd name="connsiteY1532" fmla="*/ 793159 h 830409"/>
              <a:gd name="connsiteX1533" fmla="*/ 225851 w 707644"/>
              <a:gd name="connsiteY1533" fmla="*/ 767282 h 830409"/>
              <a:gd name="connsiteX1534" fmla="*/ 210273 w 707644"/>
              <a:gd name="connsiteY1534" fmla="*/ 744514 h 830409"/>
              <a:gd name="connsiteX1535" fmla="*/ 372314 w 707644"/>
              <a:gd name="connsiteY1535" fmla="*/ 368285 h 830409"/>
              <a:gd name="connsiteX1536" fmla="*/ 383791 w 707644"/>
              <a:gd name="connsiteY1536" fmla="*/ 384307 h 830409"/>
              <a:gd name="connsiteX1537" fmla="*/ 415209 w 707644"/>
              <a:gd name="connsiteY1537" fmla="*/ 423603 h 830409"/>
              <a:gd name="connsiteX1538" fmla="*/ 418023 w 707644"/>
              <a:gd name="connsiteY1538" fmla="*/ 429116 h 830409"/>
              <a:gd name="connsiteX1539" fmla="*/ 425635 w 707644"/>
              <a:gd name="connsiteY1539" fmla="*/ 443485 h 830409"/>
              <a:gd name="connsiteX1540" fmla="*/ 418802 w 707644"/>
              <a:gd name="connsiteY1540" fmla="*/ 449293 h 830409"/>
              <a:gd name="connsiteX1541" fmla="*/ 418163 w 707644"/>
              <a:gd name="connsiteY1541" fmla="*/ 452610 h 830409"/>
              <a:gd name="connsiteX1542" fmla="*/ 305766 w 707644"/>
              <a:gd name="connsiteY1542" fmla="*/ 503887 h 830409"/>
              <a:gd name="connsiteX1543" fmla="*/ 319061 w 707644"/>
              <a:gd name="connsiteY1543" fmla="*/ 522166 h 830409"/>
              <a:gd name="connsiteX1544" fmla="*/ 321732 w 707644"/>
              <a:gd name="connsiteY1544" fmla="*/ 527629 h 830409"/>
              <a:gd name="connsiteX1545" fmla="*/ 307465 w 707644"/>
              <a:gd name="connsiteY1545" fmla="*/ 513466 h 830409"/>
              <a:gd name="connsiteX1546" fmla="*/ 305134 w 707644"/>
              <a:gd name="connsiteY1546" fmla="*/ 503019 h 830409"/>
              <a:gd name="connsiteX1547" fmla="*/ 305718 w 707644"/>
              <a:gd name="connsiteY1547" fmla="*/ 503615 h 830409"/>
              <a:gd name="connsiteX1548" fmla="*/ 305766 w 707644"/>
              <a:gd name="connsiteY1548" fmla="*/ 503887 h 830409"/>
              <a:gd name="connsiteX1549" fmla="*/ 395182 w 707644"/>
              <a:gd name="connsiteY1549" fmla="*/ 313947 h 830409"/>
              <a:gd name="connsiteX1550" fmla="*/ 402274 w 707644"/>
              <a:gd name="connsiteY1550" fmla="*/ 323769 h 830409"/>
              <a:gd name="connsiteX1551" fmla="*/ 401284 w 707644"/>
              <a:gd name="connsiteY1551" fmla="*/ 323576 h 830409"/>
              <a:gd name="connsiteX1552" fmla="*/ 289932 w 707644"/>
              <a:gd name="connsiteY1552" fmla="*/ 530889 h 830409"/>
              <a:gd name="connsiteX1553" fmla="*/ 295827 w 707644"/>
              <a:gd name="connsiteY1553" fmla="*/ 537732 h 830409"/>
              <a:gd name="connsiteX1554" fmla="*/ 319315 w 707644"/>
              <a:gd name="connsiteY1554" fmla="*/ 565209 h 830409"/>
              <a:gd name="connsiteX1555" fmla="*/ 321512 w 707644"/>
              <a:gd name="connsiteY1555" fmla="*/ 574313 h 830409"/>
              <a:gd name="connsiteX1556" fmla="*/ 318530 w 707644"/>
              <a:gd name="connsiteY1556" fmla="*/ 570218 h 830409"/>
              <a:gd name="connsiteX1557" fmla="*/ 379185 w 707644"/>
              <a:gd name="connsiteY1557" fmla="*/ 343198 h 830409"/>
              <a:gd name="connsiteX1558" fmla="*/ 380216 w 707644"/>
              <a:gd name="connsiteY1558" fmla="*/ 344113 h 830409"/>
              <a:gd name="connsiteX1559" fmla="*/ 394042 w 707644"/>
              <a:gd name="connsiteY1559" fmla="*/ 361961 h 830409"/>
              <a:gd name="connsiteX1560" fmla="*/ 432159 w 707644"/>
              <a:gd name="connsiteY1560" fmla="*/ 423446 h 830409"/>
              <a:gd name="connsiteX1561" fmla="*/ 418106 w 707644"/>
              <a:gd name="connsiteY1561" fmla="*/ 406701 h 830409"/>
              <a:gd name="connsiteX1562" fmla="*/ 394544 w 707644"/>
              <a:gd name="connsiteY1562" fmla="*/ 381027 h 830409"/>
              <a:gd name="connsiteX1563" fmla="*/ 234931 w 707644"/>
              <a:gd name="connsiteY1563" fmla="*/ 642361 h 830409"/>
              <a:gd name="connsiteX1564" fmla="*/ 236592 w 707644"/>
              <a:gd name="connsiteY1564" fmla="*/ 643590 h 830409"/>
              <a:gd name="connsiteX1565" fmla="*/ 264622 w 707644"/>
              <a:gd name="connsiteY1565" fmla="*/ 660564 h 830409"/>
              <a:gd name="connsiteX1566" fmla="*/ 277456 w 707644"/>
              <a:gd name="connsiteY1566" fmla="*/ 673042 h 830409"/>
              <a:gd name="connsiteX1567" fmla="*/ 308256 w 707644"/>
              <a:gd name="connsiteY1567" fmla="*/ 723756 h 830409"/>
              <a:gd name="connsiteX1568" fmla="*/ 311751 w 707644"/>
              <a:gd name="connsiteY1568" fmla="*/ 731203 h 830409"/>
              <a:gd name="connsiteX1569" fmla="*/ 273795 w 707644"/>
              <a:gd name="connsiteY1569" fmla="*/ 689603 h 830409"/>
              <a:gd name="connsiteX1570" fmla="*/ 252270 w 707644"/>
              <a:gd name="connsiteY1570" fmla="*/ 666350 h 830409"/>
              <a:gd name="connsiteX1571" fmla="*/ 241273 w 707644"/>
              <a:gd name="connsiteY1571" fmla="*/ 651165 h 830409"/>
              <a:gd name="connsiteX1572" fmla="*/ 386022 w 707644"/>
              <a:gd name="connsiteY1572" fmla="*/ 320594 h 830409"/>
              <a:gd name="connsiteX1573" fmla="*/ 401284 w 707644"/>
              <a:gd name="connsiteY1573" fmla="*/ 323576 h 830409"/>
              <a:gd name="connsiteX1574" fmla="*/ 421531 w 707644"/>
              <a:gd name="connsiteY1574" fmla="*/ 355522 h 830409"/>
              <a:gd name="connsiteX1575" fmla="*/ 422875 w 707644"/>
              <a:gd name="connsiteY1575" fmla="*/ 357469 h 830409"/>
              <a:gd name="connsiteX1576" fmla="*/ 408122 w 707644"/>
              <a:gd name="connsiteY1576" fmla="*/ 341622 h 830409"/>
              <a:gd name="connsiteX1577" fmla="*/ 386110 w 707644"/>
              <a:gd name="connsiteY1577" fmla="*/ 320711 h 830409"/>
              <a:gd name="connsiteX1578" fmla="*/ 300762 w 707644"/>
              <a:gd name="connsiteY1578" fmla="*/ 497007 h 830409"/>
              <a:gd name="connsiteX1579" fmla="*/ 305134 w 707644"/>
              <a:gd name="connsiteY1579" fmla="*/ 503019 h 830409"/>
              <a:gd name="connsiteX1580" fmla="*/ 301654 w 707644"/>
              <a:gd name="connsiteY1580" fmla="*/ 499463 h 830409"/>
              <a:gd name="connsiteX1581" fmla="*/ 301341 w 707644"/>
              <a:gd name="connsiteY1581" fmla="*/ 498555 h 830409"/>
              <a:gd name="connsiteX1582" fmla="*/ 303284 w 707644"/>
              <a:gd name="connsiteY1582" fmla="*/ 489894 h 830409"/>
              <a:gd name="connsiteX1583" fmla="*/ 314257 w 707644"/>
              <a:gd name="connsiteY1583" fmla="*/ 512338 h 830409"/>
              <a:gd name="connsiteX1584" fmla="*/ 305718 w 707644"/>
              <a:gd name="connsiteY1584" fmla="*/ 503615 h 830409"/>
              <a:gd name="connsiteX1585" fmla="*/ 285151 w 707644"/>
              <a:gd name="connsiteY1585" fmla="*/ 524313 h 830409"/>
              <a:gd name="connsiteX1586" fmla="*/ 289932 w 707644"/>
              <a:gd name="connsiteY1586" fmla="*/ 530889 h 830409"/>
              <a:gd name="connsiteX1587" fmla="*/ 287105 w 707644"/>
              <a:gd name="connsiteY1587" fmla="*/ 527606 h 830409"/>
              <a:gd name="connsiteX1588" fmla="*/ 381591 w 707644"/>
              <a:gd name="connsiteY1588" fmla="*/ 319728 h 830409"/>
              <a:gd name="connsiteX1589" fmla="*/ 385977 w 707644"/>
              <a:gd name="connsiteY1589" fmla="*/ 320585 h 830409"/>
              <a:gd name="connsiteX1590" fmla="*/ 386110 w 707644"/>
              <a:gd name="connsiteY1590" fmla="*/ 320711 h 830409"/>
              <a:gd name="connsiteX1591" fmla="*/ 391937 w 707644"/>
              <a:gd name="connsiteY1591" fmla="*/ 328464 h 830409"/>
              <a:gd name="connsiteX1592" fmla="*/ 463127 w 707644"/>
              <a:gd name="connsiteY1592" fmla="*/ 417363 h 830409"/>
              <a:gd name="connsiteX1593" fmla="*/ 471894 w 707644"/>
              <a:gd name="connsiteY1593" fmla="*/ 427650 h 830409"/>
              <a:gd name="connsiteX1594" fmla="*/ 477485 w 707644"/>
              <a:gd name="connsiteY1594" fmla="*/ 435433 h 830409"/>
              <a:gd name="connsiteX1595" fmla="*/ 483913 w 707644"/>
              <a:gd name="connsiteY1595" fmla="*/ 448175 h 830409"/>
              <a:gd name="connsiteX1596" fmla="*/ 483472 w 707644"/>
              <a:gd name="connsiteY1596" fmla="*/ 447887 h 830409"/>
              <a:gd name="connsiteX1597" fmla="*/ 480616 w 707644"/>
              <a:gd name="connsiteY1597" fmla="*/ 446576 h 830409"/>
              <a:gd name="connsiteX1598" fmla="*/ 409075 w 707644"/>
              <a:gd name="connsiteY1598" fmla="*/ 369826 h 830409"/>
              <a:gd name="connsiteX1599" fmla="*/ 424116 w 707644"/>
              <a:gd name="connsiteY1599" fmla="*/ 230395 h 830409"/>
              <a:gd name="connsiteX1600" fmla="*/ 428380 w 707644"/>
              <a:gd name="connsiteY1600" fmla="*/ 236187 h 830409"/>
              <a:gd name="connsiteX1601" fmla="*/ 456850 w 707644"/>
              <a:gd name="connsiteY1601" fmla="*/ 275974 h 830409"/>
              <a:gd name="connsiteX1602" fmla="*/ 445063 w 707644"/>
              <a:gd name="connsiteY1602" fmla="*/ 262945 h 830409"/>
              <a:gd name="connsiteX1603" fmla="*/ 373066 w 707644"/>
              <a:gd name="connsiteY1603" fmla="*/ 328124 h 830409"/>
              <a:gd name="connsiteX1604" fmla="*/ 386356 w 707644"/>
              <a:gd name="connsiteY1604" fmla="*/ 349562 h 830409"/>
              <a:gd name="connsiteX1605" fmla="*/ 380216 w 707644"/>
              <a:gd name="connsiteY1605" fmla="*/ 344113 h 830409"/>
              <a:gd name="connsiteX1606" fmla="*/ 378831 w 707644"/>
              <a:gd name="connsiteY1606" fmla="*/ 342324 h 830409"/>
              <a:gd name="connsiteX1607" fmla="*/ 301124 w 707644"/>
              <a:gd name="connsiteY1607" fmla="*/ 477719 h 830409"/>
              <a:gd name="connsiteX1608" fmla="*/ 316069 w 707644"/>
              <a:gd name="connsiteY1608" fmla="*/ 497008 h 830409"/>
              <a:gd name="connsiteX1609" fmla="*/ 363506 w 707644"/>
              <a:gd name="connsiteY1609" fmla="*/ 558693 h 830409"/>
              <a:gd name="connsiteX1610" fmla="*/ 355033 w 707644"/>
              <a:gd name="connsiteY1610" fmla="*/ 553996 h 830409"/>
              <a:gd name="connsiteX1611" fmla="*/ 346069 w 707644"/>
              <a:gd name="connsiteY1611" fmla="*/ 544838 h 830409"/>
              <a:gd name="connsiteX1612" fmla="*/ 337064 w 707644"/>
              <a:gd name="connsiteY1612" fmla="*/ 530952 h 830409"/>
              <a:gd name="connsiteX1613" fmla="*/ 301309 w 707644"/>
              <a:gd name="connsiteY1613" fmla="*/ 478759 h 830409"/>
              <a:gd name="connsiteX1614" fmla="*/ 281249 w 707644"/>
              <a:gd name="connsiteY1614" fmla="*/ 518938 h 830409"/>
              <a:gd name="connsiteX1615" fmla="*/ 282332 w 707644"/>
              <a:gd name="connsiteY1615" fmla="*/ 519561 h 830409"/>
              <a:gd name="connsiteX1616" fmla="*/ 285151 w 707644"/>
              <a:gd name="connsiteY1616" fmla="*/ 524313 h 830409"/>
              <a:gd name="connsiteX1617" fmla="*/ 283798 w 707644"/>
              <a:gd name="connsiteY1617" fmla="*/ 522452 h 830409"/>
              <a:gd name="connsiteX1618" fmla="*/ 359326 w 707644"/>
              <a:gd name="connsiteY1618" fmla="*/ 343468 h 830409"/>
              <a:gd name="connsiteX1619" fmla="*/ 373280 w 707644"/>
              <a:gd name="connsiteY1619" fmla="*/ 357857 h 830409"/>
              <a:gd name="connsiteX1620" fmla="*/ 394544 w 707644"/>
              <a:gd name="connsiteY1620" fmla="*/ 381027 h 830409"/>
              <a:gd name="connsiteX1621" fmla="*/ 396463 w 707644"/>
              <a:gd name="connsiteY1621" fmla="*/ 385754 h 830409"/>
              <a:gd name="connsiteX1622" fmla="*/ 403697 w 707644"/>
              <a:gd name="connsiteY1622" fmla="*/ 401046 h 830409"/>
              <a:gd name="connsiteX1623" fmla="*/ 403826 w 707644"/>
              <a:gd name="connsiteY1623" fmla="*/ 401298 h 830409"/>
              <a:gd name="connsiteX1624" fmla="*/ 400931 w 707644"/>
              <a:gd name="connsiteY1624" fmla="*/ 398461 h 830409"/>
              <a:gd name="connsiteX1625" fmla="*/ 362997 w 707644"/>
              <a:gd name="connsiteY1625" fmla="*/ 351133 h 830409"/>
              <a:gd name="connsiteX1626" fmla="*/ 315331 w 707644"/>
              <a:gd name="connsiteY1626" fmla="*/ 434024 h 830409"/>
              <a:gd name="connsiteX1627" fmla="*/ 315635 w 707644"/>
              <a:gd name="connsiteY1627" fmla="*/ 434324 h 830409"/>
              <a:gd name="connsiteX1628" fmla="*/ 338570 w 707644"/>
              <a:gd name="connsiteY1628" fmla="*/ 463073 h 830409"/>
              <a:gd name="connsiteX1629" fmla="*/ 355376 w 707644"/>
              <a:gd name="connsiteY1629" fmla="*/ 485352 h 830409"/>
              <a:gd name="connsiteX1630" fmla="*/ 349332 w 707644"/>
              <a:gd name="connsiteY1630" fmla="*/ 480069 h 830409"/>
              <a:gd name="connsiteX1631" fmla="*/ 333936 w 707644"/>
              <a:gd name="connsiteY1631" fmla="*/ 458969 h 830409"/>
              <a:gd name="connsiteX1632" fmla="*/ 275183 w 707644"/>
              <a:gd name="connsiteY1632" fmla="*/ 515445 h 830409"/>
              <a:gd name="connsiteX1633" fmla="*/ 278055 w 707644"/>
              <a:gd name="connsiteY1633" fmla="*/ 517098 h 830409"/>
              <a:gd name="connsiteX1634" fmla="*/ 278190 w 707644"/>
              <a:gd name="connsiteY1634" fmla="*/ 517257 h 830409"/>
              <a:gd name="connsiteX1635" fmla="*/ 287105 w 707644"/>
              <a:gd name="connsiteY1635" fmla="*/ 527606 h 830409"/>
              <a:gd name="connsiteX1636" fmla="*/ 292419 w 707644"/>
              <a:gd name="connsiteY1636" fmla="*/ 536562 h 830409"/>
              <a:gd name="connsiteX1637" fmla="*/ 310176 w 707644"/>
              <a:gd name="connsiteY1637" fmla="*/ 572606 h 830409"/>
              <a:gd name="connsiteX1638" fmla="*/ 322035 w 707644"/>
              <a:gd name="connsiteY1638" fmla="*/ 598078 h 830409"/>
              <a:gd name="connsiteX1639" fmla="*/ 321494 w 707644"/>
              <a:gd name="connsiteY1639" fmla="*/ 597508 h 830409"/>
              <a:gd name="connsiteX1640" fmla="*/ 311583 w 707644"/>
              <a:gd name="connsiteY1640" fmla="*/ 586501 h 830409"/>
              <a:gd name="connsiteX1641" fmla="*/ 289477 w 707644"/>
              <a:gd name="connsiteY1641" fmla="*/ 540430 h 830409"/>
              <a:gd name="connsiteX1642" fmla="*/ 276069 w 707644"/>
              <a:gd name="connsiteY1642" fmla="*/ 509005 h 830409"/>
              <a:gd name="connsiteX1643" fmla="*/ 290166 w 707644"/>
              <a:gd name="connsiteY1643" fmla="*/ 518040 h 830409"/>
              <a:gd name="connsiteX1644" fmla="*/ 291610 w 707644"/>
              <a:gd name="connsiteY1644" fmla="*/ 518841 h 830409"/>
              <a:gd name="connsiteX1645" fmla="*/ 298536 w 707644"/>
              <a:gd name="connsiteY1645" fmla="*/ 528893 h 830409"/>
              <a:gd name="connsiteX1646" fmla="*/ 282332 w 707644"/>
              <a:gd name="connsiteY1646" fmla="*/ 519561 h 830409"/>
              <a:gd name="connsiteX1647" fmla="*/ 398719 w 707644"/>
              <a:gd name="connsiteY1647" fmla="*/ 250661 h 830409"/>
              <a:gd name="connsiteX1648" fmla="*/ 422888 w 707644"/>
              <a:gd name="connsiteY1648" fmla="*/ 269828 h 830409"/>
              <a:gd name="connsiteX1649" fmla="*/ 471673 w 707644"/>
              <a:gd name="connsiteY1649" fmla="*/ 337329 h 830409"/>
              <a:gd name="connsiteX1650" fmla="*/ 446654 w 707644"/>
              <a:gd name="connsiteY1650" fmla="*/ 332440 h 830409"/>
              <a:gd name="connsiteX1651" fmla="*/ 435601 w 707644"/>
              <a:gd name="connsiteY1651" fmla="*/ 312632 h 830409"/>
              <a:gd name="connsiteX1652" fmla="*/ 311975 w 707644"/>
              <a:gd name="connsiteY1652" fmla="*/ 429736 h 830409"/>
              <a:gd name="connsiteX1653" fmla="*/ 314389 w 707644"/>
              <a:gd name="connsiteY1653" fmla="*/ 432761 h 830409"/>
              <a:gd name="connsiteX1654" fmla="*/ 315331 w 707644"/>
              <a:gd name="connsiteY1654" fmla="*/ 434024 h 830409"/>
              <a:gd name="connsiteX1655" fmla="*/ 313054 w 707644"/>
              <a:gd name="connsiteY1655" fmla="*/ 431785 h 830409"/>
              <a:gd name="connsiteX1656" fmla="*/ 365968 w 707644"/>
              <a:gd name="connsiteY1656" fmla="*/ 316676 h 830409"/>
              <a:gd name="connsiteX1657" fmla="*/ 368629 w 707644"/>
              <a:gd name="connsiteY1657" fmla="*/ 317195 h 830409"/>
              <a:gd name="connsiteX1658" fmla="*/ 373066 w 707644"/>
              <a:gd name="connsiteY1658" fmla="*/ 328124 h 830409"/>
              <a:gd name="connsiteX1659" fmla="*/ 311088 w 707644"/>
              <a:gd name="connsiteY1659" fmla="*/ 428336 h 830409"/>
              <a:gd name="connsiteX1660" fmla="*/ 311795 w 707644"/>
              <a:gd name="connsiteY1660" fmla="*/ 429284 h 830409"/>
              <a:gd name="connsiteX1661" fmla="*/ 311975 w 707644"/>
              <a:gd name="connsiteY1661" fmla="*/ 429736 h 830409"/>
              <a:gd name="connsiteX1662" fmla="*/ 291810 w 707644"/>
              <a:gd name="connsiteY1662" fmla="*/ 466426 h 830409"/>
              <a:gd name="connsiteX1663" fmla="*/ 299963 w 707644"/>
              <a:gd name="connsiteY1663" fmla="*/ 476795 h 830409"/>
              <a:gd name="connsiteX1664" fmla="*/ 301309 w 707644"/>
              <a:gd name="connsiteY1664" fmla="*/ 478759 h 830409"/>
              <a:gd name="connsiteX1665" fmla="*/ 303284 w 707644"/>
              <a:gd name="connsiteY1665" fmla="*/ 489894 h 830409"/>
              <a:gd name="connsiteX1666" fmla="*/ 231343 w 707644"/>
              <a:gd name="connsiteY1666" fmla="*/ 590336 h 830409"/>
              <a:gd name="connsiteX1667" fmla="*/ 242283 w 707644"/>
              <a:gd name="connsiteY1667" fmla="*/ 597025 h 830409"/>
              <a:gd name="connsiteX1668" fmla="*/ 264683 w 707644"/>
              <a:gd name="connsiteY1668" fmla="*/ 616895 h 830409"/>
              <a:gd name="connsiteX1669" fmla="*/ 277455 w 707644"/>
              <a:gd name="connsiteY1669" fmla="*/ 642178 h 830409"/>
              <a:gd name="connsiteX1670" fmla="*/ 255338 w 707644"/>
              <a:gd name="connsiteY1670" fmla="*/ 613853 h 830409"/>
              <a:gd name="connsiteX1671" fmla="*/ 235125 w 707644"/>
              <a:gd name="connsiteY1671" fmla="*/ 596570 h 830409"/>
              <a:gd name="connsiteX1672" fmla="*/ 303446 w 707644"/>
              <a:gd name="connsiteY1672" fmla="*/ 438577 h 830409"/>
              <a:gd name="connsiteX1673" fmla="*/ 322679 w 707644"/>
              <a:gd name="connsiteY1673" fmla="*/ 456717 h 830409"/>
              <a:gd name="connsiteX1674" fmla="*/ 327992 w 707644"/>
              <a:gd name="connsiteY1674" fmla="*/ 463590 h 830409"/>
              <a:gd name="connsiteX1675" fmla="*/ 333585 w 707644"/>
              <a:gd name="connsiteY1675" fmla="*/ 471455 h 830409"/>
              <a:gd name="connsiteX1676" fmla="*/ 334617 w 707644"/>
              <a:gd name="connsiteY1676" fmla="*/ 472749 h 830409"/>
              <a:gd name="connsiteX1677" fmla="*/ 343188 w 707644"/>
              <a:gd name="connsiteY1677" fmla="*/ 489031 h 830409"/>
              <a:gd name="connsiteX1678" fmla="*/ 338434 w 707644"/>
              <a:gd name="connsiteY1678" fmla="*/ 484687 h 830409"/>
              <a:gd name="connsiteX1679" fmla="*/ 311665 w 707644"/>
              <a:gd name="connsiteY1679" fmla="*/ 454646 h 830409"/>
              <a:gd name="connsiteX1680" fmla="*/ 311428 w 707644"/>
              <a:gd name="connsiteY1680" fmla="*/ 454346 h 830409"/>
              <a:gd name="connsiteX1681" fmla="*/ 185590 w 707644"/>
              <a:gd name="connsiteY1681" fmla="*/ 681036 h 830409"/>
              <a:gd name="connsiteX1682" fmla="*/ 207941 w 707644"/>
              <a:gd name="connsiteY1682" fmla="*/ 703871 h 830409"/>
              <a:gd name="connsiteX1683" fmla="*/ 227240 w 707644"/>
              <a:gd name="connsiteY1683" fmla="*/ 727323 h 830409"/>
              <a:gd name="connsiteX1684" fmla="*/ 251202 w 707644"/>
              <a:gd name="connsiteY1684" fmla="*/ 756144 h 830409"/>
              <a:gd name="connsiteX1685" fmla="*/ 250629 w 707644"/>
              <a:gd name="connsiteY1685" fmla="*/ 756076 h 830409"/>
              <a:gd name="connsiteX1686" fmla="*/ 232009 w 707644"/>
              <a:gd name="connsiteY1686" fmla="*/ 750563 h 830409"/>
              <a:gd name="connsiteX1687" fmla="*/ 215545 w 707644"/>
              <a:gd name="connsiteY1687" fmla="*/ 736975 h 830409"/>
              <a:gd name="connsiteX1688" fmla="*/ 192842 w 707644"/>
              <a:gd name="connsiteY1688" fmla="*/ 700079 h 830409"/>
              <a:gd name="connsiteX1689" fmla="*/ 192310 w 707644"/>
              <a:gd name="connsiteY1689" fmla="*/ 699344 h 830409"/>
              <a:gd name="connsiteX1690" fmla="*/ 268853 w 707644"/>
              <a:gd name="connsiteY1690" fmla="*/ 504381 h 830409"/>
              <a:gd name="connsiteX1691" fmla="*/ 272288 w 707644"/>
              <a:gd name="connsiteY1691" fmla="*/ 506582 h 830409"/>
              <a:gd name="connsiteX1692" fmla="*/ 281249 w 707644"/>
              <a:gd name="connsiteY1692" fmla="*/ 518938 h 830409"/>
              <a:gd name="connsiteX1693" fmla="*/ 278055 w 707644"/>
              <a:gd name="connsiteY1693" fmla="*/ 517098 h 830409"/>
              <a:gd name="connsiteX1694" fmla="*/ 272218 w 707644"/>
              <a:gd name="connsiteY1694" fmla="*/ 510262 h 830409"/>
              <a:gd name="connsiteX1695" fmla="*/ 306879 w 707644"/>
              <a:gd name="connsiteY1695" fmla="*/ 416943 h 830409"/>
              <a:gd name="connsiteX1696" fmla="*/ 315562 w 707644"/>
              <a:gd name="connsiteY1696" fmla="*/ 425552 h 830409"/>
              <a:gd name="connsiteX1697" fmla="*/ 325213 w 707644"/>
              <a:gd name="connsiteY1697" fmla="*/ 434334 h 830409"/>
              <a:gd name="connsiteX1698" fmla="*/ 336721 w 707644"/>
              <a:gd name="connsiteY1698" fmla="*/ 449911 h 830409"/>
              <a:gd name="connsiteX1699" fmla="*/ 349547 w 707644"/>
              <a:gd name="connsiteY1699" fmla="*/ 468755 h 830409"/>
              <a:gd name="connsiteX1700" fmla="*/ 337757 w 707644"/>
              <a:gd name="connsiteY1700" fmla="*/ 456080 h 830409"/>
              <a:gd name="connsiteX1701" fmla="*/ 315635 w 707644"/>
              <a:gd name="connsiteY1701" fmla="*/ 434324 h 830409"/>
              <a:gd name="connsiteX1702" fmla="*/ 314389 w 707644"/>
              <a:gd name="connsiteY1702" fmla="*/ 432761 h 830409"/>
              <a:gd name="connsiteX1703" fmla="*/ 311795 w 707644"/>
              <a:gd name="connsiteY1703" fmla="*/ 429284 h 830409"/>
              <a:gd name="connsiteX1704" fmla="*/ 286405 w 707644"/>
              <a:gd name="connsiteY1704" fmla="*/ 458723 h 830409"/>
              <a:gd name="connsiteX1705" fmla="*/ 290846 w 707644"/>
              <a:gd name="connsiteY1705" fmla="*/ 464455 h 830409"/>
              <a:gd name="connsiteX1706" fmla="*/ 291810 w 707644"/>
              <a:gd name="connsiteY1706" fmla="*/ 466426 h 830409"/>
              <a:gd name="connsiteX1707" fmla="*/ 287067 w 707644"/>
              <a:gd name="connsiteY1707" fmla="*/ 460393 h 830409"/>
              <a:gd name="connsiteX1708" fmla="*/ 286907 w 707644"/>
              <a:gd name="connsiteY1708" fmla="*/ 459967 h 830409"/>
              <a:gd name="connsiteX1709" fmla="*/ 359977 w 707644"/>
              <a:gd name="connsiteY1709" fmla="*/ 295886 h 830409"/>
              <a:gd name="connsiteX1710" fmla="*/ 377559 w 707644"/>
              <a:gd name="connsiteY1710" fmla="*/ 312589 h 830409"/>
              <a:gd name="connsiteX1711" fmla="*/ 378244 w 707644"/>
              <a:gd name="connsiteY1711" fmla="*/ 313626 h 830409"/>
              <a:gd name="connsiteX1712" fmla="*/ 381591 w 707644"/>
              <a:gd name="connsiteY1712" fmla="*/ 319728 h 830409"/>
              <a:gd name="connsiteX1713" fmla="*/ 368629 w 707644"/>
              <a:gd name="connsiteY1713" fmla="*/ 317195 h 830409"/>
              <a:gd name="connsiteX1714" fmla="*/ 293407 w 707644"/>
              <a:gd name="connsiteY1714" fmla="*/ 431287 h 830409"/>
              <a:gd name="connsiteX1715" fmla="*/ 294471 w 707644"/>
              <a:gd name="connsiteY1715" fmla="*/ 432900 h 830409"/>
              <a:gd name="connsiteX1716" fmla="*/ 311428 w 707644"/>
              <a:gd name="connsiteY1716" fmla="*/ 454346 h 830409"/>
              <a:gd name="connsiteX1717" fmla="*/ 319311 w 707644"/>
              <a:gd name="connsiteY1717" fmla="*/ 469919 h 830409"/>
              <a:gd name="connsiteX1718" fmla="*/ 323297 w 707644"/>
              <a:gd name="connsiteY1718" fmla="*/ 478041 h 830409"/>
              <a:gd name="connsiteX1719" fmla="*/ 297193 w 707644"/>
              <a:gd name="connsiteY1719" fmla="*/ 443018 h 830409"/>
              <a:gd name="connsiteX1720" fmla="*/ 294820 w 707644"/>
              <a:gd name="connsiteY1720" fmla="*/ 440044 h 830409"/>
              <a:gd name="connsiteX1721" fmla="*/ 341005 w 707644"/>
              <a:gd name="connsiteY1721" fmla="*/ 324576 h 830409"/>
              <a:gd name="connsiteX1722" fmla="*/ 345080 w 707644"/>
              <a:gd name="connsiteY1722" fmla="*/ 328778 h 830409"/>
              <a:gd name="connsiteX1723" fmla="*/ 362997 w 707644"/>
              <a:gd name="connsiteY1723" fmla="*/ 351133 h 830409"/>
              <a:gd name="connsiteX1724" fmla="*/ 363061 w 707644"/>
              <a:gd name="connsiteY1724" fmla="*/ 351268 h 830409"/>
              <a:gd name="connsiteX1725" fmla="*/ 372314 w 707644"/>
              <a:gd name="connsiteY1725" fmla="*/ 368285 h 830409"/>
              <a:gd name="connsiteX1726" fmla="*/ 344482 w 707644"/>
              <a:gd name="connsiteY1726" fmla="*/ 312478 h 830409"/>
              <a:gd name="connsiteX1727" fmla="*/ 357712 w 707644"/>
              <a:gd name="connsiteY1727" fmla="*/ 315063 h 830409"/>
              <a:gd name="connsiteX1728" fmla="*/ 378831 w 707644"/>
              <a:gd name="connsiteY1728" fmla="*/ 342324 h 830409"/>
              <a:gd name="connsiteX1729" fmla="*/ 379185 w 707644"/>
              <a:gd name="connsiteY1729" fmla="*/ 343198 h 830409"/>
              <a:gd name="connsiteX1730" fmla="*/ 348174 w 707644"/>
              <a:gd name="connsiteY1730" fmla="*/ 315673 h 830409"/>
              <a:gd name="connsiteX1731" fmla="*/ 344837 w 707644"/>
              <a:gd name="connsiteY1731" fmla="*/ 313219 h 830409"/>
              <a:gd name="connsiteX1732" fmla="*/ 289602 w 707644"/>
              <a:gd name="connsiteY1732" fmla="*/ 425520 h 830409"/>
              <a:gd name="connsiteX1733" fmla="*/ 292992 w 707644"/>
              <a:gd name="connsiteY1733" fmla="*/ 428716 h 830409"/>
              <a:gd name="connsiteX1734" fmla="*/ 293407 w 707644"/>
              <a:gd name="connsiteY1734" fmla="*/ 431287 h 830409"/>
              <a:gd name="connsiteX1735" fmla="*/ 291717 w 707644"/>
              <a:gd name="connsiteY1735" fmla="*/ 420821 h 830409"/>
              <a:gd name="connsiteX1736" fmla="*/ 297848 w 707644"/>
              <a:gd name="connsiteY1736" fmla="*/ 427517 h 830409"/>
              <a:gd name="connsiteX1737" fmla="*/ 303446 w 707644"/>
              <a:gd name="connsiteY1737" fmla="*/ 438577 h 830409"/>
              <a:gd name="connsiteX1738" fmla="*/ 292992 w 707644"/>
              <a:gd name="connsiteY1738" fmla="*/ 428716 h 830409"/>
              <a:gd name="connsiteX1739" fmla="*/ 213947 w 707644"/>
              <a:gd name="connsiteY1739" fmla="*/ 579698 h 830409"/>
              <a:gd name="connsiteX1740" fmla="*/ 218721 w 707644"/>
              <a:gd name="connsiteY1740" fmla="*/ 582618 h 830409"/>
              <a:gd name="connsiteX1741" fmla="*/ 219256 w 707644"/>
              <a:gd name="connsiteY1741" fmla="*/ 583001 h 830409"/>
              <a:gd name="connsiteX1742" fmla="*/ 235125 w 707644"/>
              <a:gd name="connsiteY1742" fmla="*/ 596570 h 830409"/>
              <a:gd name="connsiteX1743" fmla="*/ 268742 w 707644"/>
              <a:gd name="connsiteY1743" fmla="*/ 651976 h 830409"/>
              <a:gd name="connsiteX1744" fmla="*/ 275296 w 707644"/>
              <a:gd name="connsiteY1744" fmla="*/ 663254 h 830409"/>
              <a:gd name="connsiteX1745" fmla="*/ 274119 w 707644"/>
              <a:gd name="connsiteY1745" fmla="*/ 662958 h 830409"/>
              <a:gd name="connsiteX1746" fmla="*/ 261474 w 707644"/>
              <a:gd name="connsiteY1746" fmla="*/ 648690 h 830409"/>
              <a:gd name="connsiteX1747" fmla="*/ 231045 w 707644"/>
              <a:gd name="connsiteY1747" fmla="*/ 603597 h 830409"/>
              <a:gd name="connsiteX1748" fmla="*/ 390311 w 707644"/>
              <a:gd name="connsiteY1748" fmla="*/ 203092 h 830409"/>
              <a:gd name="connsiteX1749" fmla="*/ 414436 w 707644"/>
              <a:gd name="connsiteY1749" fmla="*/ 229089 h 830409"/>
              <a:gd name="connsiteX1750" fmla="*/ 445063 w 707644"/>
              <a:gd name="connsiteY1750" fmla="*/ 262945 h 830409"/>
              <a:gd name="connsiteX1751" fmla="*/ 463079 w 707644"/>
              <a:gd name="connsiteY1751" fmla="*/ 290940 h 830409"/>
              <a:gd name="connsiteX1752" fmla="*/ 492202 w 707644"/>
              <a:gd name="connsiteY1752" fmla="*/ 341339 h 830409"/>
              <a:gd name="connsiteX1753" fmla="*/ 489714 w 707644"/>
              <a:gd name="connsiteY1753" fmla="*/ 340853 h 830409"/>
              <a:gd name="connsiteX1754" fmla="*/ 463412 w 707644"/>
              <a:gd name="connsiteY1754" fmla="*/ 312219 h 830409"/>
              <a:gd name="connsiteX1755" fmla="*/ 419792 w 707644"/>
              <a:gd name="connsiteY1755" fmla="*/ 249044 h 830409"/>
              <a:gd name="connsiteX1756" fmla="*/ 290035 w 707644"/>
              <a:gd name="connsiteY1756" fmla="*/ 409146 h 830409"/>
              <a:gd name="connsiteX1757" fmla="*/ 313054 w 707644"/>
              <a:gd name="connsiteY1757" fmla="*/ 431785 h 830409"/>
              <a:gd name="connsiteX1758" fmla="*/ 329214 w 707644"/>
              <a:gd name="connsiteY1758" fmla="*/ 462485 h 830409"/>
              <a:gd name="connsiteX1759" fmla="*/ 323484 w 707644"/>
              <a:gd name="connsiteY1759" fmla="*/ 457476 h 830409"/>
              <a:gd name="connsiteX1760" fmla="*/ 322679 w 707644"/>
              <a:gd name="connsiteY1760" fmla="*/ 456717 h 830409"/>
              <a:gd name="connsiteX1761" fmla="*/ 318716 w 707644"/>
              <a:gd name="connsiteY1761" fmla="*/ 451592 h 830409"/>
              <a:gd name="connsiteX1762" fmla="*/ 301767 w 707644"/>
              <a:gd name="connsiteY1762" fmla="*/ 431798 h 830409"/>
              <a:gd name="connsiteX1763" fmla="*/ 297848 w 707644"/>
              <a:gd name="connsiteY1763" fmla="*/ 427517 h 830409"/>
              <a:gd name="connsiteX1764" fmla="*/ 294800 w 707644"/>
              <a:gd name="connsiteY1764" fmla="*/ 421496 h 830409"/>
              <a:gd name="connsiteX1765" fmla="*/ 291065 w 707644"/>
              <a:gd name="connsiteY1765" fmla="*/ 416603 h 830409"/>
              <a:gd name="connsiteX1766" fmla="*/ 383180 w 707644"/>
              <a:gd name="connsiteY1766" fmla="*/ 214887 h 830409"/>
              <a:gd name="connsiteX1767" fmla="*/ 387337 w 707644"/>
              <a:gd name="connsiteY1767" fmla="*/ 218865 h 830409"/>
              <a:gd name="connsiteX1768" fmla="*/ 442466 w 707644"/>
              <a:gd name="connsiteY1768" fmla="*/ 286221 h 830409"/>
              <a:gd name="connsiteX1769" fmla="*/ 461173 w 707644"/>
              <a:gd name="connsiteY1769" fmla="*/ 309782 h 830409"/>
              <a:gd name="connsiteX1770" fmla="*/ 428728 w 707644"/>
              <a:gd name="connsiteY1770" fmla="*/ 274459 h 830409"/>
              <a:gd name="connsiteX1771" fmla="*/ 422888 w 707644"/>
              <a:gd name="connsiteY1771" fmla="*/ 269828 h 830409"/>
              <a:gd name="connsiteX1772" fmla="*/ 296580 w 707644"/>
              <a:gd name="connsiteY1772" fmla="*/ 391093 h 830409"/>
              <a:gd name="connsiteX1773" fmla="*/ 307012 w 707644"/>
              <a:gd name="connsiteY1773" fmla="*/ 402235 h 830409"/>
              <a:gd name="connsiteX1774" fmla="*/ 383181 w 707644"/>
              <a:gd name="connsiteY1774" fmla="*/ 486948 h 830409"/>
              <a:gd name="connsiteX1775" fmla="*/ 408389 w 707644"/>
              <a:gd name="connsiteY1775" fmla="*/ 513919 h 830409"/>
              <a:gd name="connsiteX1776" fmla="*/ 408384 w 707644"/>
              <a:gd name="connsiteY1776" fmla="*/ 514344 h 830409"/>
              <a:gd name="connsiteX1777" fmla="*/ 373710 w 707644"/>
              <a:gd name="connsiteY1777" fmla="*/ 479276 h 830409"/>
              <a:gd name="connsiteX1778" fmla="*/ 341387 w 707644"/>
              <a:gd name="connsiteY1778" fmla="*/ 449053 h 830409"/>
              <a:gd name="connsiteX1779" fmla="*/ 325213 w 707644"/>
              <a:gd name="connsiteY1779" fmla="*/ 434334 h 830409"/>
              <a:gd name="connsiteX1780" fmla="*/ 303040 w 707644"/>
              <a:gd name="connsiteY1780" fmla="*/ 404320 h 830409"/>
              <a:gd name="connsiteX1781" fmla="*/ 300770 w 707644"/>
              <a:gd name="connsiteY1781" fmla="*/ 401608 h 830409"/>
              <a:gd name="connsiteX1782" fmla="*/ 288465 w 707644"/>
              <a:gd name="connsiteY1782" fmla="*/ 397773 h 830409"/>
              <a:gd name="connsiteX1783" fmla="*/ 293042 w 707644"/>
              <a:gd name="connsiteY1783" fmla="*/ 403225 h 830409"/>
              <a:gd name="connsiteX1784" fmla="*/ 298778 w 707644"/>
              <a:gd name="connsiteY1784" fmla="*/ 408912 h 830409"/>
              <a:gd name="connsiteX1785" fmla="*/ 311088 w 707644"/>
              <a:gd name="connsiteY1785" fmla="*/ 428336 h 830409"/>
              <a:gd name="connsiteX1786" fmla="*/ 296867 w 707644"/>
              <a:gd name="connsiteY1786" fmla="*/ 409269 h 830409"/>
              <a:gd name="connsiteX1787" fmla="*/ 288599 w 707644"/>
              <a:gd name="connsiteY1787" fmla="*/ 398744 h 830409"/>
              <a:gd name="connsiteX1788" fmla="*/ 330238 w 707644"/>
              <a:gd name="connsiteY1788" fmla="*/ 309695 h 830409"/>
              <a:gd name="connsiteX1789" fmla="*/ 343594 w 707644"/>
              <a:gd name="connsiteY1789" fmla="*/ 312304 h 830409"/>
              <a:gd name="connsiteX1790" fmla="*/ 344837 w 707644"/>
              <a:gd name="connsiteY1790" fmla="*/ 313219 h 830409"/>
              <a:gd name="connsiteX1791" fmla="*/ 359326 w 707644"/>
              <a:gd name="connsiteY1791" fmla="*/ 343468 h 830409"/>
              <a:gd name="connsiteX1792" fmla="*/ 345080 w 707644"/>
              <a:gd name="connsiteY1792" fmla="*/ 328778 h 830409"/>
              <a:gd name="connsiteX1793" fmla="*/ 335059 w 707644"/>
              <a:gd name="connsiteY1793" fmla="*/ 316275 h 830409"/>
              <a:gd name="connsiteX1794" fmla="*/ 334221 w 707644"/>
              <a:gd name="connsiteY1794" fmla="*/ 315107 h 830409"/>
              <a:gd name="connsiteX1795" fmla="*/ 349367 w 707644"/>
              <a:gd name="connsiteY1795" fmla="*/ 269753 h 830409"/>
              <a:gd name="connsiteX1796" fmla="*/ 365016 w 707644"/>
              <a:gd name="connsiteY1796" fmla="*/ 292643 h 830409"/>
              <a:gd name="connsiteX1797" fmla="*/ 386022 w 707644"/>
              <a:gd name="connsiteY1797" fmla="*/ 320594 h 830409"/>
              <a:gd name="connsiteX1798" fmla="*/ 385977 w 707644"/>
              <a:gd name="connsiteY1798" fmla="*/ 320585 h 830409"/>
              <a:gd name="connsiteX1799" fmla="*/ 377559 w 707644"/>
              <a:gd name="connsiteY1799" fmla="*/ 312589 h 830409"/>
              <a:gd name="connsiteX1800" fmla="*/ 349464 w 707644"/>
              <a:gd name="connsiteY1800" fmla="*/ 269990 h 830409"/>
              <a:gd name="connsiteX1801" fmla="*/ 398732 w 707644"/>
              <a:gd name="connsiteY1801" fmla="*/ 161013 h 830409"/>
              <a:gd name="connsiteX1802" fmla="*/ 407046 w 707644"/>
              <a:gd name="connsiteY1802" fmla="*/ 170817 h 830409"/>
              <a:gd name="connsiteX1803" fmla="*/ 431804 w 707644"/>
              <a:gd name="connsiteY1803" fmla="*/ 201984 h 830409"/>
              <a:gd name="connsiteX1804" fmla="*/ 475439 w 707644"/>
              <a:gd name="connsiteY1804" fmla="*/ 265176 h 830409"/>
              <a:gd name="connsiteX1805" fmla="*/ 490067 w 707644"/>
              <a:gd name="connsiteY1805" fmla="*/ 280219 h 830409"/>
              <a:gd name="connsiteX1806" fmla="*/ 527744 w 707644"/>
              <a:gd name="connsiteY1806" fmla="*/ 344910 h 830409"/>
              <a:gd name="connsiteX1807" fmla="*/ 529631 w 707644"/>
              <a:gd name="connsiteY1807" fmla="*/ 348652 h 830409"/>
              <a:gd name="connsiteX1808" fmla="*/ 517525 w 707644"/>
              <a:gd name="connsiteY1808" fmla="*/ 346287 h 830409"/>
              <a:gd name="connsiteX1809" fmla="*/ 498286 w 707644"/>
              <a:gd name="connsiteY1809" fmla="*/ 321780 h 830409"/>
              <a:gd name="connsiteX1810" fmla="*/ 480236 w 707644"/>
              <a:gd name="connsiteY1810" fmla="*/ 301827 h 830409"/>
              <a:gd name="connsiteX1811" fmla="*/ 458263 w 707644"/>
              <a:gd name="connsiteY1811" fmla="*/ 256936 h 830409"/>
              <a:gd name="connsiteX1812" fmla="*/ 427088 w 707644"/>
              <a:gd name="connsiteY1812" fmla="*/ 204057 h 830409"/>
              <a:gd name="connsiteX1813" fmla="*/ 327017 w 707644"/>
              <a:gd name="connsiteY1813" fmla="*/ 309065 h 830409"/>
              <a:gd name="connsiteX1814" fmla="*/ 329700 w 707644"/>
              <a:gd name="connsiteY1814" fmla="*/ 309590 h 830409"/>
              <a:gd name="connsiteX1815" fmla="*/ 335059 w 707644"/>
              <a:gd name="connsiteY1815" fmla="*/ 316275 h 830409"/>
              <a:gd name="connsiteX1816" fmla="*/ 341005 w 707644"/>
              <a:gd name="connsiteY1816" fmla="*/ 324576 h 830409"/>
              <a:gd name="connsiteX1817" fmla="*/ 327582 w 707644"/>
              <a:gd name="connsiteY1817" fmla="*/ 310735 h 830409"/>
              <a:gd name="connsiteX1818" fmla="*/ 155260 w 707644"/>
              <a:gd name="connsiteY1818" fmla="*/ 664381 h 830409"/>
              <a:gd name="connsiteX1819" fmla="*/ 176292 w 707644"/>
              <a:gd name="connsiteY1819" fmla="*/ 694849 h 830409"/>
              <a:gd name="connsiteX1820" fmla="*/ 210273 w 707644"/>
              <a:gd name="connsiteY1820" fmla="*/ 744514 h 830409"/>
              <a:gd name="connsiteX1821" fmla="*/ 215117 w 707644"/>
              <a:gd name="connsiteY1821" fmla="*/ 756435 h 830409"/>
              <a:gd name="connsiteX1822" fmla="*/ 229126 w 707644"/>
              <a:gd name="connsiteY1822" fmla="*/ 785683 h 830409"/>
              <a:gd name="connsiteX1823" fmla="*/ 216411 w 707644"/>
              <a:gd name="connsiteY1823" fmla="*/ 779692 h 830409"/>
              <a:gd name="connsiteX1824" fmla="*/ 211061 w 707644"/>
              <a:gd name="connsiteY1824" fmla="*/ 772206 h 830409"/>
              <a:gd name="connsiteX1825" fmla="*/ 157838 w 707644"/>
              <a:gd name="connsiteY1825" fmla="*/ 669998 h 830409"/>
              <a:gd name="connsiteX1826" fmla="*/ 286669 w 707644"/>
              <a:gd name="connsiteY1826" fmla="*/ 384763 h 830409"/>
              <a:gd name="connsiteX1827" fmla="*/ 300770 w 707644"/>
              <a:gd name="connsiteY1827" fmla="*/ 401608 h 830409"/>
              <a:gd name="connsiteX1828" fmla="*/ 306879 w 707644"/>
              <a:gd name="connsiteY1828" fmla="*/ 416943 h 830409"/>
              <a:gd name="connsiteX1829" fmla="*/ 298778 w 707644"/>
              <a:gd name="connsiteY1829" fmla="*/ 408912 h 830409"/>
              <a:gd name="connsiteX1830" fmla="*/ 287559 w 707644"/>
              <a:gd name="connsiteY1830" fmla="*/ 391210 h 830409"/>
              <a:gd name="connsiteX1831" fmla="*/ 324671 w 707644"/>
              <a:gd name="connsiteY1831" fmla="*/ 302131 h 830409"/>
              <a:gd name="connsiteX1832" fmla="*/ 330238 w 707644"/>
              <a:gd name="connsiteY1832" fmla="*/ 309695 h 830409"/>
              <a:gd name="connsiteX1833" fmla="*/ 329700 w 707644"/>
              <a:gd name="connsiteY1833" fmla="*/ 309590 h 830409"/>
              <a:gd name="connsiteX1834" fmla="*/ 325364 w 707644"/>
              <a:gd name="connsiteY1834" fmla="*/ 304180 h 830409"/>
              <a:gd name="connsiteX1835" fmla="*/ 365493 w 707644"/>
              <a:gd name="connsiteY1835" fmla="*/ 210864 h 830409"/>
              <a:gd name="connsiteX1836" fmla="*/ 367509 w 707644"/>
              <a:gd name="connsiteY1836" fmla="*/ 213012 h 830409"/>
              <a:gd name="connsiteX1837" fmla="*/ 381788 w 707644"/>
              <a:gd name="connsiteY1837" fmla="*/ 223146 h 830409"/>
              <a:gd name="connsiteX1838" fmla="*/ 381083 w 707644"/>
              <a:gd name="connsiteY1838" fmla="*/ 221027 h 830409"/>
              <a:gd name="connsiteX1839" fmla="*/ 398719 w 707644"/>
              <a:gd name="connsiteY1839" fmla="*/ 250661 h 830409"/>
              <a:gd name="connsiteX1840" fmla="*/ 377221 w 707644"/>
              <a:gd name="connsiteY1840" fmla="*/ 233611 h 830409"/>
              <a:gd name="connsiteX1841" fmla="*/ 228735 w 707644"/>
              <a:gd name="connsiteY1841" fmla="*/ 488698 h 830409"/>
              <a:gd name="connsiteX1842" fmla="*/ 237742 w 707644"/>
              <a:gd name="connsiteY1842" fmla="*/ 493885 h 830409"/>
              <a:gd name="connsiteX1843" fmla="*/ 297234 w 707644"/>
              <a:gd name="connsiteY1843" fmla="*/ 570566 h 830409"/>
              <a:gd name="connsiteX1844" fmla="*/ 311583 w 707644"/>
              <a:gd name="connsiteY1844" fmla="*/ 586501 h 830409"/>
              <a:gd name="connsiteX1845" fmla="*/ 331141 w 707644"/>
              <a:gd name="connsiteY1845" fmla="*/ 627261 h 830409"/>
              <a:gd name="connsiteX1846" fmla="*/ 309247 w 707644"/>
              <a:gd name="connsiteY1846" fmla="*/ 595199 h 830409"/>
              <a:gd name="connsiteX1847" fmla="*/ 233319 w 707644"/>
              <a:gd name="connsiteY1847" fmla="*/ 494449 h 830409"/>
              <a:gd name="connsiteX1848" fmla="*/ 355447 w 707644"/>
              <a:gd name="connsiteY1848" fmla="*/ 217617 h 830409"/>
              <a:gd name="connsiteX1849" fmla="*/ 364085 w 707644"/>
              <a:gd name="connsiteY1849" fmla="*/ 223194 h 830409"/>
              <a:gd name="connsiteX1850" fmla="*/ 377221 w 707644"/>
              <a:gd name="connsiteY1850" fmla="*/ 233611 h 830409"/>
              <a:gd name="connsiteX1851" fmla="*/ 378425 w 707644"/>
              <a:gd name="connsiteY1851" fmla="*/ 235948 h 830409"/>
              <a:gd name="connsiteX1852" fmla="*/ 435202 w 707644"/>
              <a:gd name="connsiteY1852" fmla="*/ 325994 h 830409"/>
              <a:gd name="connsiteX1853" fmla="*/ 438700 w 707644"/>
              <a:gd name="connsiteY1853" fmla="*/ 330886 h 830409"/>
              <a:gd name="connsiteX1854" fmla="*/ 430664 w 707644"/>
              <a:gd name="connsiteY1854" fmla="*/ 329316 h 830409"/>
              <a:gd name="connsiteX1855" fmla="*/ 420835 w 707644"/>
              <a:gd name="connsiteY1855" fmla="*/ 312931 h 830409"/>
              <a:gd name="connsiteX1856" fmla="*/ 318659 w 707644"/>
              <a:gd name="connsiteY1856" fmla="*/ 293963 h 830409"/>
              <a:gd name="connsiteX1857" fmla="*/ 322984 w 707644"/>
              <a:gd name="connsiteY1857" fmla="*/ 297144 h 830409"/>
              <a:gd name="connsiteX1858" fmla="*/ 324671 w 707644"/>
              <a:gd name="connsiteY1858" fmla="*/ 302131 h 830409"/>
              <a:gd name="connsiteX1859" fmla="*/ 189969 w 707644"/>
              <a:gd name="connsiteY1859" fmla="*/ 562024 h 830409"/>
              <a:gd name="connsiteX1860" fmla="*/ 190208 w 707644"/>
              <a:gd name="connsiteY1860" fmla="*/ 562191 h 830409"/>
              <a:gd name="connsiteX1861" fmla="*/ 213212 w 707644"/>
              <a:gd name="connsiteY1861" fmla="*/ 578671 h 830409"/>
              <a:gd name="connsiteX1862" fmla="*/ 213947 w 707644"/>
              <a:gd name="connsiteY1862" fmla="*/ 579698 h 830409"/>
              <a:gd name="connsiteX1863" fmla="*/ 193696 w 707644"/>
              <a:gd name="connsiteY1863" fmla="*/ 567315 h 830409"/>
              <a:gd name="connsiteX1864" fmla="*/ 191928 w 707644"/>
              <a:gd name="connsiteY1864" fmla="*/ 565134 h 830409"/>
              <a:gd name="connsiteX1865" fmla="*/ 284129 w 707644"/>
              <a:gd name="connsiteY1865" fmla="*/ 360217 h 830409"/>
              <a:gd name="connsiteX1866" fmla="*/ 284382 w 707644"/>
              <a:gd name="connsiteY1866" fmla="*/ 360474 h 830409"/>
              <a:gd name="connsiteX1867" fmla="*/ 296580 w 707644"/>
              <a:gd name="connsiteY1867" fmla="*/ 391093 h 830409"/>
              <a:gd name="connsiteX1868" fmla="*/ 286141 w 707644"/>
              <a:gd name="connsiteY1868" fmla="*/ 379942 h 830409"/>
              <a:gd name="connsiteX1869" fmla="*/ 262550 w 707644"/>
              <a:gd name="connsiteY1869" fmla="*/ 399605 h 830409"/>
              <a:gd name="connsiteX1870" fmla="*/ 294820 w 707644"/>
              <a:gd name="connsiteY1870" fmla="*/ 440044 h 830409"/>
              <a:gd name="connsiteX1871" fmla="*/ 298651 w 707644"/>
              <a:gd name="connsiteY1871" fmla="*/ 463780 h 830409"/>
              <a:gd name="connsiteX1872" fmla="*/ 301124 w 707644"/>
              <a:gd name="connsiteY1872" fmla="*/ 477719 h 830409"/>
              <a:gd name="connsiteX1873" fmla="*/ 290846 w 707644"/>
              <a:gd name="connsiteY1873" fmla="*/ 464455 h 830409"/>
              <a:gd name="connsiteX1874" fmla="*/ 282440 w 707644"/>
              <a:gd name="connsiteY1874" fmla="*/ 447259 h 830409"/>
              <a:gd name="connsiteX1875" fmla="*/ 277650 w 707644"/>
              <a:gd name="connsiteY1875" fmla="*/ 437026 h 830409"/>
              <a:gd name="connsiteX1876" fmla="*/ 237386 w 707644"/>
              <a:gd name="connsiteY1876" fmla="*/ 449379 h 830409"/>
              <a:gd name="connsiteX1877" fmla="*/ 247384 w 707644"/>
              <a:gd name="connsiteY1877" fmla="*/ 460657 h 830409"/>
              <a:gd name="connsiteX1878" fmla="*/ 276069 w 707644"/>
              <a:gd name="connsiteY1878" fmla="*/ 509005 h 830409"/>
              <a:gd name="connsiteX1879" fmla="*/ 272288 w 707644"/>
              <a:gd name="connsiteY1879" fmla="*/ 506582 h 830409"/>
              <a:gd name="connsiteX1880" fmla="*/ 261989 w 707644"/>
              <a:gd name="connsiteY1880" fmla="*/ 492382 h 830409"/>
              <a:gd name="connsiteX1881" fmla="*/ 261424 w 707644"/>
              <a:gd name="connsiteY1881" fmla="*/ 398194 h 830409"/>
              <a:gd name="connsiteX1882" fmla="*/ 262416 w 707644"/>
              <a:gd name="connsiteY1882" fmla="*/ 399273 h 830409"/>
              <a:gd name="connsiteX1883" fmla="*/ 262550 w 707644"/>
              <a:gd name="connsiteY1883" fmla="*/ 399605 h 830409"/>
              <a:gd name="connsiteX1884" fmla="*/ 182245 w 707644"/>
              <a:gd name="connsiteY1884" fmla="*/ 560862 h 830409"/>
              <a:gd name="connsiteX1885" fmla="*/ 193381 w 707644"/>
              <a:gd name="connsiteY1885" fmla="*/ 567123 h 830409"/>
              <a:gd name="connsiteX1886" fmla="*/ 193696 w 707644"/>
              <a:gd name="connsiteY1886" fmla="*/ 567315 h 830409"/>
              <a:gd name="connsiteX1887" fmla="*/ 240278 w 707644"/>
              <a:gd name="connsiteY1887" fmla="*/ 624773 h 830409"/>
              <a:gd name="connsiteX1888" fmla="*/ 261474 w 707644"/>
              <a:gd name="connsiteY1888" fmla="*/ 648690 h 830409"/>
              <a:gd name="connsiteX1889" fmla="*/ 270485 w 707644"/>
              <a:gd name="connsiteY1889" fmla="*/ 662042 h 830409"/>
              <a:gd name="connsiteX1890" fmla="*/ 264622 w 707644"/>
              <a:gd name="connsiteY1890" fmla="*/ 660564 h 830409"/>
              <a:gd name="connsiteX1891" fmla="*/ 206420 w 707644"/>
              <a:gd name="connsiteY1891" fmla="*/ 591940 h 830409"/>
              <a:gd name="connsiteX1892" fmla="*/ 223171 w 707644"/>
              <a:gd name="connsiteY1892" fmla="*/ 475103 h 830409"/>
              <a:gd name="connsiteX1893" fmla="*/ 266131 w 707644"/>
              <a:gd name="connsiteY1893" fmla="*/ 502636 h 830409"/>
              <a:gd name="connsiteX1894" fmla="*/ 269751 w 707644"/>
              <a:gd name="connsiteY1894" fmla="*/ 507373 h 830409"/>
              <a:gd name="connsiteX1895" fmla="*/ 272218 w 707644"/>
              <a:gd name="connsiteY1895" fmla="*/ 510262 h 830409"/>
              <a:gd name="connsiteX1896" fmla="*/ 275183 w 707644"/>
              <a:gd name="connsiteY1896" fmla="*/ 515445 h 830409"/>
              <a:gd name="connsiteX1897" fmla="*/ 237742 w 707644"/>
              <a:gd name="connsiteY1897" fmla="*/ 493885 h 830409"/>
              <a:gd name="connsiteX1898" fmla="*/ 338154 w 707644"/>
              <a:gd name="connsiteY1898" fmla="*/ 234156 h 830409"/>
              <a:gd name="connsiteX1899" fmla="*/ 373428 w 707644"/>
              <a:gd name="connsiteY1899" fmla="*/ 279623 h 830409"/>
              <a:gd name="connsiteX1900" fmla="*/ 395182 w 707644"/>
              <a:gd name="connsiteY1900" fmla="*/ 313947 h 830409"/>
              <a:gd name="connsiteX1901" fmla="*/ 339854 w 707644"/>
              <a:gd name="connsiteY1901" fmla="*/ 237320 h 830409"/>
              <a:gd name="connsiteX1902" fmla="*/ 338504 w 707644"/>
              <a:gd name="connsiteY1902" fmla="*/ 235571 h 830409"/>
              <a:gd name="connsiteX1903" fmla="*/ 284062 w 707644"/>
              <a:gd name="connsiteY1903" fmla="*/ 344864 h 830409"/>
              <a:gd name="connsiteX1904" fmla="*/ 293756 w 707644"/>
              <a:gd name="connsiteY1904" fmla="*/ 357609 h 830409"/>
              <a:gd name="connsiteX1905" fmla="*/ 333394 w 707644"/>
              <a:gd name="connsiteY1905" fmla="*/ 405190 h 830409"/>
              <a:gd name="connsiteX1906" fmla="*/ 355134 w 707644"/>
              <a:gd name="connsiteY1906" fmla="*/ 429515 h 830409"/>
              <a:gd name="connsiteX1907" fmla="*/ 296689 w 707644"/>
              <a:gd name="connsiteY1907" fmla="*/ 372987 h 830409"/>
              <a:gd name="connsiteX1908" fmla="*/ 284382 w 707644"/>
              <a:gd name="connsiteY1908" fmla="*/ 360474 h 830409"/>
              <a:gd name="connsiteX1909" fmla="*/ 284077 w 707644"/>
              <a:gd name="connsiteY1909" fmla="*/ 359708 h 830409"/>
              <a:gd name="connsiteX1910" fmla="*/ 284076 w 707644"/>
              <a:gd name="connsiteY1910" fmla="*/ 359698 h 830409"/>
              <a:gd name="connsiteX1911" fmla="*/ 159760 w 707644"/>
              <a:gd name="connsiteY1911" fmla="*/ 602171 h 830409"/>
              <a:gd name="connsiteX1912" fmla="*/ 213790 w 707644"/>
              <a:gd name="connsiteY1912" fmla="*/ 678435 h 830409"/>
              <a:gd name="connsiteX1913" fmla="*/ 270480 w 707644"/>
              <a:gd name="connsiteY1913" fmla="*/ 758455 h 830409"/>
              <a:gd name="connsiteX1914" fmla="*/ 262652 w 707644"/>
              <a:gd name="connsiteY1914" fmla="*/ 757517 h 830409"/>
              <a:gd name="connsiteX1915" fmla="*/ 253305 w 707644"/>
              <a:gd name="connsiteY1915" fmla="*/ 750215 h 830409"/>
              <a:gd name="connsiteX1916" fmla="*/ 207941 w 707644"/>
              <a:gd name="connsiteY1916" fmla="*/ 703871 h 830409"/>
              <a:gd name="connsiteX1917" fmla="*/ 183907 w 707644"/>
              <a:gd name="connsiteY1917" fmla="*/ 674663 h 830409"/>
              <a:gd name="connsiteX1918" fmla="*/ 182837 w 707644"/>
              <a:gd name="connsiteY1918" fmla="*/ 673536 h 830409"/>
              <a:gd name="connsiteX1919" fmla="*/ 178516 w 707644"/>
              <a:gd name="connsiteY1919" fmla="*/ 661766 h 830409"/>
              <a:gd name="connsiteX1920" fmla="*/ 166035 w 707644"/>
              <a:gd name="connsiteY1920" fmla="*/ 623832 h 830409"/>
              <a:gd name="connsiteX1921" fmla="*/ 143898 w 707644"/>
              <a:gd name="connsiteY1921" fmla="*/ 632527 h 830409"/>
              <a:gd name="connsiteX1922" fmla="*/ 182837 w 707644"/>
              <a:gd name="connsiteY1922" fmla="*/ 673536 h 830409"/>
              <a:gd name="connsiteX1923" fmla="*/ 185590 w 707644"/>
              <a:gd name="connsiteY1923" fmla="*/ 681036 h 830409"/>
              <a:gd name="connsiteX1924" fmla="*/ 175319 w 707644"/>
              <a:gd name="connsiteY1924" fmla="*/ 670543 h 830409"/>
              <a:gd name="connsiteX1925" fmla="*/ 154292 w 707644"/>
              <a:gd name="connsiteY1925" fmla="*/ 646872 h 830409"/>
              <a:gd name="connsiteX1926" fmla="*/ 284056 w 707644"/>
              <a:gd name="connsiteY1926" fmla="*/ 338736 h 830409"/>
              <a:gd name="connsiteX1927" fmla="*/ 313689 w 707644"/>
              <a:gd name="connsiteY1927" fmla="*/ 372346 h 830409"/>
              <a:gd name="connsiteX1928" fmla="*/ 339320 w 707644"/>
              <a:gd name="connsiteY1928" fmla="*/ 401081 h 830409"/>
              <a:gd name="connsiteX1929" fmla="*/ 371680 w 707644"/>
              <a:gd name="connsiteY1929" fmla="*/ 437211 h 830409"/>
              <a:gd name="connsiteX1930" fmla="*/ 403557 w 707644"/>
              <a:gd name="connsiteY1930" fmla="*/ 478325 h 830409"/>
              <a:gd name="connsiteX1931" fmla="*/ 384195 w 707644"/>
              <a:gd name="connsiteY1931" fmla="*/ 457621 h 830409"/>
              <a:gd name="connsiteX1932" fmla="*/ 356886 w 707644"/>
              <a:gd name="connsiteY1932" fmla="*/ 431209 h 830409"/>
              <a:gd name="connsiteX1933" fmla="*/ 293756 w 707644"/>
              <a:gd name="connsiteY1933" fmla="*/ 357609 h 830409"/>
              <a:gd name="connsiteX1934" fmla="*/ 284060 w 707644"/>
              <a:gd name="connsiteY1934" fmla="*/ 343045 h 830409"/>
              <a:gd name="connsiteX1935" fmla="*/ 299676 w 707644"/>
              <a:gd name="connsiteY1935" fmla="*/ 303723 h 830409"/>
              <a:gd name="connsiteX1936" fmla="*/ 325968 w 707644"/>
              <a:gd name="connsiteY1936" fmla="*/ 308860 h 830409"/>
              <a:gd name="connsiteX1937" fmla="*/ 327065 w 707644"/>
              <a:gd name="connsiteY1937" fmla="*/ 310202 h 830409"/>
              <a:gd name="connsiteX1938" fmla="*/ 327582 w 707644"/>
              <a:gd name="connsiteY1938" fmla="*/ 310735 h 830409"/>
              <a:gd name="connsiteX1939" fmla="*/ 336000 w 707644"/>
              <a:gd name="connsiteY1939" fmla="*/ 335618 h 830409"/>
              <a:gd name="connsiteX1940" fmla="*/ 371494 w 707644"/>
              <a:gd name="connsiteY1940" fmla="*/ 411455 h 830409"/>
              <a:gd name="connsiteX1941" fmla="*/ 369268 w 707644"/>
              <a:gd name="connsiteY1941" fmla="*/ 408196 h 830409"/>
              <a:gd name="connsiteX1942" fmla="*/ 307565 w 707644"/>
              <a:gd name="connsiteY1942" fmla="*/ 312475 h 830409"/>
              <a:gd name="connsiteX1943" fmla="*/ 256712 w 707644"/>
              <a:gd name="connsiteY1943" fmla="*/ 392289 h 830409"/>
              <a:gd name="connsiteX1944" fmla="*/ 261424 w 707644"/>
              <a:gd name="connsiteY1944" fmla="*/ 398194 h 830409"/>
              <a:gd name="connsiteX1945" fmla="*/ 257455 w 707644"/>
              <a:gd name="connsiteY1945" fmla="*/ 393877 h 830409"/>
              <a:gd name="connsiteX1946" fmla="*/ 380138 w 707644"/>
              <a:gd name="connsiteY1946" fmla="*/ 133557 h 830409"/>
              <a:gd name="connsiteX1947" fmla="*/ 388170 w 707644"/>
              <a:gd name="connsiteY1947" fmla="*/ 138793 h 830409"/>
              <a:gd name="connsiteX1948" fmla="*/ 444164 w 707644"/>
              <a:gd name="connsiteY1948" fmla="*/ 176221 h 830409"/>
              <a:gd name="connsiteX1949" fmla="*/ 496039 w 707644"/>
              <a:gd name="connsiteY1949" fmla="*/ 222237 h 830409"/>
              <a:gd name="connsiteX1950" fmla="*/ 510816 w 707644"/>
              <a:gd name="connsiteY1950" fmla="*/ 236902 h 830409"/>
              <a:gd name="connsiteX1951" fmla="*/ 515316 w 707644"/>
              <a:gd name="connsiteY1951" fmla="*/ 248477 h 830409"/>
              <a:gd name="connsiteX1952" fmla="*/ 531954 w 707644"/>
              <a:gd name="connsiteY1952" fmla="*/ 284808 h 830409"/>
              <a:gd name="connsiteX1953" fmla="*/ 531986 w 707644"/>
              <a:gd name="connsiteY1953" fmla="*/ 284873 h 830409"/>
              <a:gd name="connsiteX1954" fmla="*/ 560938 w 707644"/>
              <a:gd name="connsiteY1954" fmla="*/ 354769 h 830409"/>
              <a:gd name="connsiteX1955" fmla="*/ 546192 w 707644"/>
              <a:gd name="connsiteY1955" fmla="*/ 351888 h 830409"/>
              <a:gd name="connsiteX1956" fmla="*/ 531782 w 707644"/>
              <a:gd name="connsiteY1956" fmla="*/ 323900 h 830409"/>
              <a:gd name="connsiteX1957" fmla="*/ 503825 w 707644"/>
              <a:gd name="connsiteY1957" fmla="*/ 294367 h 830409"/>
              <a:gd name="connsiteX1958" fmla="*/ 490067 w 707644"/>
              <a:gd name="connsiteY1958" fmla="*/ 280219 h 830409"/>
              <a:gd name="connsiteX1959" fmla="*/ 466503 w 707644"/>
              <a:gd name="connsiteY1959" fmla="*/ 239760 h 830409"/>
              <a:gd name="connsiteX1960" fmla="*/ 424819 w 707644"/>
              <a:gd name="connsiteY1960" fmla="*/ 185930 h 830409"/>
              <a:gd name="connsiteX1961" fmla="*/ 386369 w 707644"/>
              <a:gd name="connsiteY1961" fmla="*/ 142364 h 830409"/>
              <a:gd name="connsiteX1962" fmla="*/ 334118 w 707644"/>
              <a:gd name="connsiteY1962" fmla="*/ 228929 h 830409"/>
              <a:gd name="connsiteX1963" fmla="*/ 337245 w 707644"/>
              <a:gd name="connsiteY1963" fmla="*/ 230480 h 830409"/>
              <a:gd name="connsiteX1964" fmla="*/ 338154 w 707644"/>
              <a:gd name="connsiteY1964" fmla="*/ 234156 h 830409"/>
              <a:gd name="connsiteX1965" fmla="*/ 334261 w 707644"/>
              <a:gd name="connsiteY1965" fmla="*/ 229139 h 830409"/>
              <a:gd name="connsiteX1966" fmla="*/ 286418 w 707644"/>
              <a:gd name="connsiteY1966" fmla="*/ 328099 h 830409"/>
              <a:gd name="connsiteX1967" fmla="*/ 300041 w 707644"/>
              <a:gd name="connsiteY1967" fmla="*/ 345996 h 830409"/>
              <a:gd name="connsiteX1968" fmla="*/ 326097 w 707644"/>
              <a:gd name="connsiteY1968" fmla="*/ 371836 h 830409"/>
              <a:gd name="connsiteX1969" fmla="*/ 328108 w 707644"/>
              <a:gd name="connsiteY1969" fmla="*/ 374089 h 830409"/>
              <a:gd name="connsiteX1970" fmla="*/ 384134 w 707644"/>
              <a:gd name="connsiteY1970" fmla="*/ 440513 h 830409"/>
              <a:gd name="connsiteX1971" fmla="*/ 386497 w 707644"/>
              <a:gd name="connsiteY1971" fmla="*/ 443508 h 830409"/>
              <a:gd name="connsiteX1972" fmla="*/ 393386 w 707644"/>
              <a:gd name="connsiteY1972" fmla="*/ 458228 h 830409"/>
              <a:gd name="connsiteX1973" fmla="*/ 394784 w 707644"/>
              <a:gd name="connsiteY1973" fmla="*/ 460820 h 830409"/>
              <a:gd name="connsiteX1974" fmla="*/ 371743 w 707644"/>
              <a:gd name="connsiteY1974" fmla="*/ 437281 h 830409"/>
              <a:gd name="connsiteX1975" fmla="*/ 371680 w 707644"/>
              <a:gd name="connsiteY1975" fmla="*/ 437211 h 830409"/>
              <a:gd name="connsiteX1976" fmla="*/ 358687 w 707644"/>
              <a:gd name="connsiteY1976" fmla="*/ 420453 h 830409"/>
              <a:gd name="connsiteX1977" fmla="*/ 285277 w 707644"/>
              <a:gd name="connsiteY1977" fmla="*/ 330935 h 830409"/>
              <a:gd name="connsiteX1978" fmla="*/ 306450 w 707644"/>
              <a:gd name="connsiteY1978" fmla="*/ 284983 h 830409"/>
              <a:gd name="connsiteX1979" fmla="*/ 315044 w 707644"/>
              <a:gd name="connsiteY1979" fmla="*/ 291304 h 830409"/>
              <a:gd name="connsiteX1980" fmla="*/ 325364 w 707644"/>
              <a:gd name="connsiteY1980" fmla="*/ 304180 h 830409"/>
              <a:gd name="connsiteX1981" fmla="*/ 327017 w 707644"/>
              <a:gd name="connsiteY1981" fmla="*/ 309065 h 830409"/>
              <a:gd name="connsiteX1982" fmla="*/ 325968 w 707644"/>
              <a:gd name="connsiteY1982" fmla="*/ 308860 h 830409"/>
              <a:gd name="connsiteX1983" fmla="*/ 139665 w 707644"/>
              <a:gd name="connsiteY1983" fmla="*/ 630406 h 830409"/>
              <a:gd name="connsiteX1984" fmla="*/ 154292 w 707644"/>
              <a:gd name="connsiteY1984" fmla="*/ 646872 h 830409"/>
              <a:gd name="connsiteX1985" fmla="*/ 192310 w 707644"/>
              <a:gd name="connsiteY1985" fmla="*/ 699344 h 830409"/>
              <a:gd name="connsiteX1986" fmla="*/ 195965 w 707644"/>
              <a:gd name="connsiteY1986" fmla="*/ 709303 h 830409"/>
              <a:gd name="connsiteX1987" fmla="*/ 202045 w 707644"/>
              <a:gd name="connsiteY1987" fmla="*/ 724265 h 830409"/>
              <a:gd name="connsiteX1988" fmla="*/ 183564 w 707644"/>
              <a:gd name="connsiteY1988" fmla="*/ 701725 h 830409"/>
              <a:gd name="connsiteX1989" fmla="*/ 149630 w 707644"/>
              <a:gd name="connsiteY1989" fmla="*/ 652116 h 830409"/>
              <a:gd name="connsiteX1990" fmla="*/ 268427 w 707644"/>
              <a:gd name="connsiteY1990" fmla="*/ 361022 h 830409"/>
              <a:gd name="connsiteX1991" fmla="*/ 286141 w 707644"/>
              <a:gd name="connsiteY1991" fmla="*/ 379942 h 830409"/>
              <a:gd name="connsiteX1992" fmla="*/ 286531 w 707644"/>
              <a:gd name="connsiteY1992" fmla="*/ 383766 h 830409"/>
              <a:gd name="connsiteX1993" fmla="*/ 286669 w 707644"/>
              <a:gd name="connsiteY1993" fmla="*/ 384763 h 830409"/>
              <a:gd name="connsiteX1994" fmla="*/ 273513 w 707644"/>
              <a:gd name="connsiteY1994" fmla="*/ 369047 h 830409"/>
              <a:gd name="connsiteX1995" fmla="*/ 256337 w 707644"/>
              <a:gd name="connsiteY1995" fmla="*/ 385003 h 830409"/>
              <a:gd name="connsiteX1996" fmla="*/ 271097 w 707644"/>
              <a:gd name="connsiteY1996" fmla="*/ 398645 h 830409"/>
              <a:gd name="connsiteX1997" fmla="*/ 275652 w 707644"/>
              <a:gd name="connsiteY1997" fmla="*/ 404370 h 830409"/>
              <a:gd name="connsiteX1998" fmla="*/ 289602 w 707644"/>
              <a:gd name="connsiteY1998" fmla="*/ 425520 h 830409"/>
              <a:gd name="connsiteX1999" fmla="*/ 266599 w 707644"/>
              <a:gd name="connsiteY1999" fmla="*/ 403823 h 830409"/>
              <a:gd name="connsiteX2000" fmla="*/ 262416 w 707644"/>
              <a:gd name="connsiteY2000" fmla="*/ 399273 h 830409"/>
              <a:gd name="connsiteX2001" fmla="*/ 259078 w 707644"/>
              <a:gd name="connsiteY2001" fmla="*/ 391002 h 830409"/>
              <a:gd name="connsiteX2002" fmla="*/ 334419 w 707644"/>
              <a:gd name="connsiteY2002" fmla="*/ 219050 h 830409"/>
              <a:gd name="connsiteX2003" fmla="*/ 342849 w 707644"/>
              <a:gd name="connsiteY2003" fmla="*/ 233259 h 830409"/>
              <a:gd name="connsiteX2004" fmla="*/ 337245 w 707644"/>
              <a:gd name="connsiteY2004" fmla="*/ 230480 h 830409"/>
              <a:gd name="connsiteX2005" fmla="*/ 159228 w 707644"/>
              <a:gd name="connsiteY2005" fmla="*/ 583842 h 830409"/>
              <a:gd name="connsiteX2006" fmla="*/ 159585 w 707644"/>
              <a:gd name="connsiteY2006" fmla="*/ 584798 h 830409"/>
              <a:gd name="connsiteX2007" fmla="*/ 159567 w 707644"/>
              <a:gd name="connsiteY2007" fmla="*/ 584784 h 830409"/>
              <a:gd name="connsiteX2008" fmla="*/ 282701 w 707644"/>
              <a:gd name="connsiteY2008" fmla="*/ 323216 h 830409"/>
              <a:gd name="connsiteX2009" fmla="*/ 286617 w 707644"/>
              <a:gd name="connsiteY2009" fmla="*/ 327604 h 830409"/>
              <a:gd name="connsiteX2010" fmla="*/ 286418 w 707644"/>
              <a:gd name="connsiteY2010" fmla="*/ 328099 h 830409"/>
              <a:gd name="connsiteX2011" fmla="*/ 158199 w 707644"/>
              <a:gd name="connsiteY2011" fmla="*/ 581085 h 830409"/>
              <a:gd name="connsiteX2012" fmla="*/ 158248 w 707644"/>
              <a:gd name="connsiteY2012" fmla="*/ 581118 h 830409"/>
              <a:gd name="connsiteX2013" fmla="*/ 159228 w 707644"/>
              <a:gd name="connsiteY2013" fmla="*/ 583842 h 830409"/>
              <a:gd name="connsiteX2014" fmla="*/ 289666 w 707644"/>
              <a:gd name="connsiteY2014" fmla="*/ 301768 h 830409"/>
              <a:gd name="connsiteX2015" fmla="*/ 290503 w 707644"/>
              <a:gd name="connsiteY2015" fmla="*/ 301931 h 830409"/>
              <a:gd name="connsiteX2016" fmla="*/ 331380 w 707644"/>
              <a:gd name="connsiteY2016" fmla="*/ 359264 h 830409"/>
              <a:gd name="connsiteX2017" fmla="*/ 372207 w 707644"/>
              <a:gd name="connsiteY2017" fmla="*/ 415831 h 830409"/>
              <a:gd name="connsiteX2018" fmla="*/ 354158 w 707644"/>
              <a:gd name="connsiteY2018" fmla="*/ 399665 h 830409"/>
              <a:gd name="connsiteX2019" fmla="*/ 326097 w 707644"/>
              <a:gd name="connsiteY2019" fmla="*/ 371836 h 830409"/>
              <a:gd name="connsiteX2020" fmla="*/ 286617 w 707644"/>
              <a:gd name="connsiteY2020" fmla="*/ 327604 h 830409"/>
              <a:gd name="connsiteX2021" fmla="*/ 287441 w 707644"/>
              <a:gd name="connsiteY2021" fmla="*/ 325557 h 830409"/>
              <a:gd name="connsiteX2022" fmla="*/ 290524 w 707644"/>
              <a:gd name="connsiteY2022" fmla="*/ 319291 h 830409"/>
              <a:gd name="connsiteX2023" fmla="*/ 135003 w 707644"/>
              <a:gd name="connsiteY2023" fmla="*/ 620250 h 830409"/>
              <a:gd name="connsiteX2024" fmla="*/ 143898 w 707644"/>
              <a:gd name="connsiteY2024" fmla="*/ 632527 h 830409"/>
              <a:gd name="connsiteX2025" fmla="*/ 137588 w 707644"/>
              <a:gd name="connsiteY2025" fmla="*/ 625881 h 830409"/>
              <a:gd name="connsiteX2026" fmla="*/ 153272 w 707644"/>
              <a:gd name="connsiteY2026" fmla="*/ 579775 h 830409"/>
              <a:gd name="connsiteX2027" fmla="*/ 159567 w 707644"/>
              <a:gd name="connsiteY2027" fmla="*/ 584784 h 830409"/>
              <a:gd name="connsiteX2028" fmla="*/ 161815 w 707644"/>
              <a:gd name="connsiteY2028" fmla="*/ 591030 h 830409"/>
              <a:gd name="connsiteX2029" fmla="*/ 159973 w 707644"/>
              <a:gd name="connsiteY2029" fmla="*/ 585837 h 830409"/>
              <a:gd name="connsiteX2030" fmla="*/ 159585 w 707644"/>
              <a:gd name="connsiteY2030" fmla="*/ 584798 h 830409"/>
              <a:gd name="connsiteX2031" fmla="*/ 161729 w 707644"/>
              <a:gd name="connsiteY2031" fmla="*/ 586503 h 830409"/>
              <a:gd name="connsiteX2032" fmla="*/ 198181 w 707644"/>
              <a:gd name="connsiteY2032" fmla="*/ 615155 h 830409"/>
              <a:gd name="connsiteX2033" fmla="*/ 218551 w 707644"/>
              <a:gd name="connsiteY2033" fmla="*/ 630235 h 830409"/>
              <a:gd name="connsiteX2034" fmla="*/ 236839 w 707644"/>
              <a:gd name="connsiteY2034" fmla="*/ 649679 h 830409"/>
              <a:gd name="connsiteX2035" fmla="*/ 252270 w 707644"/>
              <a:gd name="connsiteY2035" fmla="*/ 666350 h 830409"/>
              <a:gd name="connsiteX2036" fmla="*/ 264079 w 707644"/>
              <a:gd name="connsiteY2036" fmla="*/ 682655 h 830409"/>
              <a:gd name="connsiteX2037" fmla="*/ 347226 w 707644"/>
              <a:gd name="connsiteY2037" fmla="*/ 813817 h 830409"/>
              <a:gd name="connsiteX2038" fmla="*/ 354469 w 707644"/>
              <a:gd name="connsiteY2038" fmla="*/ 825180 h 830409"/>
              <a:gd name="connsiteX2039" fmla="*/ 342066 w 707644"/>
              <a:gd name="connsiteY2039" fmla="*/ 823799 h 830409"/>
              <a:gd name="connsiteX2040" fmla="*/ 322355 w 707644"/>
              <a:gd name="connsiteY2040" fmla="*/ 804471 h 830409"/>
              <a:gd name="connsiteX2041" fmla="*/ 310110 w 707644"/>
              <a:gd name="connsiteY2041" fmla="*/ 794793 h 830409"/>
              <a:gd name="connsiteX2042" fmla="*/ 252957 w 707644"/>
              <a:gd name="connsiteY2042" fmla="*/ 728919 h 830409"/>
              <a:gd name="connsiteX2043" fmla="*/ 170155 w 707644"/>
              <a:gd name="connsiteY2043" fmla="*/ 615244 h 830409"/>
              <a:gd name="connsiteX2044" fmla="*/ 155881 w 707644"/>
              <a:gd name="connsiteY2044" fmla="*/ 588780 h 830409"/>
              <a:gd name="connsiteX2045" fmla="*/ 322253 w 707644"/>
              <a:gd name="connsiteY2045" fmla="*/ 223045 h 830409"/>
              <a:gd name="connsiteX2046" fmla="*/ 332911 w 707644"/>
              <a:gd name="connsiteY2046" fmla="*/ 228331 h 830409"/>
              <a:gd name="connsiteX2047" fmla="*/ 338504 w 707644"/>
              <a:gd name="connsiteY2047" fmla="*/ 235571 h 830409"/>
              <a:gd name="connsiteX2048" fmla="*/ 343197 w 707644"/>
              <a:gd name="connsiteY2048" fmla="*/ 254555 h 830409"/>
              <a:gd name="connsiteX2049" fmla="*/ 349367 w 707644"/>
              <a:gd name="connsiteY2049" fmla="*/ 269753 h 830409"/>
              <a:gd name="connsiteX2050" fmla="*/ 347665 w 707644"/>
              <a:gd name="connsiteY2050" fmla="*/ 267263 h 830409"/>
              <a:gd name="connsiteX2051" fmla="*/ 347665 w 707644"/>
              <a:gd name="connsiteY2051" fmla="*/ 267262 h 830409"/>
              <a:gd name="connsiteX2052" fmla="*/ 288077 w 707644"/>
              <a:gd name="connsiteY2052" fmla="*/ 290857 h 830409"/>
              <a:gd name="connsiteX2053" fmla="*/ 299676 w 707644"/>
              <a:gd name="connsiteY2053" fmla="*/ 303723 h 830409"/>
              <a:gd name="connsiteX2054" fmla="*/ 290503 w 707644"/>
              <a:gd name="connsiteY2054" fmla="*/ 301931 h 830409"/>
              <a:gd name="connsiteX2055" fmla="*/ 289613 w 707644"/>
              <a:gd name="connsiteY2055" fmla="*/ 300683 h 830409"/>
              <a:gd name="connsiteX2056" fmla="*/ 289583 w 707644"/>
              <a:gd name="connsiteY2056" fmla="*/ 300057 h 830409"/>
              <a:gd name="connsiteX2057" fmla="*/ 249477 w 707644"/>
              <a:gd name="connsiteY2057" fmla="*/ 369989 h 830409"/>
              <a:gd name="connsiteX2058" fmla="*/ 260603 w 707644"/>
              <a:gd name="connsiteY2058" fmla="*/ 380199 h 830409"/>
              <a:gd name="connsiteX2059" fmla="*/ 271333 w 707644"/>
              <a:gd name="connsiteY2059" fmla="*/ 390752 h 830409"/>
              <a:gd name="connsiteX2060" fmla="*/ 291065 w 707644"/>
              <a:gd name="connsiteY2060" fmla="*/ 416603 h 830409"/>
              <a:gd name="connsiteX2061" fmla="*/ 291234 w 707644"/>
              <a:gd name="connsiteY2061" fmla="*/ 417830 h 830409"/>
              <a:gd name="connsiteX2062" fmla="*/ 291717 w 707644"/>
              <a:gd name="connsiteY2062" fmla="*/ 420821 h 830409"/>
              <a:gd name="connsiteX2063" fmla="*/ 273156 w 707644"/>
              <a:gd name="connsiteY2063" fmla="*/ 400548 h 830409"/>
              <a:gd name="connsiteX2064" fmla="*/ 271097 w 707644"/>
              <a:gd name="connsiteY2064" fmla="*/ 398645 h 830409"/>
              <a:gd name="connsiteX2065" fmla="*/ 255672 w 707644"/>
              <a:gd name="connsiteY2065" fmla="*/ 379254 h 830409"/>
              <a:gd name="connsiteX2066" fmla="*/ 252240 w 707644"/>
              <a:gd name="connsiteY2066" fmla="*/ 376036 h 830409"/>
              <a:gd name="connsiteX2067" fmla="*/ 164459 w 707644"/>
              <a:gd name="connsiteY2067" fmla="*/ 544211 h 830409"/>
              <a:gd name="connsiteX2068" fmla="*/ 175038 w 707644"/>
              <a:gd name="connsiteY2068" fmla="*/ 551598 h 830409"/>
              <a:gd name="connsiteX2069" fmla="*/ 182245 w 707644"/>
              <a:gd name="connsiteY2069" fmla="*/ 560862 h 830409"/>
              <a:gd name="connsiteX2070" fmla="*/ 172432 w 707644"/>
              <a:gd name="connsiteY2070" fmla="*/ 555346 h 830409"/>
              <a:gd name="connsiteX2071" fmla="*/ 166950 w 707644"/>
              <a:gd name="connsiteY2071" fmla="*/ 547699 h 830409"/>
              <a:gd name="connsiteX2072" fmla="*/ 126516 w 707644"/>
              <a:gd name="connsiteY2072" fmla="*/ 622741 h 830409"/>
              <a:gd name="connsiteX2073" fmla="*/ 145087 w 707644"/>
              <a:gd name="connsiteY2073" fmla="*/ 645475 h 830409"/>
              <a:gd name="connsiteX2074" fmla="*/ 149630 w 707644"/>
              <a:gd name="connsiteY2074" fmla="*/ 652116 h 830409"/>
              <a:gd name="connsiteX2075" fmla="*/ 155260 w 707644"/>
              <a:gd name="connsiteY2075" fmla="*/ 664381 h 830409"/>
              <a:gd name="connsiteX2076" fmla="*/ 148811 w 707644"/>
              <a:gd name="connsiteY2076" fmla="*/ 575674 h 830409"/>
              <a:gd name="connsiteX2077" fmla="*/ 152700 w 707644"/>
              <a:gd name="connsiteY2077" fmla="*/ 577803 h 830409"/>
              <a:gd name="connsiteX2078" fmla="*/ 153272 w 707644"/>
              <a:gd name="connsiteY2078" fmla="*/ 579775 h 830409"/>
              <a:gd name="connsiteX2079" fmla="*/ 149333 w 707644"/>
              <a:gd name="connsiteY2079" fmla="*/ 576642 h 830409"/>
              <a:gd name="connsiteX2080" fmla="*/ 246654 w 707644"/>
              <a:gd name="connsiteY2080" fmla="*/ 370799 h 830409"/>
              <a:gd name="connsiteX2081" fmla="*/ 252240 w 707644"/>
              <a:gd name="connsiteY2081" fmla="*/ 376036 h 830409"/>
              <a:gd name="connsiteX2082" fmla="*/ 256337 w 707644"/>
              <a:gd name="connsiteY2082" fmla="*/ 385003 h 830409"/>
              <a:gd name="connsiteX2083" fmla="*/ 250987 w 707644"/>
              <a:gd name="connsiteY2083" fmla="*/ 380058 h 830409"/>
              <a:gd name="connsiteX2084" fmla="*/ 364502 w 707644"/>
              <a:gd name="connsiteY2084" fmla="*/ 123365 h 830409"/>
              <a:gd name="connsiteX2085" fmla="*/ 377636 w 707644"/>
              <a:gd name="connsiteY2085" fmla="*/ 131926 h 830409"/>
              <a:gd name="connsiteX2086" fmla="*/ 379582 w 707644"/>
              <a:gd name="connsiteY2086" fmla="*/ 134673 h 830409"/>
              <a:gd name="connsiteX2087" fmla="*/ 386369 w 707644"/>
              <a:gd name="connsiteY2087" fmla="*/ 142364 h 830409"/>
              <a:gd name="connsiteX2088" fmla="*/ 387490 w 707644"/>
              <a:gd name="connsiteY2088" fmla="*/ 143947 h 830409"/>
              <a:gd name="connsiteX2089" fmla="*/ 398732 w 707644"/>
              <a:gd name="connsiteY2089" fmla="*/ 161013 h 830409"/>
              <a:gd name="connsiteX2090" fmla="*/ 389992 w 707644"/>
              <a:gd name="connsiteY2090" fmla="*/ 150706 h 830409"/>
              <a:gd name="connsiteX2091" fmla="*/ 368729 w 707644"/>
              <a:gd name="connsiteY2091" fmla="*/ 128236 h 830409"/>
              <a:gd name="connsiteX2092" fmla="*/ 305047 w 707644"/>
              <a:gd name="connsiteY2092" fmla="*/ 247078 h 830409"/>
              <a:gd name="connsiteX2093" fmla="*/ 326296 w 707644"/>
              <a:gd name="connsiteY2093" fmla="*/ 274507 h 830409"/>
              <a:gd name="connsiteX2094" fmla="*/ 344482 w 707644"/>
              <a:gd name="connsiteY2094" fmla="*/ 312478 h 830409"/>
              <a:gd name="connsiteX2095" fmla="*/ 343594 w 707644"/>
              <a:gd name="connsiteY2095" fmla="*/ 312304 h 830409"/>
              <a:gd name="connsiteX2096" fmla="*/ 322984 w 707644"/>
              <a:gd name="connsiteY2096" fmla="*/ 297144 h 830409"/>
              <a:gd name="connsiteX2097" fmla="*/ 318715 w 707644"/>
              <a:gd name="connsiteY2097" fmla="*/ 284526 h 830409"/>
              <a:gd name="connsiteX2098" fmla="*/ 201725 w 707644"/>
              <a:gd name="connsiteY2098" fmla="*/ 461358 h 830409"/>
              <a:gd name="connsiteX2099" fmla="*/ 212391 w 707644"/>
              <a:gd name="connsiteY2099" fmla="*/ 468195 h 830409"/>
              <a:gd name="connsiteX2100" fmla="*/ 228735 w 707644"/>
              <a:gd name="connsiteY2100" fmla="*/ 488698 h 830409"/>
              <a:gd name="connsiteX2101" fmla="*/ 214089 w 707644"/>
              <a:gd name="connsiteY2101" fmla="*/ 480264 h 830409"/>
              <a:gd name="connsiteX2102" fmla="*/ 308300 w 707644"/>
              <a:gd name="connsiteY2102" fmla="*/ 236523 h 830409"/>
              <a:gd name="connsiteX2103" fmla="*/ 326050 w 707644"/>
              <a:gd name="connsiteY2103" fmla="*/ 258003 h 830409"/>
              <a:gd name="connsiteX2104" fmla="*/ 338011 w 707644"/>
              <a:gd name="connsiteY2104" fmla="*/ 271578 h 830409"/>
              <a:gd name="connsiteX2105" fmla="*/ 365968 w 707644"/>
              <a:gd name="connsiteY2105" fmla="*/ 316676 h 830409"/>
              <a:gd name="connsiteX2106" fmla="*/ 357712 w 707644"/>
              <a:gd name="connsiteY2106" fmla="*/ 315063 h 830409"/>
              <a:gd name="connsiteX2107" fmla="*/ 326296 w 707644"/>
              <a:gd name="connsiteY2107" fmla="*/ 274507 h 830409"/>
              <a:gd name="connsiteX2108" fmla="*/ 308846 w 707644"/>
              <a:gd name="connsiteY2108" fmla="*/ 238075 h 830409"/>
              <a:gd name="connsiteX2109" fmla="*/ 267331 w 707644"/>
              <a:gd name="connsiteY2109" fmla="*/ 319190 h 830409"/>
              <a:gd name="connsiteX2110" fmla="*/ 271301 w 707644"/>
              <a:gd name="connsiteY2110" fmla="*/ 323881 h 830409"/>
              <a:gd name="connsiteX2111" fmla="*/ 284060 w 707644"/>
              <a:gd name="connsiteY2111" fmla="*/ 343045 h 830409"/>
              <a:gd name="connsiteX2112" fmla="*/ 284062 w 707644"/>
              <a:gd name="connsiteY2112" fmla="*/ 344864 h 830409"/>
              <a:gd name="connsiteX2113" fmla="*/ 271328 w 707644"/>
              <a:gd name="connsiteY2113" fmla="*/ 328124 h 830409"/>
              <a:gd name="connsiteX2114" fmla="*/ 147953 w 707644"/>
              <a:gd name="connsiteY2114" fmla="*/ 558237 h 830409"/>
              <a:gd name="connsiteX2115" fmla="*/ 154948 w 707644"/>
              <a:gd name="connsiteY2115" fmla="*/ 572373 h 830409"/>
              <a:gd name="connsiteX2116" fmla="*/ 158199 w 707644"/>
              <a:gd name="connsiteY2116" fmla="*/ 581085 h 830409"/>
              <a:gd name="connsiteX2117" fmla="*/ 156062 w 707644"/>
              <a:gd name="connsiteY2117" fmla="*/ 579643 h 830409"/>
              <a:gd name="connsiteX2118" fmla="*/ 152700 w 707644"/>
              <a:gd name="connsiteY2118" fmla="*/ 577803 h 830409"/>
              <a:gd name="connsiteX2119" fmla="*/ 152284 w 707644"/>
              <a:gd name="connsiteY2119" fmla="*/ 576368 h 830409"/>
              <a:gd name="connsiteX2120" fmla="*/ 147953 w 707644"/>
              <a:gd name="connsiteY2120" fmla="*/ 558237 h 830409"/>
              <a:gd name="connsiteX2121" fmla="*/ 139914 w 707644"/>
              <a:gd name="connsiteY2121" fmla="*/ 570805 h 830409"/>
              <a:gd name="connsiteX2122" fmla="*/ 146586 w 707644"/>
              <a:gd name="connsiteY2122" fmla="*/ 574457 h 830409"/>
              <a:gd name="connsiteX2123" fmla="*/ 149333 w 707644"/>
              <a:gd name="connsiteY2123" fmla="*/ 576642 h 830409"/>
              <a:gd name="connsiteX2124" fmla="*/ 155881 w 707644"/>
              <a:gd name="connsiteY2124" fmla="*/ 588780 h 830409"/>
              <a:gd name="connsiteX2125" fmla="*/ 159760 w 707644"/>
              <a:gd name="connsiteY2125" fmla="*/ 602171 h 830409"/>
              <a:gd name="connsiteX2126" fmla="*/ 157100 w 707644"/>
              <a:gd name="connsiteY2126" fmla="*/ 598416 h 830409"/>
              <a:gd name="connsiteX2127" fmla="*/ 319987 w 707644"/>
              <a:gd name="connsiteY2127" fmla="*/ 194725 h 830409"/>
              <a:gd name="connsiteX2128" fmla="*/ 330004 w 707644"/>
              <a:gd name="connsiteY2128" fmla="*/ 201192 h 830409"/>
              <a:gd name="connsiteX2129" fmla="*/ 334419 w 707644"/>
              <a:gd name="connsiteY2129" fmla="*/ 219050 h 830409"/>
              <a:gd name="connsiteX2130" fmla="*/ 325326 w 707644"/>
              <a:gd name="connsiteY2130" fmla="*/ 203723 h 830409"/>
              <a:gd name="connsiteX2131" fmla="*/ 338643 w 707644"/>
              <a:gd name="connsiteY2131" fmla="*/ 151213 h 830409"/>
              <a:gd name="connsiteX2132" fmla="*/ 377911 w 707644"/>
              <a:gd name="connsiteY2132" fmla="*/ 207597 h 830409"/>
              <a:gd name="connsiteX2133" fmla="*/ 383180 w 707644"/>
              <a:gd name="connsiteY2133" fmla="*/ 214887 h 830409"/>
              <a:gd name="connsiteX2134" fmla="*/ 377859 w 707644"/>
              <a:gd name="connsiteY2134" fmla="*/ 209795 h 830409"/>
              <a:gd name="connsiteX2135" fmla="*/ 379163 w 707644"/>
              <a:gd name="connsiteY2135" fmla="*/ 215260 h 830409"/>
              <a:gd name="connsiteX2136" fmla="*/ 381083 w 707644"/>
              <a:gd name="connsiteY2136" fmla="*/ 221027 h 830409"/>
              <a:gd name="connsiteX2137" fmla="*/ 376835 w 707644"/>
              <a:gd name="connsiteY2137" fmla="*/ 213889 h 830409"/>
              <a:gd name="connsiteX2138" fmla="*/ 344761 w 707644"/>
              <a:gd name="connsiteY2138" fmla="*/ 165086 h 830409"/>
              <a:gd name="connsiteX2139" fmla="*/ 341948 w 707644"/>
              <a:gd name="connsiteY2139" fmla="*/ 158557 h 830409"/>
              <a:gd name="connsiteX2140" fmla="*/ 186606 w 707644"/>
              <a:gd name="connsiteY2140" fmla="*/ 463923 h 830409"/>
              <a:gd name="connsiteX2141" fmla="*/ 189017 w 707644"/>
              <a:gd name="connsiteY2141" fmla="*/ 465826 h 830409"/>
              <a:gd name="connsiteX2142" fmla="*/ 214089 w 707644"/>
              <a:gd name="connsiteY2142" fmla="*/ 480264 h 830409"/>
              <a:gd name="connsiteX2143" fmla="*/ 232393 w 707644"/>
              <a:gd name="connsiteY2143" fmla="*/ 508251 h 830409"/>
              <a:gd name="connsiteX2144" fmla="*/ 320580 w 707644"/>
              <a:gd name="connsiteY2144" fmla="*/ 627871 h 830409"/>
              <a:gd name="connsiteX2145" fmla="*/ 341293 w 707644"/>
              <a:gd name="connsiteY2145" fmla="*/ 659738 h 830409"/>
              <a:gd name="connsiteX2146" fmla="*/ 341564 w 707644"/>
              <a:gd name="connsiteY2146" fmla="*/ 676349 h 830409"/>
              <a:gd name="connsiteX2147" fmla="*/ 327945 w 707644"/>
              <a:gd name="connsiteY2147" fmla="*/ 674176 h 830409"/>
              <a:gd name="connsiteX2148" fmla="*/ 294157 w 707644"/>
              <a:gd name="connsiteY2148" fmla="*/ 643041 h 830409"/>
              <a:gd name="connsiteX2149" fmla="*/ 293214 w 707644"/>
              <a:gd name="connsiteY2149" fmla="*/ 642204 h 830409"/>
              <a:gd name="connsiteX2150" fmla="*/ 254643 w 707644"/>
              <a:gd name="connsiteY2150" fmla="*/ 571261 h 830409"/>
              <a:gd name="connsiteX2151" fmla="*/ 234010 w 707644"/>
              <a:gd name="connsiteY2151" fmla="*/ 363841 h 830409"/>
              <a:gd name="connsiteX2152" fmla="*/ 239894 w 707644"/>
              <a:gd name="connsiteY2152" fmla="*/ 369806 h 830409"/>
              <a:gd name="connsiteX2153" fmla="*/ 250987 w 707644"/>
              <a:gd name="connsiteY2153" fmla="*/ 380058 h 830409"/>
              <a:gd name="connsiteX2154" fmla="*/ 256712 w 707644"/>
              <a:gd name="connsiteY2154" fmla="*/ 392289 h 830409"/>
              <a:gd name="connsiteX2155" fmla="*/ 323678 w 707644"/>
              <a:gd name="connsiteY2155" fmla="*/ 172718 h 830409"/>
              <a:gd name="connsiteX2156" fmla="*/ 343612 w 707644"/>
              <a:gd name="connsiteY2156" fmla="*/ 200366 h 830409"/>
              <a:gd name="connsiteX2157" fmla="*/ 355447 w 707644"/>
              <a:gd name="connsiteY2157" fmla="*/ 217617 h 830409"/>
              <a:gd name="connsiteX2158" fmla="*/ 330004 w 707644"/>
              <a:gd name="connsiteY2158" fmla="*/ 201192 h 830409"/>
              <a:gd name="connsiteX2159" fmla="*/ 328569 w 707644"/>
              <a:gd name="connsiteY2159" fmla="*/ 195390 h 830409"/>
              <a:gd name="connsiteX2160" fmla="*/ 405345 w 707644"/>
              <a:gd name="connsiteY2160" fmla="*/ 716 h 830409"/>
              <a:gd name="connsiteX2161" fmla="*/ 413911 w 707644"/>
              <a:gd name="connsiteY2161" fmla="*/ 0 h 830409"/>
              <a:gd name="connsiteX2162" fmla="*/ 414019 w 707644"/>
              <a:gd name="connsiteY2162" fmla="*/ 76 h 830409"/>
              <a:gd name="connsiteX2163" fmla="*/ 433993 w 707644"/>
              <a:gd name="connsiteY2163" fmla="*/ 48298 h 830409"/>
              <a:gd name="connsiteX2164" fmla="*/ 419400 w 707644"/>
              <a:gd name="connsiteY2164" fmla="*/ 23899 h 830409"/>
              <a:gd name="connsiteX2165" fmla="*/ 281544 w 707644"/>
              <a:gd name="connsiteY2165" fmla="*/ 256018 h 830409"/>
              <a:gd name="connsiteX2166" fmla="*/ 297331 w 707644"/>
              <a:gd name="connsiteY2166" fmla="*/ 273827 h 830409"/>
              <a:gd name="connsiteX2167" fmla="*/ 306450 w 707644"/>
              <a:gd name="connsiteY2167" fmla="*/ 284983 h 830409"/>
              <a:gd name="connsiteX2168" fmla="*/ 283999 w 707644"/>
              <a:gd name="connsiteY2168" fmla="*/ 268469 h 830409"/>
              <a:gd name="connsiteX2169" fmla="*/ 301562 w 707644"/>
              <a:gd name="connsiteY2169" fmla="*/ 212785 h 830409"/>
              <a:gd name="connsiteX2170" fmla="*/ 316548 w 707644"/>
              <a:gd name="connsiteY2170" fmla="*/ 220217 h 830409"/>
              <a:gd name="connsiteX2171" fmla="*/ 317086 w 707644"/>
              <a:gd name="connsiteY2171" fmla="*/ 220899 h 830409"/>
              <a:gd name="connsiteX2172" fmla="*/ 347665 w 707644"/>
              <a:gd name="connsiteY2172" fmla="*/ 267262 h 830409"/>
              <a:gd name="connsiteX2173" fmla="*/ 347665 w 707644"/>
              <a:gd name="connsiteY2173" fmla="*/ 267263 h 830409"/>
              <a:gd name="connsiteX2174" fmla="*/ 347665 w 707644"/>
              <a:gd name="connsiteY2174" fmla="*/ 267263 h 830409"/>
              <a:gd name="connsiteX2175" fmla="*/ 349464 w 707644"/>
              <a:gd name="connsiteY2175" fmla="*/ 269990 h 830409"/>
              <a:gd name="connsiteX2176" fmla="*/ 359977 w 707644"/>
              <a:gd name="connsiteY2176" fmla="*/ 295886 h 830409"/>
              <a:gd name="connsiteX2177" fmla="*/ 356600 w 707644"/>
              <a:gd name="connsiteY2177" fmla="*/ 292678 h 830409"/>
              <a:gd name="connsiteX2178" fmla="*/ 338011 w 707644"/>
              <a:gd name="connsiteY2178" fmla="*/ 271578 h 830409"/>
              <a:gd name="connsiteX2179" fmla="*/ 221877 w 707644"/>
              <a:gd name="connsiteY2179" fmla="*/ 375736 h 830409"/>
              <a:gd name="connsiteX2180" fmla="*/ 223484 w 707644"/>
              <a:gd name="connsiteY2180" fmla="*/ 377792 h 830409"/>
              <a:gd name="connsiteX2181" fmla="*/ 233604 w 707644"/>
              <a:gd name="connsiteY2181" fmla="*/ 390787 h 830409"/>
              <a:gd name="connsiteX2182" fmla="*/ 234685 w 707644"/>
              <a:gd name="connsiteY2182" fmla="*/ 392656 h 830409"/>
              <a:gd name="connsiteX2183" fmla="*/ 267038 w 707644"/>
              <a:gd name="connsiteY2183" fmla="*/ 434919 h 830409"/>
              <a:gd name="connsiteX2184" fmla="*/ 287067 w 707644"/>
              <a:gd name="connsiteY2184" fmla="*/ 460393 h 830409"/>
              <a:gd name="connsiteX2185" fmla="*/ 300762 w 707644"/>
              <a:gd name="connsiteY2185" fmla="*/ 497007 h 830409"/>
              <a:gd name="connsiteX2186" fmla="*/ 292793 w 707644"/>
              <a:gd name="connsiteY2186" fmla="*/ 486052 h 830409"/>
              <a:gd name="connsiteX2187" fmla="*/ 239153 w 707644"/>
              <a:gd name="connsiteY2187" fmla="*/ 405364 h 830409"/>
              <a:gd name="connsiteX2188" fmla="*/ 143349 w 707644"/>
              <a:gd name="connsiteY2188" fmla="*/ 538997 h 830409"/>
              <a:gd name="connsiteX2189" fmla="*/ 172432 w 707644"/>
              <a:gd name="connsiteY2189" fmla="*/ 555346 h 830409"/>
              <a:gd name="connsiteX2190" fmla="*/ 209398 w 707644"/>
              <a:gd name="connsiteY2190" fmla="*/ 606911 h 830409"/>
              <a:gd name="connsiteX2191" fmla="*/ 234931 w 707644"/>
              <a:gd name="connsiteY2191" fmla="*/ 642361 h 830409"/>
              <a:gd name="connsiteX2192" fmla="*/ 218551 w 707644"/>
              <a:gd name="connsiteY2192" fmla="*/ 630235 h 830409"/>
              <a:gd name="connsiteX2193" fmla="*/ 209383 w 707644"/>
              <a:gd name="connsiteY2193" fmla="*/ 620486 h 830409"/>
              <a:gd name="connsiteX2194" fmla="*/ 195571 w 707644"/>
              <a:gd name="connsiteY2194" fmla="*/ 606308 h 830409"/>
              <a:gd name="connsiteX2195" fmla="*/ 158248 w 707644"/>
              <a:gd name="connsiteY2195" fmla="*/ 581118 h 830409"/>
              <a:gd name="connsiteX2196" fmla="*/ 157324 w 707644"/>
              <a:gd name="connsiteY2196" fmla="*/ 578550 h 830409"/>
              <a:gd name="connsiteX2197" fmla="*/ 143349 w 707644"/>
              <a:gd name="connsiteY2197" fmla="*/ 538997 h 830409"/>
              <a:gd name="connsiteX2198" fmla="*/ 258042 w 707644"/>
              <a:gd name="connsiteY2198" fmla="*/ 295589 h 830409"/>
              <a:gd name="connsiteX2199" fmla="*/ 262305 w 707644"/>
              <a:gd name="connsiteY2199" fmla="*/ 296422 h 830409"/>
              <a:gd name="connsiteX2200" fmla="*/ 282701 w 707644"/>
              <a:gd name="connsiteY2200" fmla="*/ 323216 h 830409"/>
              <a:gd name="connsiteX2201" fmla="*/ 257268 w 707644"/>
              <a:gd name="connsiteY2201" fmla="*/ 296692 h 830409"/>
              <a:gd name="connsiteX2202" fmla="*/ 258710 w 707644"/>
              <a:gd name="connsiteY2202" fmla="*/ 298537 h 830409"/>
              <a:gd name="connsiteX2203" fmla="*/ 285277 w 707644"/>
              <a:gd name="connsiteY2203" fmla="*/ 330935 h 830409"/>
              <a:gd name="connsiteX2204" fmla="*/ 284051 w 707644"/>
              <a:gd name="connsiteY2204" fmla="*/ 333983 h 830409"/>
              <a:gd name="connsiteX2205" fmla="*/ 284056 w 707644"/>
              <a:gd name="connsiteY2205" fmla="*/ 338736 h 830409"/>
              <a:gd name="connsiteX2206" fmla="*/ 279445 w 707644"/>
              <a:gd name="connsiteY2206" fmla="*/ 333507 h 830409"/>
              <a:gd name="connsiteX2207" fmla="*/ 271301 w 707644"/>
              <a:gd name="connsiteY2207" fmla="*/ 323881 h 830409"/>
              <a:gd name="connsiteX2208" fmla="*/ 265599 w 707644"/>
              <a:gd name="connsiteY2208" fmla="*/ 315318 h 830409"/>
              <a:gd name="connsiteX2209" fmla="*/ 239998 w 707644"/>
              <a:gd name="connsiteY2209" fmla="*/ 331482 h 830409"/>
              <a:gd name="connsiteX2210" fmla="*/ 253066 w 707644"/>
              <a:gd name="connsiteY2210" fmla="*/ 344621 h 830409"/>
              <a:gd name="connsiteX2211" fmla="*/ 273513 w 707644"/>
              <a:gd name="connsiteY2211" fmla="*/ 369047 h 830409"/>
              <a:gd name="connsiteX2212" fmla="*/ 287559 w 707644"/>
              <a:gd name="connsiteY2212" fmla="*/ 391210 h 830409"/>
              <a:gd name="connsiteX2213" fmla="*/ 288465 w 707644"/>
              <a:gd name="connsiteY2213" fmla="*/ 397773 h 830409"/>
              <a:gd name="connsiteX2214" fmla="*/ 278660 w 707644"/>
              <a:gd name="connsiteY2214" fmla="*/ 386091 h 830409"/>
              <a:gd name="connsiteX2215" fmla="*/ 266620 w 707644"/>
              <a:gd name="connsiteY2215" fmla="*/ 370764 h 830409"/>
              <a:gd name="connsiteX2216" fmla="*/ 245141 w 707644"/>
              <a:gd name="connsiteY2216" fmla="*/ 339913 h 830409"/>
              <a:gd name="connsiteX2217" fmla="*/ 256111 w 707644"/>
              <a:gd name="connsiteY2217" fmla="*/ 295212 h 830409"/>
              <a:gd name="connsiteX2218" fmla="*/ 256653 w 707644"/>
              <a:gd name="connsiteY2218" fmla="*/ 295318 h 830409"/>
              <a:gd name="connsiteX2219" fmla="*/ 257268 w 707644"/>
              <a:gd name="connsiteY2219" fmla="*/ 296692 h 830409"/>
              <a:gd name="connsiteX2220" fmla="*/ 233163 w 707644"/>
              <a:gd name="connsiteY2220" fmla="*/ 341974 h 830409"/>
              <a:gd name="connsiteX2221" fmla="*/ 241517 w 707644"/>
              <a:gd name="connsiteY2221" fmla="*/ 352570 h 830409"/>
              <a:gd name="connsiteX2222" fmla="*/ 249477 w 707644"/>
              <a:gd name="connsiteY2222" fmla="*/ 369989 h 830409"/>
              <a:gd name="connsiteX2223" fmla="*/ 243864 w 707644"/>
              <a:gd name="connsiteY2223" fmla="*/ 364839 h 830409"/>
              <a:gd name="connsiteX2224" fmla="*/ 297848 w 707644"/>
              <a:gd name="connsiteY2224" fmla="*/ 206794 h 830409"/>
              <a:gd name="connsiteX2225" fmla="*/ 301562 w 707644"/>
              <a:gd name="connsiteY2225" fmla="*/ 212785 h 830409"/>
              <a:gd name="connsiteX2226" fmla="*/ 299615 w 707644"/>
              <a:gd name="connsiteY2226" fmla="*/ 211819 h 830409"/>
              <a:gd name="connsiteX2227" fmla="*/ 255500 w 707644"/>
              <a:gd name="connsiteY2227" fmla="*/ 292741 h 830409"/>
              <a:gd name="connsiteX2228" fmla="*/ 258042 w 707644"/>
              <a:gd name="connsiteY2228" fmla="*/ 295589 h 830409"/>
              <a:gd name="connsiteX2229" fmla="*/ 256653 w 707644"/>
              <a:gd name="connsiteY2229" fmla="*/ 295318 h 830409"/>
              <a:gd name="connsiteX2230" fmla="*/ 278481 w 707644"/>
              <a:gd name="connsiteY2230" fmla="*/ 241554 h 830409"/>
              <a:gd name="connsiteX2231" fmla="*/ 296485 w 707644"/>
              <a:gd name="connsiteY2231" fmla="*/ 263838 h 830409"/>
              <a:gd name="connsiteX2232" fmla="*/ 318659 w 707644"/>
              <a:gd name="connsiteY2232" fmla="*/ 293963 h 830409"/>
              <a:gd name="connsiteX2233" fmla="*/ 315044 w 707644"/>
              <a:gd name="connsiteY2233" fmla="*/ 291304 h 830409"/>
              <a:gd name="connsiteX2234" fmla="*/ 295181 w 707644"/>
              <a:gd name="connsiteY2234" fmla="*/ 266521 h 830409"/>
              <a:gd name="connsiteX2235" fmla="*/ 278878 w 707644"/>
              <a:gd name="connsiteY2235" fmla="*/ 243390 h 830409"/>
              <a:gd name="connsiteX2236" fmla="*/ 328047 w 707644"/>
              <a:gd name="connsiteY2236" fmla="*/ 135999 h 830409"/>
              <a:gd name="connsiteX2237" fmla="*/ 335324 w 707644"/>
              <a:gd name="connsiteY2237" fmla="*/ 143840 h 830409"/>
              <a:gd name="connsiteX2238" fmla="*/ 338643 w 707644"/>
              <a:gd name="connsiteY2238" fmla="*/ 151213 h 830409"/>
              <a:gd name="connsiteX2239" fmla="*/ 107454 w 707644"/>
              <a:gd name="connsiteY2239" fmla="*/ 594144 h 830409"/>
              <a:gd name="connsiteX2240" fmla="*/ 137588 w 707644"/>
              <a:gd name="connsiteY2240" fmla="*/ 625881 h 830409"/>
              <a:gd name="connsiteX2241" fmla="*/ 139665 w 707644"/>
              <a:gd name="connsiteY2241" fmla="*/ 630406 h 830409"/>
              <a:gd name="connsiteX2242" fmla="*/ 201937 w 707644"/>
              <a:gd name="connsiteY2242" fmla="*/ 394817 h 830409"/>
              <a:gd name="connsiteX2243" fmla="*/ 209269 w 707644"/>
              <a:gd name="connsiteY2243" fmla="*/ 401591 h 830409"/>
              <a:gd name="connsiteX2244" fmla="*/ 222507 w 707644"/>
              <a:gd name="connsiteY2244" fmla="*/ 416752 h 830409"/>
              <a:gd name="connsiteX2245" fmla="*/ 232726 w 707644"/>
              <a:gd name="connsiteY2245" fmla="*/ 429185 h 830409"/>
              <a:gd name="connsiteX2246" fmla="*/ 270080 w 707644"/>
              <a:gd name="connsiteY2246" fmla="*/ 473023 h 830409"/>
              <a:gd name="connsiteX2247" fmla="*/ 307915 w 707644"/>
              <a:gd name="connsiteY2247" fmla="*/ 527371 h 830409"/>
              <a:gd name="connsiteX2248" fmla="*/ 308396 w 707644"/>
              <a:gd name="connsiteY2248" fmla="*/ 528145 h 830409"/>
              <a:gd name="connsiteX2249" fmla="*/ 291610 w 707644"/>
              <a:gd name="connsiteY2249" fmla="*/ 518841 h 830409"/>
              <a:gd name="connsiteX2250" fmla="*/ 265960 w 707644"/>
              <a:gd name="connsiteY2250" fmla="*/ 481611 h 830409"/>
              <a:gd name="connsiteX2251" fmla="*/ 247384 w 707644"/>
              <a:gd name="connsiteY2251" fmla="*/ 460657 h 830409"/>
              <a:gd name="connsiteX2252" fmla="*/ 239848 w 707644"/>
              <a:gd name="connsiteY2252" fmla="*/ 447955 h 830409"/>
              <a:gd name="connsiteX2253" fmla="*/ 205466 w 707644"/>
              <a:gd name="connsiteY2253" fmla="*/ 400213 h 830409"/>
              <a:gd name="connsiteX2254" fmla="*/ 249638 w 707644"/>
              <a:gd name="connsiteY2254" fmla="*/ 293947 h 830409"/>
              <a:gd name="connsiteX2255" fmla="*/ 249865 w 707644"/>
              <a:gd name="connsiteY2255" fmla="*/ 293991 h 830409"/>
              <a:gd name="connsiteX2256" fmla="*/ 260508 w 707644"/>
              <a:gd name="connsiteY2256" fmla="*/ 307670 h 830409"/>
              <a:gd name="connsiteX2257" fmla="*/ 265599 w 707644"/>
              <a:gd name="connsiteY2257" fmla="*/ 315318 h 830409"/>
              <a:gd name="connsiteX2258" fmla="*/ 267331 w 707644"/>
              <a:gd name="connsiteY2258" fmla="*/ 319190 h 830409"/>
              <a:gd name="connsiteX2259" fmla="*/ 262295 w 707644"/>
              <a:gd name="connsiteY2259" fmla="*/ 313238 h 830409"/>
              <a:gd name="connsiteX2260" fmla="*/ 252413 w 707644"/>
              <a:gd name="connsiteY2260" fmla="*/ 298314 h 830409"/>
              <a:gd name="connsiteX2261" fmla="*/ 195981 w 707644"/>
              <a:gd name="connsiteY2261" fmla="*/ 405311 h 830409"/>
              <a:gd name="connsiteX2262" fmla="*/ 196523 w 707644"/>
              <a:gd name="connsiteY2262" fmla="*/ 405833 h 830409"/>
              <a:gd name="connsiteX2263" fmla="*/ 206475 w 707644"/>
              <a:gd name="connsiteY2263" fmla="*/ 418601 h 830409"/>
              <a:gd name="connsiteX2264" fmla="*/ 260929 w 707644"/>
              <a:gd name="connsiteY2264" fmla="*/ 490921 h 830409"/>
              <a:gd name="connsiteX2265" fmla="*/ 261989 w 707644"/>
              <a:gd name="connsiteY2265" fmla="*/ 492382 h 830409"/>
              <a:gd name="connsiteX2266" fmla="*/ 268853 w 707644"/>
              <a:gd name="connsiteY2266" fmla="*/ 504381 h 830409"/>
              <a:gd name="connsiteX2267" fmla="*/ 266131 w 707644"/>
              <a:gd name="connsiteY2267" fmla="*/ 502636 h 830409"/>
              <a:gd name="connsiteX2268" fmla="*/ 266057 w 707644"/>
              <a:gd name="connsiteY2268" fmla="*/ 502539 h 830409"/>
              <a:gd name="connsiteX2269" fmla="*/ 209617 w 707644"/>
              <a:gd name="connsiteY2269" fmla="*/ 422887 h 830409"/>
              <a:gd name="connsiteX2270" fmla="*/ 298489 w 707644"/>
              <a:gd name="connsiteY2270" fmla="*/ 181906 h 830409"/>
              <a:gd name="connsiteX2271" fmla="*/ 307373 w 707644"/>
              <a:gd name="connsiteY2271" fmla="*/ 190412 h 830409"/>
              <a:gd name="connsiteX2272" fmla="*/ 323789 w 707644"/>
              <a:gd name="connsiteY2272" fmla="*/ 213797 h 830409"/>
              <a:gd name="connsiteX2273" fmla="*/ 334118 w 707644"/>
              <a:gd name="connsiteY2273" fmla="*/ 228929 h 830409"/>
              <a:gd name="connsiteX2274" fmla="*/ 332911 w 707644"/>
              <a:gd name="connsiteY2274" fmla="*/ 228331 h 830409"/>
              <a:gd name="connsiteX2275" fmla="*/ 303130 w 707644"/>
              <a:gd name="connsiteY2275" fmla="*/ 189771 h 830409"/>
              <a:gd name="connsiteX2276" fmla="*/ 299522 w 707644"/>
              <a:gd name="connsiteY2276" fmla="*/ 183494 h 830409"/>
              <a:gd name="connsiteX2277" fmla="*/ 102120 w 707644"/>
              <a:gd name="connsiteY2277" fmla="*/ 588140 h 830409"/>
              <a:gd name="connsiteX2278" fmla="*/ 107454 w 707644"/>
              <a:gd name="connsiteY2278" fmla="*/ 594144 h 830409"/>
              <a:gd name="connsiteX2279" fmla="*/ 103221 w 707644"/>
              <a:gd name="connsiteY2279" fmla="*/ 589686 h 830409"/>
              <a:gd name="connsiteX2280" fmla="*/ 295094 w 707644"/>
              <a:gd name="connsiteY2280" fmla="*/ 178655 h 830409"/>
              <a:gd name="connsiteX2281" fmla="*/ 297301 w 707644"/>
              <a:gd name="connsiteY2281" fmla="*/ 180080 h 830409"/>
              <a:gd name="connsiteX2282" fmla="*/ 298489 w 707644"/>
              <a:gd name="connsiteY2282" fmla="*/ 181906 h 830409"/>
              <a:gd name="connsiteX2283" fmla="*/ 281850 w 707644"/>
              <a:gd name="connsiteY2283" fmla="*/ 203010 h 830409"/>
              <a:gd name="connsiteX2284" fmla="*/ 299615 w 707644"/>
              <a:gd name="connsiteY2284" fmla="*/ 211819 h 830409"/>
              <a:gd name="connsiteX2285" fmla="*/ 308300 w 707644"/>
              <a:gd name="connsiteY2285" fmla="*/ 236523 h 830409"/>
              <a:gd name="connsiteX2286" fmla="*/ 303915 w 707644"/>
              <a:gd name="connsiteY2286" fmla="*/ 231216 h 830409"/>
              <a:gd name="connsiteX2287" fmla="*/ 175887 w 707644"/>
              <a:gd name="connsiteY2287" fmla="*/ 419847 h 830409"/>
              <a:gd name="connsiteX2288" fmla="*/ 180976 w 707644"/>
              <a:gd name="connsiteY2288" fmla="*/ 426199 h 830409"/>
              <a:gd name="connsiteX2289" fmla="*/ 218900 w 707644"/>
              <a:gd name="connsiteY2289" fmla="*/ 469598 h 830409"/>
              <a:gd name="connsiteX2290" fmla="*/ 223171 w 707644"/>
              <a:gd name="connsiteY2290" fmla="*/ 475103 h 830409"/>
              <a:gd name="connsiteX2291" fmla="*/ 212391 w 707644"/>
              <a:gd name="connsiteY2291" fmla="*/ 468195 h 830409"/>
              <a:gd name="connsiteX2292" fmla="*/ 183134 w 707644"/>
              <a:gd name="connsiteY2292" fmla="*/ 431491 h 830409"/>
              <a:gd name="connsiteX2293" fmla="*/ 280137 w 707644"/>
              <a:gd name="connsiteY2293" fmla="*/ 200820 h 830409"/>
              <a:gd name="connsiteX2294" fmla="*/ 281850 w 707644"/>
              <a:gd name="connsiteY2294" fmla="*/ 203010 h 830409"/>
              <a:gd name="connsiteX2295" fmla="*/ 281302 w 707644"/>
              <a:gd name="connsiteY2295" fmla="*/ 202738 h 830409"/>
              <a:gd name="connsiteX2296" fmla="*/ 223910 w 707644"/>
              <a:gd name="connsiteY2296" fmla="*/ 316394 h 830409"/>
              <a:gd name="connsiteX2297" fmla="*/ 266620 w 707644"/>
              <a:gd name="connsiteY2297" fmla="*/ 370764 h 830409"/>
              <a:gd name="connsiteX2298" fmla="*/ 270633 w 707644"/>
              <a:gd name="connsiteY2298" fmla="*/ 376528 h 830409"/>
              <a:gd name="connsiteX2299" fmla="*/ 278660 w 707644"/>
              <a:gd name="connsiteY2299" fmla="*/ 386091 h 830409"/>
              <a:gd name="connsiteX2300" fmla="*/ 288599 w 707644"/>
              <a:gd name="connsiteY2300" fmla="*/ 398744 h 830409"/>
              <a:gd name="connsiteX2301" fmla="*/ 290035 w 707644"/>
              <a:gd name="connsiteY2301" fmla="*/ 409146 h 830409"/>
              <a:gd name="connsiteX2302" fmla="*/ 271333 w 707644"/>
              <a:gd name="connsiteY2302" fmla="*/ 390752 h 830409"/>
              <a:gd name="connsiteX2303" fmla="*/ 262513 w 707644"/>
              <a:gd name="connsiteY2303" fmla="*/ 379197 h 830409"/>
              <a:gd name="connsiteX2304" fmla="*/ 241517 w 707644"/>
              <a:gd name="connsiteY2304" fmla="*/ 352570 h 830409"/>
              <a:gd name="connsiteX2305" fmla="*/ 235303 w 707644"/>
              <a:gd name="connsiteY2305" fmla="*/ 338969 h 830409"/>
              <a:gd name="connsiteX2306" fmla="*/ 325312 w 707644"/>
              <a:gd name="connsiteY2306" fmla="*/ 98455 h 830409"/>
              <a:gd name="connsiteX2307" fmla="*/ 329709 w 707644"/>
              <a:gd name="connsiteY2307" fmla="*/ 101039 h 830409"/>
              <a:gd name="connsiteX2308" fmla="*/ 342055 w 707644"/>
              <a:gd name="connsiteY2308" fmla="*/ 108909 h 830409"/>
              <a:gd name="connsiteX2309" fmla="*/ 384397 w 707644"/>
              <a:gd name="connsiteY2309" fmla="*/ 168676 h 830409"/>
              <a:gd name="connsiteX2310" fmla="*/ 424116 w 707644"/>
              <a:gd name="connsiteY2310" fmla="*/ 230395 h 830409"/>
              <a:gd name="connsiteX2311" fmla="*/ 405495 w 707644"/>
              <a:gd name="connsiteY2311" fmla="*/ 205099 h 830409"/>
              <a:gd name="connsiteX2312" fmla="*/ 375809 w 707644"/>
              <a:gd name="connsiteY2312" fmla="*/ 164556 h 830409"/>
              <a:gd name="connsiteX2313" fmla="*/ 341738 w 707644"/>
              <a:gd name="connsiteY2313" fmla="*/ 122351 h 830409"/>
              <a:gd name="connsiteX2314" fmla="*/ 339472 w 707644"/>
              <a:gd name="connsiteY2314" fmla="*/ 118508 h 830409"/>
              <a:gd name="connsiteX2315" fmla="*/ 329167 w 707644"/>
              <a:gd name="connsiteY2315" fmla="*/ 103345 h 830409"/>
              <a:gd name="connsiteX2316" fmla="*/ 208226 w 707644"/>
              <a:gd name="connsiteY2316" fmla="*/ 337704 h 830409"/>
              <a:gd name="connsiteX2317" fmla="*/ 217670 w 707644"/>
              <a:gd name="connsiteY2317" fmla="*/ 345597 h 830409"/>
              <a:gd name="connsiteX2318" fmla="*/ 223797 w 707644"/>
              <a:gd name="connsiteY2318" fmla="*/ 352024 h 830409"/>
              <a:gd name="connsiteX2319" fmla="*/ 229869 w 707644"/>
              <a:gd name="connsiteY2319" fmla="*/ 358652 h 830409"/>
              <a:gd name="connsiteX2320" fmla="*/ 234010 w 707644"/>
              <a:gd name="connsiteY2320" fmla="*/ 363841 h 830409"/>
              <a:gd name="connsiteX2321" fmla="*/ 219847 w 707644"/>
              <a:gd name="connsiteY2321" fmla="*/ 311221 h 830409"/>
              <a:gd name="connsiteX2322" fmla="*/ 222796 w 707644"/>
              <a:gd name="connsiteY2322" fmla="*/ 314187 h 830409"/>
              <a:gd name="connsiteX2323" fmla="*/ 223910 w 707644"/>
              <a:gd name="connsiteY2323" fmla="*/ 316394 h 830409"/>
              <a:gd name="connsiteX2324" fmla="*/ 91911 w 707644"/>
              <a:gd name="connsiteY2324" fmla="*/ 577775 h 830409"/>
              <a:gd name="connsiteX2325" fmla="*/ 103221 w 707644"/>
              <a:gd name="connsiteY2325" fmla="*/ 589686 h 830409"/>
              <a:gd name="connsiteX2326" fmla="*/ 118976 w 707644"/>
              <a:gd name="connsiteY2326" fmla="*/ 611819 h 830409"/>
              <a:gd name="connsiteX2327" fmla="*/ 126516 w 707644"/>
              <a:gd name="connsiteY2327" fmla="*/ 622741 h 830409"/>
              <a:gd name="connsiteX2328" fmla="*/ 111328 w 707644"/>
              <a:gd name="connsiteY2328" fmla="*/ 604150 h 830409"/>
              <a:gd name="connsiteX2329" fmla="*/ 251133 w 707644"/>
              <a:gd name="connsiteY2329" fmla="*/ 245890 h 830409"/>
              <a:gd name="connsiteX2330" fmla="*/ 283778 w 707644"/>
              <a:gd name="connsiteY2330" fmla="*/ 268306 h 830409"/>
              <a:gd name="connsiteX2331" fmla="*/ 283999 w 707644"/>
              <a:gd name="connsiteY2331" fmla="*/ 268469 h 830409"/>
              <a:gd name="connsiteX2332" fmla="*/ 286440 w 707644"/>
              <a:gd name="connsiteY2332" fmla="*/ 280850 h 830409"/>
              <a:gd name="connsiteX2333" fmla="*/ 288077 w 707644"/>
              <a:gd name="connsiteY2333" fmla="*/ 290857 h 830409"/>
              <a:gd name="connsiteX2334" fmla="*/ 271444 w 707644"/>
              <a:gd name="connsiteY2334" fmla="*/ 272405 h 830409"/>
              <a:gd name="connsiteX2335" fmla="*/ 264347 w 707644"/>
              <a:gd name="connsiteY2335" fmla="*/ 264994 h 830409"/>
              <a:gd name="connsiteX2336" fmla="*/ 310146 w 707644"/>
              <a:gd name="connsiteY2336" fmla="*/ 116372 h 830409"/>
              <a:gd name="connsiteX2337" fmla="*/ 319815 w 707644"/>
              <a:gd name="connsiteY2337" fmla="*/ 127128 h 830409"/>
              <a:gd name="connsiteX2338" fmla="*/ 344761 w 707644"/>
              <a:gd name="connsiteY2338" fmla="*/ 165086 h 830409"/>
              <a:gd name="connsiteX2339" fmla="*/ 359329 w 707644"/>
              <a:gd name="connsiteY2339" fmla="*/ 198908 h 830409"/>
              <a:gd name="connsiteX2340" fmla="*/ 365493 w 707644"/>
              <a:gd name="connsiteY2340" fmla="*/ 210864 h 830409"/>
              <a:gd name="connsiteX2341" fmla="*/ 353161 w 707644"/>
              <a:gd name="connsiteY2341" fmla="*/ 197721 h 830409"/>
              <a:gd name="connsiteX2342" fmla="*/ 332048 w 707644"/>
              <a:gd name="connsiteY2342" fmla="*/ 173950 h 830409"/>
              <a:gd name="connsiteX2343" fmla="*/ 321232 w 707644"/>
              <a:gd name="connsiteY2343" fmla="*/ 161383 h 830409"/>
              <a:gd name="connsiteX2344" fmla="*/ 315695 w 707644"/>
              <a:gd name="connsiteY2344" fmla="*/ 135716 h 830409"/>
              <a:gd name="connsiteX2345" fmla="*/ 268528 w 707644"/>
              <a:gd name="connsiteY2345" fmla="*/ 196404 h 830409"/>
              <a:gd name="connsiteX2346" fmla="*/ 281302 w 707644"/>
              <a:gd name="connsiteY2346" fmla="*/ 202738 h 830409"/>
              <a:gd name="connsiteX2347" fmla="*/ 300258 w 707644"/>
              <a:gd name="connsiteY2347" fmla="*/ 233955 h 830409"/>
              <a:gd name="connsiteX2348" fmla="*/ 305047 w 707644"/>
              <a:gd name="connsiteY2348" fmla="*/ 247078 h 830409"/>
              <a:gd name="connsiteX2349" fmla="*/ 304726 w 707644"/>
              <a:gd name="connsiteY2349" fmla="*/ 246662 h 830409"/>
              <a:gd name="connsiteX2350" fmla="*/ 278115 w 707644"/>
              <a:gd name="connsiteY2350" fmla="*/ 218024 h 830409"/>
              <a:gd name="connsiteX2351" fmla="*/ 272142 w 707644"/>
              <a:gd name="connsiteY2351" fmla="*/ 212293 h 830409"/>
              <a:gd name="connsiteX2352" fmla="*/ 222366 w 707644"/>
              <a:gd name="connsiteY2352" fmla="*/ 288619 h 830409"/>
              <a:gd name="connsiteX2353" fmla="*/ 243774 w 707644"/>
              <a:gd name="connsiteY2353" fmla="*/ 292801 h 830409"/>
              <a:gd name="connsiteX2354" fmla="*/ 261501 w 707644"/>
              <a:gd name="connsiteY2354" fmla="*/ 315207 h 830409"/>
              <a:gd name="connsiteX2355" fmla="*/ 271328 w 707644"/>
              <a:gd name="connsiteY2355" fmla="*/ 328124 h 830409"/>
              <a:gd name="connsiteX2356" fmla="*/ 272853 w 707644"/>
              <a:gd name="connsiteY2356" fmla="*/ 331534 h 830409"/>
              <a:gd name="connsiteX2357" fmla="*/ 284077 w 707644"/>
              <a:gd name="connsiteY2357" fmla="*/ 359708 h 830409"/>
              <a:gd name="connsiteX2358" fmla="*/ 284129 w 707644"/>
              <a:gd name="connsiteY2358" fmla="*/ 360217 h 830409"/>
              <a:gd name="connsiteX2359" fmla="*/ 238402 w 707644"/>
              <a:gd name="connsiteY2359" fmla="*/ 313725 h 830409"/>
              <a:gd name="connsiteX2360" fmla="*/ 236582 w 707644"/>
              <a:gd name="connsiteY2360" fmla="*/ 310857 h 830409"/>
              <a:gd name="connsiteX2361" fmla="*/ 282449 w 707644"/>
              <a:gd name="connsiteY2361" fmla="*/ 162995 h 830409"/>
              <a:gd name="connsiteX2362" fmla="*/ 303130 w 707644"/>
              <a:gd name="connsiteY2362" fmla="*/ 189771 h 830409"/>
              <a:gd name="connsiteX2363" fmla="*/ 322253 w 707644"/>
              <a:gd name="connsiteY2363" fmla="*/ 223045 h 830409"/>
              <a:gd name="connsiteX2364" fmla="*/ 316548 w 707644"/>
              <a:gd name="connsiteY2364" fmla="*/ 220217 h 830409"/>
              <a:gd name="connsiteX2365" fmla="*/ 291293 w 707644"/>
              <a:gd name="connsiteY2365" fmla="*/ 188150 h 830409"/>
              <a:gd name="connsiteX2366" fmla="*/ 214075 w 707644"/>
              <a:gd name="connsiteY2366" fmla="*/ 304220 h 830409"/>
              <a:gd name="connsiteX2367" fmla="*/ 217017 w 707644"/>
              <a:gd name="connsiteY2367" fmla="*/ 307619 h 830409"/>
              <a:gd name="connsiteX2368" fmla="*/ 219847 w 707644"/>
              <a:gd name="connsiteY2368" fmla="*/ 311221 h 830409"/>
              <a:gd name="connsiteX2369" fmla="*/ 219031 w 707644"/>
              <a:gd name="connsiteY2369" fmla="*/ 310401 h 830409"/>
              <a:gd name="connsiteX2370" fmla="*/ 215628 w 707644"/>
              <a:gd name="connsiteY2370" fmla="*/ 307111 h 830409"/>
              <a:gd name="connsiteX2371" fmla="*/ 215519 w 707644"/>
              <a:gd name="connsiteY2371" fmla="*/ 299767 h 830409"/>
              <a:gd name="connsiteX2372" fmla="*/ 234440 w 707644"/>
              <a:gd name="connsiteY2372" fmla="*/ 322370 h 830409"/>
              <a:gd name="connsiteX2373" fmla="*/ 239998 w 707644"/>
              <a:gd name="connsiteY2373" fmla="*/ 331482 h 830409"/>
              <a:gd name="connsiteX2374" fmla="*/ 222796 w 707644"/>
              <a:gd name="connsiteY2374" fmla="*/ 314187 h 830409"/>
              <a:gd name="connsiteX2375" fmla="*/ 199881 w 707644"/>
              <a:gd name="connsiteY2375" fmla="*/ 331955 h 830409"/>
              <a:gd name="connsiteX2376" fmla="*/ 207886 w 707644"/>
              <a:gd name="connsiteY2376" fmla="*/ 337470 h 830409"/>
              <a:gd name="connsiteX2377" fmla="*/ 221282 w 707644"/>
              <a:gd name="connsiteY2377" fmla="*/ 354532 h 830409"/>
              <a:gd name="connsiteX2378" fmla="*/ 257455 w 707644"/>
              <a:gd name="connsiteY2378" fmla="*/ 393877 h 830409"/>
              <a:gd name="connsiteX2379" fmla="*/ 277650 w 707644"/>
              <a:gd name="connsiteY2379" fmla="*/ 437026 h 830409"/>
              <a:gd name="connsiteX2380" fmla="*/ 286405 w 707644"/>
              <a:gd name="connsiteY2380" fmla="*/ 458723 h 830409"/>
              <a:gd name="connsiteX2381" fmla="*/ 266171 w 707644"/>
              <a:gd name="connsiteY2381" fmla="*/ 432608 h 830409"/>
              <a:gd name="connsiteX2382" fmla="*/ 233604 w 707644"/>
              <a:gd name="connsiteY2382" fmla="*/ 390787 h 830409"/>
              <a:gd name="connsiteX2383" fmla="*/ 205580 w 707644"/>
              <a:gd name="connsiteY2383" fmla="*/ 342365 h 830409"/>
              <a:gd name="connsiteX2384" fmla="*/ 99721 w 707644"/>
              <a:gd name="connsiteY2384" fmla="*/ 539974 h 830409"/>
              <a:gd name="connsiteX2385" fmla="*/ 100210 w 707644"/>
              <a:gd name="connsiteY2385" fmla="*/ 540355 h 830409"/>
              <a:gd name="connsiteX2386" fmla="*/ 138009 w 707644"/>
              <a:gd name="connsiteY2386" fmla="*/ 567744 h 830409"/>
              <a:gd name="connsiteX2387" fmla="*/ 139914 w 707644"/>
              <a:gd name="connsiteY2387" fmla="*/ 570805 h 830409"/>
              <a:gd name="connsiteX2388" fmla="*/ 113813 w 707644"/>
              <a:gd name="connsiteY2388" fmla="*/ 556520 h 830409"/>
              <a:gd name="connsiteX2389" fmla="*/ 103128 w 707644"/>
              <a:gd name="connsiteY2389" fmla="*/ 548560 h 830409"/>
              <a:gd name="connsiteX2390" fmla="*/ 306761 w 707644"/>
              <a:gd name="connsiteY2390" fmla="*/ 104570 h 830409"/>
              <a:gd name="connsiteX2391" fmla="*/ 317982 w 707644"/>
              <a:gd name="connsiteY2391" fmla="*/ 121548 h 830409"/>
              <a:gd name="connsiteX2392" fmla="*/ 328047 w 707644"/>
              <a:gd name="connsiteY2392" fmla="*/ 135999 h 830409"/>
              <a:gd name="connsiteX2393" fmla="*/ 319815 w 707644"/>
              <a:gd name="connsiteY2393" fmla="*/ 127128 h 830409"/>
              <a:gd name="connsiteX2394" fmla="*/ 309370 w 707644"/>
              <a:gd name="connsiteY2394" fmla="*/ 113666 h 830409"/>
              <a:gd name="connsiteX2395" fmla="*/ 199835 w 707644"/>
              <a:gd name="connsiteY2395" fmla="*/ 327216 h 830409"/>
              <a:gd name="connsiteX2396" fmla="*/ 205129 w 707644"/>
              <a:gd name="connsiteY2396" fmla="*/ 332610 h 830409"/>
              <a:gd name="connsiteX2397" fmla="*/ 208226 w 707644"/>
              <a:gd name="connsiteY2397" fmla="*/ 337704 h 830409"/>
              <a:gd name="connsiteX2398" fmla="*/ 207886 w 707644"/>
              <a:gd name="connsiteY2398" fmla="*/ 337470 h 830409"/>
              <a:gd name="connsiteX2399" fmla="*/ 200568 w 707644"/>
              <a:gd name="connsiteY2399" fmla="*/ 325109 h 830409"/>
              <a:gd name="connsiteX2400" fmla="*/ 243864 w 707644"/>
              <a:gd name="connsiteY2400" fmla="*/ 364839 h 830409"/>
              <a:gd name="connsiteX2401" fmla="*/ 246654 w 707644"/>
              <a:gd name="connsiteY2401" fmla="*/ 370799 h 830409"/>
              <a:gd name="connsiteX2402" fmla="*/ 237027 w 707644"/>
              <a:gd name="connsiteY2402" fmla="*/ 361773 h 830409"/>
              <a:gd name="connsiteX2403" fmla="*/ 217670 w 707644"/>
              <a:gd name="connsiteY2403" fmla="*/ 345597 h 830409"/>
              <a:gd name="connsiteX2404" fmla="*/ 210811 w 707644"/>
              <a:gd name="connsiteY2404" fmla="*/ 338401 h 830409"/>
              <a:gd name="connsiteX2405" fmla="*/ 205129 w 707644"/>
              <a:gd name="connsiteY2405" fmla="*/ 332610 h 830409"/>
              <a:gd name="connsiteX2406" fmla="*/ 326172 w 707644"/>
              <a:gd name="connsiteY2406" fmla="*/ 59283 h 830409"/>
              <a:gd name="connsiteX2407" fmla="*/ 346171 w 707644"/>
              <a:gd name="connsiteY2407" fmla="*/ 85553 h 830409"/>
              <a:gd name="connsiteX2408" fmla="*/ 380138 w 707644"/>
              <a:gd name="connsiteY2408" fmla="*/ 133557 h 830409"/>
              <a:gd name="connsiteX2409" fmla="*/ 377636 w 707644"/>
              <a:gd name="connsiteY2409" fmla="*/ 131926 h 830409"/>
              <a:gd name="connsiteX2410" fmla="*/ 214083 w 707644"/>
              <a:gd name="connsiteY2410" fmla="*/ 288998 h 830409"/>
              <a:gd name="connsiteX2411" fmla="*/ 238402 w 707644"/>
              <a:gd name="connsiteY2411" fmla="*/ 313725 h 830409"/>
              <a:gd name="connsiteX2412" fmla="*/ 263873 w 707644"/>
              <a:gd name="connsiteY2412" fmla="*/ 353836 h 830409"/>
              <a:gd name="connsiteX2413" fmla="*/ 268427 w 707644"/>
              <a:gd name="connsiteY2413" fmla="*/ 361022 h 830409"/>
              <a:gd name="connsiteX2414" fmla="*/ 253163 w 707644"/>
              <a:gd name="connsiteY2414" fmla="*/ 344719 h 830409"/>
              <a:gd name="connsiteX2415" fmla="*/ 253066 w 707644"/>
              <a:gd name="connsiteY2415" fmla="*/ 344621 h 830409"/>
              <a:gd name="connsiteX2416" fmla="*/ 234440 w 707644"/>
              <a:gd name="connsiteY2416" fmla="*/ 322370 h 830409"/>
              <a:gd name="connsiteX2417" fmla="*/ 271853 w 707644"/>
              <a:gd name="connsiteY2417" fmla="*/ 164862 h 830409"/>
              <a:gd name="connsiteX2418" fmla="*/ 281522 w 707644"/>
              <a:gd name="connsiteY2418" fmla="*/ 175744 h 830409"/>
              <a:gd name="connsiteX2419" fmla="*/ 291293 w 707644"/>
              <a:gd name="connsiteY2419" fmla="*/ 188150 h 830409"/>
              <a:gd name="connsiteX2420" fmla="*/ 297848 w 707644"/>
              <a:gd name="connsiteY2420" fmla="*/ 206794 h 830409"/>
              <a:gd name="connsiteX2421" fmla="*/ 207374 w 707644"/>
              <a:gd name="connsiteY2421" fmla="*/ 299128 h 830409"/>
              <a:gd name="connsiteX2422" fmla="*/ 215628 w 707644"/>
              <a:gd name="connsiteY2422" fmla="*/ 307111 h 830409"/>
              <a:gd name="connsiteX2423" fmla="*/ 225054 w 707644"/>
              <a:gd name="connsiteY2423" fmla="*/ 324648 h 830409"/>
              <a:gd name="connsiteX2424" fmla="*/ 233163 w 707644"/>
              <a:gd name="connsiteY2424" fmla="*/ 341974 h 830409"/>
              <a:gd name="connsiteX2425" fmla="*/ 229522 w 707644"/>
              <a:gd name="connsiteY2425" fmla="*/ 337356 h 830409"/>
              <a:gd name="connsiteX2426" fmla="*/ 211650 w 707644"/>
              <a:gd name="connsiteY2426" fmla="*/ 286525 h 830409"/>
              <a:gd name="connsiteX2427" fmla="*/ 212756 w 707644"/>
              <a:gd name="connsiteY2427" fmla="*/ 286741 h 830409"/>
              <a:gd name="connsiteX2428" fmla="*/ 213373 w 707644"/>
              <a:gd name="connsiteY2428" fmla="*/ 287835 h 830409"/>
              <a:gd name="connsiteX2429" fmla="*/ 214083 w 707644"/>
              <a:gd name="connsiteY2429" fmla="*/ 288998 h 830409"/>
              <a:gd name="connsiteX2430" fmla="*/ 263821 w 707644"/>
              <a:gd name="connsiteY2430" fmla="*/ 175708 h 830409"/>
              <a:gd name="connsiteX2431" fmla="*/ 276971 w 707644"/>
              <a:gd name="connsiteY2431" fmla="*/ 195607 h 830409"/>
              <a:gd name="connsiteX2432" fmla="*/ 280137 w 707644"/>
              <a:gd name="connsiteY2432" fmla="*/ 200820 h 830409"/>
              <a:gd name="connsiteX2433" fmla="*/ 273125 w 707644"/>
              <a:gd name="connsiteY2433" fmla="*/ 191856 h 830409"/>
              <a:gd name="connsiteX2434" fmla="*/ 265580 w 707644"/>
              <a:gd name="connsiteY2434" fmla="*/ 183440 h 830409"/>
              <a:gd name="connsiteX2435" fmla="*/ 303761 w 707644"/>
              <a:gd name="connsiteY2435" fmla="*/ 85793 h 830409"/>
              <a:gd name="connsiteX2436" fmla="*/ 319863 w 707644"/>
              <a:gd name="connsiteY2436" fmla="*/ 95254 h 830409"/>
              <a:gd name="connsiteX2437" fmla="*/ 341738 w 707644"/>
              <a:gd name="connsiteY2437" fmla="*/ 122351 h 830409"/>
              <a:gd name="connsiteX2438" fmla="*/ 349187 w 707644"/>
              <a:gd name="connsiteY2438" fmla="*/ 134984 h 830409"/>
              <a:gd name="connsiteX2439" fmla="*/ 384848 w 707644"/>
              <a:gd name="connsiteY2439" fmla="*/ 194576 h 830409"/>
              <a:gd name="connsiteX2440" fmla="*/ 390311 w 707644"/>
              <a:gd name="connsiteY2440" fmla="*/ 203092 h 830409"/>
              <a:gd name="connsiteX2441" fmla="*/ 335324 w 707644"/>
              <a:gd name="connsiteY2441" fmla="*/ 143840 h 830409"/>
              <a:gd name="connsiteX2442" fmla="*/ 323935 w 707644"/>
              <a:gd name="connsiteY2442" fmla="*/ 118540 h 830409"/>
              <a:gd name="connsiteX2443" fmla="*/ 191657 w 707644"/>
              <a:gd name="connsiteY2443" fmla="*/ 316932 h 830409"/>
              <a:gd name="connsiteX2444" fmla="*/ 192032 w 707644"/>
              <a:gd name="connsiteY2444" fmla="*/ 317277 h 830409"/>
              <a:gd name="connsiteX2445" fmla="*/ 199835 w 707644"/>
              <a:gd name="connsiteY2445" fmla="*/ 327216 h 830409"/>
              <a:gd name="connsiteX2446" fmla="*/ 194070 w 707644"/>
              <a:gd name="connsiteY2446" fmla="*/ 321340 h 830409"/>
              <a:gd name="connsiteX2447" fmla="*/ 339812 w 707644"/>
              <a:gd name="connsiteY2447" fmla="*/ 7037 h 830409"/>
              <a:gd name="connsiteX2448" fmla="*/ 344777 w 707644"/>
              <a:gd name="connsiteY2448" fmla="*/ 5773 h 830409"/>
              <a:gd name="connsiteX2449" fmla="*/ 369534 w 707644"/>
              <a:gd name="connsiteY2449" fmla="*/ 3706 h 830409"/>
              <a:gd name="connsiteX2450" fmla="*/ 383457 w 707644"/>
              <a:gd name="connsiteY2450" fmla="*/ 22972 h 830409"/>
              <a:gd name="connsiteX2451" fmla="*/ 408074 w 707644"/>
              <a:gd name="connsiteY2451" fmla="*/ 53262 h 830409"/>
              <a:gd name="connsiteX2452" fmla="*/ 456105 w 707644"/>
              <a:gd name="connsiteY2452" fmla="*/ 101680 h 830409"/>
              <a:gd name="connsiteX2453" fmla="*/ 504287 w 707644"/>
              <a:gd name="connsiteY2453" fmla="*/ 218001 h 830409"/>
              <a:gd name="connsiteX2454" fmla="*/ 462966 w 707644"/>
              <a:gd name="connsiteY2454" fmla="*/ 168591 h 830409"/>
              <a:gd name="connsiteX2455" fmla="*/ 413238 w 707644"/>
              <a:gd name="connsiteY2455" fmla="*/ 108562 h 830409"/>
              <a:gd name="connsiteX2456" fmla="*/ 368559 w 707644"/>
              <a:gd name="connsiteY2456" fmla="*/ 47282 h 830409"/>
              <a:gd name="connsiteX2457" fmla="*/ 185776 w 707644"/>
              <a:gd name="connsiteY2457" fmla="*/ 322830 h 830409"/>
              <a:gd name="connsiteX2458" fmla="*/ 194207 w 707644"/>
              <a:gd name="connsiteY2458" fmla="*/ 328284 h 830409"/>
              <a:gd name="connsiteX2459" fmla="*/ 221877 w 707644"/>
              <a:gd name="connsiteY2459" fmla="*/ 375736 h 830409"/>
              <a:gd name="connsiteX2460" fmla="*/ 195289 w 707644"/>
              <a:gd name="connsiteY2460" fmla="*/ 341717 h 830409"/>
              <a:gd name="connsiteX2461" fmla="*/ 299298 w 707644"/>
              <a:gd name="connsiteY2461" fmla="*/ 78549 h 830409"/>
              <a:gd name="connsiteX2462" fmla="*/ 303761 w 707644"/>
              <a:gd name="connsiteY2462" fmla="*/ 85793 h 830409"/>
              <a:gd name="connsiteX2463" fmla="*/ 300892 w 707644"/>
              <a:gd name="connsiteY2463" fmla="*/ 84108 h 830409"/>
              <a:gd name="connsiteX2464" fmla="*/ 184429 w 707644"/>
              <a:gd name="connsiteY2464" fmla="*/ 311514 h 830409"/>
              <a:gd name="connsiteX2465" fmla="*/ 194070 w 707644"/>
              <a:gd name="connsiteY2465" fmla="*/ 321340 h 830409"/>
              <a:gd name="connsiteX2466" fmla="*/ 199881 w 707644"/>
              <a:gd name="connsiteY2466" fmla="*/ 331955 h 830409"/>
              <a:gd name="connsiteX2467" fmla="*/ 199851 w 707644"/>
              <a:gd name="connsiteY2467" fmla="*/ 331935 h 830409"/>
              <a:gd name="connsiteX2468" fmla="*/ 194207 w 707644"/>
              <a:gd name="connsiteY2468" fmla="*/ 328284 h 830409"/>
              <a:gd name="connsiteX2469" fmla="*/ 70479 w 707644"/>
              <a:gd name="connsiteY2469" fmla="*/ 544113 h 830409"/>
              <a:gd name="connsiteX2470" fmla="*/ 72302 w 707644"/>
              <a:gd name="connsiteY2470" fmla="*/ 546584 h 830409"/>
              <a:gd name="connsiteX2471" fmla="*/ 92572 w 707644"/>
              <a:gd name="connsiteY2471" fmla="*/ 574726 h 830409"/>
              <a:gd name="connsiteX2472" fmla="*/ 102120 w 707644"/>
              <a:gd name="connsiteY2472" fmla="*/ 588140 h 830409"/>
              <a:gd name="connsiteX2473" fmla="*/ 87732 w 707644"/>
              <a:gd name="connsiteY2473" fmla="*/ 571942 h 830409"/>
              <a:gd name="connsiteX2474" fmla="*/ 85317 w 707644"/>
              <a:gd name="connsiteY2474" fmla="*/ 568818 h 830409"/>
              <a:gd name="connsiteX2475" fmla="*/ 79809 w 707644"/>
              <a:gd name="connsiteY2475" fmla="*/ 561336 h 830409"/>
              <a:gd name="connsiteX2476" fmla="*/ 195101 w 707644"/>
              <a:gd name="connsiteY2476" fmla="*/ 275180 h 830409"/>
              <a:gd name="connsiteX2477" fmla="*/ 204409 w 707644"/>
              <a:gd name="connsiteY2477" fmla="*/ 286496 h 830409"/>
              <a:gd name="connsiteX2478" fmla="*/ 204799 w 707644"/>
              <a:gd name="connsiteY2478" fmla="*/ 286961 h 830409"/>
              <a:gd name="connsiteX2479" fmla="*/ 214075 w 707644"/>
              <a:gd name="connsiteY2479" fmla="*/ 304220 h 830409"/>
              <a:gd name="connsiteX2480" fmla="*/ 202732 w 707644"/>
              <a:gd name="connsiteY2480" fmla="*/ 291116 h 830409"/>
              <a:gd name="connsiteX2481" fmla="*/ 202624 w 707644"/>
              <a:gd name="connsiteY2481" fmla="*/ 290930 h 830409"/>
              <a:gd name="connsiteX2482" fmla="*/ 134555 w 707644"/>
              <a:gd name="connsiteY2482" fmla="*/ 400746 h 830409"/>
              <a:gd name="connsiteX2483" fmla="*/ 156641 w 707644"/>
              <a:gd name="connsiteY2483" fmla="*/ 420676 h 830409"/>
              <a:gd name="connsiteX2484" fmla="*/ 169141 w 707644"/>
              <a:gd name="connsiteY2484" fmla="*/ 436370 h 830409"/>
              <a:gd name="connsiteX2485" fmla="*/ 186606 w 707644"/>
              <a:gd name="connsiteY2485" fmla="*/ 463923 h 830409"/>
              <a:gd name="connsiteX2486" fmla="*/ 160514 w 707644"/>
              <a:gd name="connsiteY2486" fmla="*/ 443331 h 830409"/>
              <a:gd name="connsiteX2487" fmla="*/ 158785 w 707644"/>
              <a:gd name="connsiteY2487" fmla="*/ 440758 h 830409"/>
              <a:gd name="connsiteX2488" fmla="*/ 288581 w 707644"/>
              <a:gd name="connsiteY2488" fmla="*/ 77063 h 830409"/>
              <a:gd name="connsiteX2489" fmla="*/ 292270 w 707644"/>
              <a:gd name="connsiteY2489" fmla="*/ 79042 h 830409"/>
              <a:gd name="connsiteX2490" fmla="*/ 300892 w 707644"/>
              <a:gd name="connsiteY2490" fmla="*/ 84108 h 830409"/>
              <a:gd name="connsiteX2491" fmla="*/ 306761 w 707644"/>
              <a:gd name="connsiteY2491" fmla="*/ 104570 h 830409"/>
              <a:gd name="connsiteX2492" fmla="*/ 236911 w 707644"/>
              <a:gd name="connsiteY2492" fmla="*/ 180725 h 830409"/>
              <a:gd name="connsiteX2493" fmla="*/ 241731 w 707644"/>
              <a:gd name="connsiteY2493" fmla="*/ 183115 h 830409"/>
              <a:gd name="connsiteX2494" fmla="*/ 272142 w 707644"/>
              <a:gd name="connsiteY2494" fmla="*/ 212293 h 830409"/>
              <a:gd name="connsiteX2495" fmla="*/ 272485 w 707644"/>
              <a:gd name="connsiteY2495" fmla="*/ 213800 h 830409"/>
              <a:gd name="connsiteX2496" fmla="*/ 278481 w 707644"/>
              <a:gd name="connsiteY2496" fmla="*/ 241554 h 830409"/>
              <a:gd name="connsiteX2497" fmla="*/ 271450 w 707644"/>
              <a:gd name="connsiteY2497" fmla="*/ 232851 h 830409"/>
              <a:gd name="connsiteX2498" fmla="*/ 246614 w 707644"/>
              <a:gd name="connsiteY2498" fmla="*/ 197614 h 830409"/>
              <a:gd name="connsiteX2499" fmla="*/ 294150 w 707644"/>
              <a:gd name="connsiteY2499" fmla="*/ 60600 h 830409"/>
              <a:gd name="connsiteX2500" fmla="*/ 313773 w 707644"/>
              <a:gd name="connsiteY2500" fmla="*/ 83821 h 830409"/>
              <a:gd name="connsiteX2501" fmla="*/ 325312 w 707644"/>
              <a:gd name="connsiteY2501" fmla="*/ 98455 h 830409"/>
              <a:gd name="connsiteX2502" fmla="*/ 319863 w 707644"/>
              <a:gd name="connsiteY2502" fmla="*/ 95254 h 830409"/>
              <a:gd name="connsiteX2503" fmla="*/ 304563 w 707644"/>
              <a:gd name="connsiteY2503" fmla="*/ 76301 h 830409"/>
              <a:gd name="connsiteX2504" fmla="*/ 296315 w 707644"/>
              <a:gd name="connsiteY2504" fmla="*/ 68148 h 830409"/>
              <a:gd name="connsiteX2505" fmla="*/ 233312 w 707644"/>
              <a:gd name="connsiteY2505" fmla="*/ 185648 h 830409"/>
              <a:gd name="connsiteX2506" fmla="*/ 271450 w 707644"/>
              <a:gd name="connsiteY2506" fmla="*/ 232851 h 830409"/>
              <a:gd name="connsiteX2507" fmla="*/ 278878 w 707644"/>
              <a:gd name="connsiteY2507" fmla="*/ 243390 h 830409"/>
              <a:gd name="connsiteX2508" fmla="*/ 280895 w 707644"/>
              <a:gd name="connsiteY2508" fmla="*/ 252728 h 830409"/>
              <a:gd name="connsiteX2509" fmla="*/ 281544 w 707644"/>
              <a:gd name="connsiteY2509" fmla="*/ 256018 h 830409"/>
              <a:gd name="connsiteX2510" fmla="*/ 266254 w 707644"/>
              <a:gd name="connsiteY2510" fmla="*/ 238770 h 830409"/>
              <a:gd name="connsiteX2511" fmla="*/ 239802 w 707644"/>
              <a:gd name="connsiteY2511" fmla="*/ 216740 h 830409"/>
              <a:gd name="connsiteX2512" fmla="*/ 244611 w 707644"/>
              <a:gd name="connsiteY2512" fmla="*/ 217822 h 830409"/>
              <a:gd name="connsiteX2513" fmla="*/ 236381 w 707644"/>
              <a:gd name="connsiteY2513" fmla="*/ 194188 h 830409"/>
              <a:gd name="connsiteX2514" fmla="*/ 176491 w 707644"/>
              <a:gd name="connsiteY2514" fmla="*/ 303425 h 830409"/>
              <a:gd name="connsiteX2515" fmla="*/ 182169 w 707644"/>
              <a:gd name="connsiteY2515" fmla="*/ 308225 h 830409"/>
              <a:gd name="connsiteX2516" fmla="*/ 182905 w 707644"/>
              <a:gd name="connsiteY2516" fmla="*/ 308901 h 830409"/>
              <a:gd name="connsiteX2517" fmla="*/ 184429 w 707644"/>
              <a:gd name="connsiteY2517" fmla="*/ 311514 h 830409"/>
              <a:gd name="connsiteX2518" fmla="*/ 153758 w 707644"/>
              <a:gd name="connsiteY2518" fmla="*/ 350309 h 830409"/>
              <a:gd name="connsiteX2519" fmla="*/ 200873 w 707644"/>
              <a:gd name="connsiteY2519" fmla="*/ 393834 h 830409"/>
              <a:gd name="connsiteX2520" fmla="*/ 205466 w 707644"/>
              <a:gd name="connsiteY2520" fmla="*/ 400213 h 830409"/>
              <a:gd name="connsiteX2521" fmla="*/ 235698 w 707644"/>
              <a:gd name="connsiteY2521" fmla="*/ 446428 h 830409"/>
              <a:gd name="connsiteX2522" fmla="*/ 237386 w 707644"/>
              <a:gd name="connsiteY2522" fmla="*/ 449379 h 830409"/>
              <a:gd name="connsiteX2523" fmla="*/ 212022 w 707644"/>
              <a:gd name="connsiteY2523" fmla="*/ 420766 h 830409"/>
              <a:gd name="connsiteX2524" fmla="*/ 196523 w 707644"/>
              <a:gd name="connsiteY2524" fmla="*/ 405833 h 830409"/>
              <a:gd name="connsiteX2525" fmla="*/ 181716 w 707644"/>
              <a:gd name="connsiteY2525" fmla="*/ 386838 h 830409"/>
              <a:gd name="connsiteX2526" fmla="*/ 157207 w 707644"/>
              <a:gd name="connsiteY2526" fmla="*/ 355303 h 830409"/>
              <a:gd name="connsiteX2527" fmla="*/ 215724 w 707644"/>
              <a:gd name="connsiteY2527" fmla="*/ 220366 h 830409"/>
              <a:gd name="connsiteX2528" fmla="*/ 232323 w 707644"/>
              <a:gd name="connsiteY2528" fmla="*/ 232974 h 830409"/>
              <a:gd name="connsiteX2529" fmla="*/ 235474 w 707644"/>
              <a:gd name="connsiteY2529" fmla="*/ 235138 h 830409"/>
              <a:gd name="connsiteX2530" fmla="*/ 246045 w 707644"/>
              <a:gd name="connsiteY2530" fmla="*/ 245883 h 830409"/>
              <a:gd name="connsiteX2531" fmla="*/ 264347 w 707644"/>
              <a:gd name="connsiteY2531" fmla="*/ 264994 h 830409"/>
              <a:gd name="connsiteX2532" fmla="*/ 270152 w 707644"/>
              <a:gd name="connsiteY2532" fmla="*/ 273387 h 830409"/>
              <a:gd name="connsiteX2533" fmla="*/ 289613 w 707644"/>
              <a:gd name="connsiteY2533" fmla="*/ 300683 h 830409"/>
              <a:gd name="connsiteX2534" fmla="*/ 289666 w 707644"/>
              <a:gd name="connsiteY2534" fmla="*/ 301768 h 830409"/>
              <a:gd name="connsiteX2535" fmla="*/ 262305 w 707644"/>
              <a:gd name="connsiteY2535" fmla="*/ 296422 h 830409"/>
              <a:gd name="connsiteX2536" fmla="*/ 254242 w 707644"/>
              <a:gd name="connsiteY2536" fmla="*/ 285829 h 830409"/>
              <a:gd name="connsiteX2537" fmla="*/ 206910 w 707644"/>
              <a:gd name="connsiteY2537" fmla="*/ 238302 h 830409"/>
              <a:gd name="connsiteX2538" fmla="*/ 244890 w 707644"/>
              <a:gd name="connsiteY2538" fmla="*/ 280853 h 830409"/>
              <a:gd name="connsiteX2539" fmla="*/ 256111 w 707644"/>
              <a:gd name="connsiteY2539" fmla="*/ 295212 h 830409"/>
              <a:gd name="connsiteX2540" fmla="*/ 249865 w 707644"/>
              <a:gd name="connsiteY2540" fmla="*/ 293991 h 830409"/>
              <a:gd name="connsiteX2541" fmla="*/ 248784 w 707644"/>
              <a:gd name="connsiteY2541" fmla="*/ 292602 h 830409"/>
              <a:gd name="connsiteX2542" fmla="*/ 246249 w 707644"/>
              <a:gd name="connsiteY2542" fmla="*/ 288612 h 830409"/>
              <a:gd name="connsiteX2543" fmla="*/ 230317 w 707644"/>
              <a:gd name="connsiteY2543" fmla="*/ 267384 h 830409"/>
              <a:gd name="connsiteX2544" fmla="*/ 175486 w 707644"/>
              <a:gd name="connsiteY2544" fmla="*/ 302400 h 830409"/>
              <a:gd name="connsiteX2545" fmla="*/ 176491 w 707644"/>
              <a:gd name="connsiteY2545" fmla="*/ 303425 h 830409"/>
              <a:gd name="connsiteX2546" fmla="*/ 175639 w 707644"/>
              <a:gd name="connsiteY2546" fmla="*/ 302704 h 830409"/>
              <a:gd name="connsiteX2547" fmla="*/ 252936 w 707644"/>
              <a:gd name="connsiteY2547" fmla="*/ 136062 h 830409"/>
              <a:gd name="connsiteX2548" fmla="*/ 264863 w 707644"/>
              <a:gd name="connsiteY2548" fmla="*/ 153587 h 830409"/>
              <a:gd name="connsiteX2549" fmla="*/ 271853 w 707644"/>
              <a:gd name="connsiteY2549" fmla="*/ 164862 h 830409"/>
              <a:gd name="connsiteX2550" fmla="*/ 256321 w 707644"/>
              <a:gd name="connsiteY2550" fmla="*/ 147383 h 830409"/>
              <a:gd name="connsiteX2551" fmla="*/ 175540 w 707644"/>
              <a:gd name="connsiteY2551" fmla="*/ 296270 h 830409"/>
              <a:gd name="connsiteX2552" fmla="*/ 191415 w 707644"/>
              <a:gd name="connsiteY2552" fmla="*/ 316491 h 830409"/>
              <a:gd name="connsiteX2553" fmla="*/ 191657 w 707644"/>
              <a:gd name="connsiteY2553" fmla="*/ 316932 h 830409"/>
              <a:gd name="connsiteX2554" fmla="*/ 182905 w 707644"/>
              <a:gd name="connsiteY2554" fmla="*/ 308901 h 830409"/>
              <a:gd name="connsiteX2555" fmla="*/ 287558 w 707644"/>
              <a:gd name="connsiteY2555" fmla="*/ 59492 h 830409"/>
              <a:gd name="connsiteX2556" fmla="*/ 296315 w 707644"/>
              <a:gd name="connsiteY2556" fmla="*/ 68148 h 830409"/>
              <a:gd name="connsiteX2557" fmla="*/ 299298 w 707644"/>
              <a:gd name="connsiteY2557" fmla="*/ 78549 h 830409"/>
              <a:gd name="connsiteX2558" fmla="*/ 156759 w 707644"/>
              <a:gd name="connsiteY2558" fmla="*/ 329254 h 830409"/>
              <a:gd name="connsiteX2559" fmla="*/ 175493 w 707644"/>
              <a:gd name="connsiteY2559" fmla="*/ 354394 h 830409"/>
              <a:gd name="connsiteX2560" fmla="*/ 201937 w 707644"/>
              <a:gd name="connsiteY2560" fmla="*/ 394817 h 830409"/>
              <a:gd name="connsiteX2561" fmla="*/ 200873 w 707644"/>
              <a:gd name="connsiteY2561" fmla="*/ 393834 h 830409"/>
              <a:gd name="connsiteX2562" fmla="*/ 170102 w 707644"/>
              <a:gd name="connsiteY2562" fmla="*/ 351108 h 830409"/>
              <a:gd name="connsiteX2563" fmla="*/ 218971 w 707644"/>
              <a:gd name="connsiteY2563" fmla="*/ 199393 h 830409"/>
              <a:gd name="connsiteX2564" fmla="*/ 239802 w 707644"/>
              <a:gd name="connsiteY2564" fmla="*/ 216740 h 830409"/>
              <a:gd name="connsiteX2565" fmla="*/ 229343 w 707644"/>
              <a:gd name="connsiteY2565" fmla="*/ 214388 h 830409"/>
              <a:gd name="connsiteX2566" fmla="*/ 195880 w 707644"/>
              <a:gd name="connsiteY2566" fmla="*/ 240624 h 830409"/>
              <a:gd name="connsiteX2567" fmla="*/ 224010 w 707644"/>
              <a:gd name="connsiteY2567" fmla="*/ 260761 h 830409"/>
              <a:gd name="connsiteX2568" fmla="*/ 248784 w 707644"/>
              <a:gd name="connsiteY2568" fmla="*/ 292602 h 830409"/>
              <a:gd name="connsiteX2569" fmla="*/ 249638 w 707644"/>
              <a:gd name="connsiteY2569" fmla="*/ 293947 h 830409"/>
              <a:gd name="connsiteX2570" fmla="*/ 243774 w 707644"/>
              <a:gd name="connsiteY2570" fmla="*/ 292801 h 830409"/>
              <a:gd name="connsiteX2571" fmla="*/ 228478 w 707644"/>
              <a:gd name="connsiteY2571" fmla="*/ 273469 h 830409"/>
              <a:gd name="connsiteX2572" fmla="*/ 115675 w 707644"/>
              <a:gd name="connsiteY2572" fmla="*/ 404047 h 830409"/>
              <a:gd name="connsiteX2573" fmla="*/ 134615 w 707644"/>
              <a:gd name="connsiteY2573" fmla="*/ 422891 h 830409"/>
              <a:gd name="connsiteX2574" fmla="*/ 160514 w 707644"/>
              <a:gd name="connsiteY2574" fmla="*/ 443331 h 830409"/>
              <a:gd name="connsiteX2575" fmla="*/ 199386 w 707644"/>
              <a:gd name="connsiteY2575" fmla="*/ 501189 h 830409"/>
              <a:gd name="connsiteX2576" fmla="*/ 237467 w 707644"/>
              <a:gd name="connsiteY2576" fmla="*/ 563021 h 830409"/>
              <a:gd name="connsiteX2577" fmla="*/ 262329 w 707644"/>
              <a:gd name="connsiteY2577" fmla="*/ 612235 h 830409"/>
              <a:gd name="connsiteX2578" fmla="*/ 133022 w 707644"/>
              <a:gd name="connsiteY2578" fmla="*/ 428398 h 830409"/>
              <a:gd name="connsiteX2579" fmla="*/ 208321 w 707644"/>
              <a:gd name="connsiteY2579" fmla="*/ 208625 h 830409"/>
              <a:gd name="connsiteX2580" fmla="*/ 216078 w 707644"/>
              <a:gd name="connsiteY2580" fmla="*/ 211404 h 830409"/>
              <a:gd name="connsiteX2581" fmla="*/ 229343 w 707644"/>
              <a:gd name="connsiteY2581" fmla="*/ 214388 h 830409"/>
              <a:gd name="connsiteX2582" fmla="*/ 251133 w 707644"/>
              <a:gd name="connsiteY2582" fmla="*/ 245890 h 830409"/>
              <a:gd name="connsiteX2583" fmla="*/ 235474 w 707644"/>
              <a:gd name="connsiteY2583" fmla="*/ 235138 h 830409"/>
              <a:gd name="connsiteX2584" fmla="*/ 214727 w 707644"/>
              <a:gd name="connsiteY2584" fmla="*/ 214050 h 830409"/>
              <a:gd name="connsiteX2585" fmla="*/ 208634 w 707644"/>
              <a:gd name="connsiteY2585" fmla="*/ 209110 h 830409"/>
              <a:gd name="connsiteX2586" fmla="*/ 224270 w 707644"/>
              <a:gd name="connsiteY2586" fmla="*/ 174457 h 830409"/>
              <a:gd name="connsiteX2587" fmla="*/ 230305 w 707644"/>
              <a:gd name="connsiteY2587" fmla="*/ 177449 h 830409"/>
              <a:gd name="connsiteX2588" fmla="*/ 230535 w 707644"/>
              <a:gd name="connsiteY2588" fmla="*/ 177919 h 830409"/>
              <a:gd name="connsiteX2589" fmla="*/ 233312 w 707644"/>
              <a:gd name="connsiteY2589" fmla="*/ 185648 h 830409"/>
              <a:gd name="connsiteX2590" fmla="*/ 226084 w 707644"/>
              <a:gd name="connsiteY2590" fmla="*/ 168816 h 830409"/>
              <a:gd name="connsiteX2591" fmla="*/ 234417 w 707644"/>
              <a:gd name="connsiteY2591" fmla="*/ 176385 h 830409"/>
              <a:gd name="connsiteX2592" fmla="*/ 236911 w 707644"/>
              <a:gd name="connsiteY2592" fmla="*/ 180725 h 830409"/>
              <a:gd name="connsiteX2593" fmla="*/ 230305 w 707644"/>
              <a:gd name="connsiteY2593" fmla="*/ 177449 h 830409"/>
              <a:gd name="connsiteX2594" fmla="*/ 56885 w 707644"/>
              <a:gd name="connsiteY2594" fmla="*/ 519021 h 830409"/>
              <a:gd name="connsiteX2595" fmla="*/ 57818 w 707644"/>
              <a:gd name="connsiteY2595" fmla="*/ 519092 h 830409"/>
              <a:gd name="connsiteX2596" fmla="*/ 86591 w 707644"/>
              <a:gd name="connsiteY2596" fmla="*/ 536242 h 830409"/>
              <a:gd name="connsiteX2597" fmla="*/ 103128 w 707644"/>
              <a:gd name="connsiteY2597" fmla="*/ 548560 h 830409"/>
              <a:gd name="connsiteX2598" fmla="*/ 109693 w 707644"/>
              <a:gd name="connsiteY2598" fmla="*/ 565108 h 830409"/>
              <a:gd name="connsiteX2599" fmla="*/ 135003 w 707644"/>
              <a:gd name="connsiteY2599" fmla="*/ 620250 h 830409"/>
              <a:gd name="connsiteX2600" fmla="*/ 116952 w 707644"/>
              <a:gd name="connsiteY2600" fmla="*/ 595336 h 830409"/>
              <a:gd name="connsiteX2601" fmla="*/ 59171 w 707644"/>
              <a:gd name="connsiteY2601" fmla="*/ 523240 h 830409"/>
              <a:gd name="connsiteX2602" fmla="*/ 292994 w 707644"/>
              <a:gd name="connsiteY2602" fmla="*/ 18956 h 830409"/>
              <a:gd name="connsiteX2603" fmla="*/ 294833 w 707644"/>
              <a:gd name="connsiteY2603" fmla="*/ 18488 h 830409"/>
              <a:gd name="connsiteX2604" fmla="*/ 322891 w 707644"/>
              <a:gd name="connsiteY2604" fmla="*/ 54653 h 830409"/>
              <a:gd name="connsiteX2605" fmla="*/ 326172 w 707644"/>
              <a:gd name="connsiteY2605" fmla="*/ 59283 h 830409"/>
              <a:gd name="connsiteX2606" fmla="*/ 309836 w 707644"/>
              <a:gd name="connsiteY2606" fmla="*/ 37825 h 830409"/>
              <a:gd name="connsiteX2607" fmla="*/ 51676 w 707644"/>
              <a:gd name="connsiteY2607" fmla="*/ 518624 h 830409"/>
              <a:gd name="connsiteX2608" fmla="*/ 55718 w 707644"/>
              <a:gd name="connsiteY2608" fmla="*/ 518932 h 830409"/>
              <a:gd name="connsiteX2609" fmla="*/ 59171 w 707644"/>
              <a:gd name="connsiteY2609" fmla="*/ 523240 h 830409"/>
              <a:gd name="connsiteX2610" fmla="*/ 70479 w 707644"/>
              <a:gd name="connsiteY2610" fmla="*/ 544113 h 830409"/>
              <a:gd name="connsiteX2611" fmla="*/ 235262 w 707644"/>
              <a:gd name="connsiteY2611" fmla="*/ 122970 h 830409"/>
              <a:gd name="connsiteX2612" fmla="*/ 243220 w 707644"/>
              <a:gd name="connsiteY2612" fmla="*/ 132639 h 830409"/>
              <a:gd name="connsiteX2613" fmla="*/ 256321 w 707644"/>
              <a:gd name="connsiteY2613" fmla="*/ 147383 h 830409"/>
              <a:gd name="connsiteX2614" fmla="*/ 260743 w 707644"/>
              <a:gd name="connsiteY2614" fmla="*/ 162175 h 830409"/>
              <a:gd name="connsiteX2615" fmla="*/ 263821 w 707644"/>
              <a:gd name="connsiteY2615" fmla="*/ 175708 h 830409"/>
              <a:gd name="connsiteX2616" fmla="*/ 252155 w 707644"/>
              <a:gd name="connsiteY2616" fmla="*/ 158055 h 830409"/>
              <a:gd name="connsiteX2617" fmla="*/ 283566 w 707644"/>
              <a:gd name="connsiteY2617" fmla="*/ 21357 h 830409"/>
              <a:gd name="connsiteX2618" fmla="*/ 289894 w 707644"/>
              <a:gd name="connsiteY2618" fmla="*/ 19746 h 830409"/>
              <a:gd name="connsiteX2619" fmla="*/ 305716 w 707644"/>
              <a:gd name="connsiteY2619" fmla="*/ 46413 h 830409"/>
              <a:gd name="connsiteX2620" fmla="*/ 347481 w 707644"/>
              <a:gd name="connsiteY2620" fmla="*/ 103748 h 830409"/>
              <a:gd name="connsiteX2621" fmla="*/ 364502 w 707644"/>
              <a:gd name="connsiteY2621" fmla="*/ 123365 h 830409"/>
              <a:gd name="connsiteX2622" fmla="*/ 354366 w 707644"/>
              <a:gd name="connsiteY2622" fmla="*/ 116758 h 830409"/>
              <a:gd name="connsiteX2623" fmla="*/ 342055 w 707644"/>
              <a:gd name="connsiteY2623" fmla="*/ 108909 h 830409"/>
              <a:gd name="connsiteX2624" fmla="*/ 284843 w 707644"/>
              <a:gd name="connsiteY2624" fmla="*/ 28154 h 830409"/>
              <a:gd name="connsiteX2625" fmla="*/ 284072 w 707644"/>
              <a:gd name="connsiteY2625" fmla="*/ 25465 h 830409"/>
              <a:gd name="connsiteX2626" fmla="*/ 195808 w 707644"/>
              <a:gd name="connsiteY2626" fmla="*/ 204142 h 830409"/>
              <a:gd name="connsiteX2627" fmla="*/ 207809 w 707644"/>
              <a:gd name="connsiteY2627" fmla="*/ 208441 h 830409"/>
              <a:gd name="connsiteX2628" fmla="*/ 208634 w 707644"/>
              <a:gd name="connsiteY2628" fmla="*/ 209110 h 830409"/>
              <a:gd name="connsiteX2629" fmla="*/ 214004 w 707644"/>
              <a:gd name="connsiteY2629" fmla="*/ 217443 h 830409"/>
              <a:gd name="connsiteX2630" fmla="*/ 215724 w 707644"/>
              <a:gd name="connsiteY2630" fmla="*/ 220366 h 830409"/>
              <a:gd name="connsiteX2631" fmla="*/ 197975 w 707644"/>
              <a:gd name="connsiteY2631" fmla="*/ 206884 h 830409"/>
              <a:gd name="connsiteX2632" fmla="*/ 263194 w 707644"/>
              <a:gd name="connsiteY2632" fmla="*/ 63522 h 830409"/>
              <a:gd name="connsiteX2633" fmla="*/ 271707 w 707644"/>
              <a:gd name="connsiteY2633" fmla="*/ 68010 h 830409"/>
              <a:gd name="connsiteX2634" fmla="*/ 275547 w 707644"/>
              <a:gd name="connsiteY2634" fmla="*/ 70070 h 830409"/>
              <a:gd name="connsiteX2635" fmla="*/ 309370 w 707644"/>
              <a:gd name="connsiteY2635" fmla="*/ 113666 h 830409"/>
              <a:gd name="connsiteX2636" fmla="*/ 310146 w 707644"/>
              <a:gd name="connsiteY2636" fmla="*/ 116372 h 830409"/>
              <a:gd name="connsiteX2637" fmla="*/ 293781 w 707644"/>
              <a:gd name="connsiteY2637" fmla="*/ 98164 h 830409"/>
              <a:gd name="connsiteX2638" fmla="*/ 267341 w 707644"/>
              <a:gd name="connsiteY2638" fmla="*/ 67482 h 830409"/>
              <a:gd name="connsiteX2639" fmla="*/ 126634 w 707644"/>
              <a:gd name="connsiteY2639" fmla="*/ 342563 h 830409"/>
              <a:gd name="connsiteX2640" fmla="*/ 136099 w 707644"/>
              <a:gd name="connsiteY2640" fmla="*/ 355923 h 830409"/>
              <a:gd name="connsiteX2641" fmla="*/ 175887 w 707644"/>
              <a:gd name="connsiteY2641" fmla="*/ 419847 h 830409"/>
              <a:gd name="connsiteX2642" fmla="*/ 145034 w 707644"/>
              <a:gd name="connsiteY2642" fmla="*/ 381339 h 830409"/>
              <a:gd name="connsiteX2643" fmla="*/ 128946 w 707644"/>
              <a:gd name="connsiteY2643" fmla="*/ 347894 h 830409"/>
              <a:gd name="connsiteX2644" fmla="*/ 180542 w 707644"/>
              <a:gd name="connsiteY2644" fmla="*/ 229644 h 830409"/>
              <a:gd name="connsiteX2645" fmla="*/ 186966 w 707644"/>
              <a:gd name="connsiteY2645" fmla="*/ 234243 h 830409"/>
              <a:gd name="connsiteX2646" fmla="*/ 214889 w 707644"/>
              <a:gd name="connsiteY2646" fmla="*/ 276920 h 830409"/>
              <a:gd name="connsiteX2647" fmla="*/ 222366 w 707644"/>
              <a:gd name="connsiteY2647" fmla="*/ 288619 h 830409"/>
              <a:gd name="connsiteX2648" fmla="*/ 212756 w 707644"/>
              <a:gd name="connsiteY2648" fmla="*/ 286741 h 830409"/>
              <a:gd name="connsiteX2649" fmla="*/ 252951 w 707644"/>
              <a:gd name="connsiteY2649" fmla="*/ 75690 h 830409"/>
              <a:gd name="connsiteX2650" fmla="*/ 259352 w 707644"/>
              <a:gd name="connsiteY2650" fmla="*/ 76992 h 830409"/>
              <a:gd name="connsiteX2651" fmla="*/ 302987 w 707644"/>
              <a:gd name="connsiteY2651" fmla="*/ 140184 h 830409"/>
              <a:gd name="connsiteX2652" fmla="*/ 321232 w 707644"/>
              <a:gd name="connsiteY2652" fmla="*/ 161383 h 830409"/>
              <a:gd name="connsiteX2653" fmla="*/ 323678 w 707644"/>
              <a:gd name="connsiteY2653" fmla="*/ 172718 h 830409"/>
              <a:gd name="connsiteX2654" fmla="*/ 263820 w 707644"/>
              <a:gd name="connsiteY2654" fmla="*/ 89700 h 830409"/>
              <a:gd name="connsiteX2655" fmla="*/ 180793 w 707644"/>
              <a:gd name="connsiteY2655" fmla="*/ 225422 h 830409"/>
              <a:gd name="connsiteX2656" fmla="*/ 195880 w 707644"/>
              <a:gd name="connsiteY2656" fmla="*/ 240624 h 830409"/>
              <a:gd name="connsiteX2657" fmla="*/ 186966 w 707644"/>
              <a:gd name="connsiteY2657" fmla="*/ 234243 h 830409"/>
              <a:gd name="connsiteX2658" fmla="*/ 185251 w 707644"/>
              <a:gd name="connsiteY2658" fmla="*/ 231622 h 830409"/>
              <a:gd name="connsiteX2659" fmla="*/ 240883 w 707644"/>
              <a:gd name="connsiteY2659" fmla="*/ 95744 h 830409"/>
              <a:gd name="connsiteX2660" fmla="*/ 246992 w 707644"/>
              <a:gd name="connsiteY2660" fmla="*/ 102756 h 830409"/>
              <a:gd name="connsiteX2661" fmla="*/ 278057 w 707644"/>
              <a:gd name="connsiteY2661" fmla="*/ 150503 h 830409"/>
              <a:gd name="connsiteX2662" fmla="*/ 282449 w 707644"/>
              <a:gd name="connsiteY2662" fmla="*/ 162995 h 830409"/>
              <a:gd name="connsiteX2663" fmla="*/ 263042 w 707644"/>
              <a:gd name="connsiteY2663" fmla="*/ 137867 h 830409"/>
              <a:gd name="connsiteX2664" fmla="*/ 248407 w 707644"/>
              <a:gd name="connsiteY2664" fmla="*/ 120910 h 830409"/>
              <a:gd name="connsiteX2665" fmla="*/ 78117 w 707644"/>
              <a:gd name="connsiteY2665" fmla="*/ 433544 h 830409"/>
              <a:gd name="connsiteX2666" fmla="*/ 112422 w 707644"/>
              <a:gd name="connsiteY2666" fmla="*/ 471337 h 830409"/>
              <a:gd name="connsiteX2667" fmla="*/ 164459 w 707644"/>
              <a:gd name="connsiteY2667" fmla="*/ 544211 h 830409"/>
              <a:gd name="connsiteX2668" fmla="*/ 144868 w 707644"/>
              <a:gd name="connsiteY2668" fmla="*/ 530531 h 830409"/>
              <a:gd name="connsiteX2669" fmla="*/ 102628 w 707644"/>
              <a:gd name="connsiteY2669" fmla="*/ 478545 h 830409"/>
              <a:gd name="connsiteX2670" fmla="*/ 34828 w 707644"/>
              <a:gd name="connsiteY2670" fmla="*/ 517709 h 830409"/>
              <a:gd name="connsiteX2671" fmla="*/ 36856 w 707644"/>
              <a:gd name="connsiteY2671" fmla="*/ 517494 h 830409"/>
              <a:gd name="connsiteX2672" fmla="*/ 46498 w 707644"/>
              <a:gd name="connsiteY2672" fmla="*/ 518229 h 830409"/>
              <a:gd name="connsiteX2673" fmla="*/ 48483 w 707644"/>
              <a:gd name="connsiteY2673" fmla="*/ 521157 h 830409"/>
              <a:gd name="connsiteX2674" fmla="*/ 85317 w 707644"/>
              <a:gd name="connsiteY2674" fmla="*/ 568818 h 830409"/>
              <a:gd name="connsiteX2675" fmla="*/ 91911 w 707644"/>
              <a:gd name="connsiteY2675" fmla="*/ 577775 h 830409"/>
              <a:gd name="connsiteX2676" fmla="*/ 36522 w 707644"/>
              <a:gd name="connsiteY2676" fmla="*/ 519440 h 830409"/>
              <a:gd name="connsiteX2677" fmla="*/ 21054 w 707644"/>
              <a:gd name="connsiteY2677" fmla="*/ 545578 h 830409"/>
              <a:gd name="connsiteX2678" fmla="*/ 36893 w 707644"/>
              <a:gd name="connsiteY2678" fmla="*/ 568043 h 830409"/>
              <a:gd name="connsiteX2679" fmla="*/ 55089 w 707644"/>
              <a:gd name="connsiteY2679" fmla="*/ 612863 h 830409"/>
              <a:gd name="connsiteX2680" fmla="*/ 75941 w 707644"/>
              <a:gd name="connsiteY2680" fmla="*/ 654349 h 830409"/>
              <a:gd name="connsiteX2681" fmla="*/ 74898 w 707644"/>
              <a:gd name="connsiteY2681" fmla="*/ 652932 h 830409"/>
              <a:gd name="connsiteX2682" fmla="*/ 53728 w 707644"/>
              <a:gd name="connsiteY2682" fmla="*/ 619988 h 830409"/>
              <a:gd name="connsiteX2683" fmla="*/ 30302 w 707644"/>
              <a:gd name="connsiteY2683" fmla="*/ 574216 h 830409"/>
              <a:gd name="connsiteX2684" fmla="*/ 267788 w 707644"/>
              <a:gd name="connsiteY2684" fmla="*/ 27401 h 830409"/>
              <a:gd name="connsiteX2685" fmla="*/ 278850 w 707644"/>
              <a:gd name="connsiteY2685" fmla="*/ 22557 h 830409"/>
              <a:gd name="connsiteX2686" fmla="*/ 280568 w 707644"/>
              <a:gd name="connsiteY2686" fmla="*/ 22120 h 830409"/>
              <a:gd name="connsiteX2687" fmla="*/ 284843 w 707644"/>
              <a:gd name="connsiteY2687" fmla="*/ 28154 h 830409"/>
              <a:gd name="connsiteX2688" fmla="*/ 294150 w 707644"/>
              <a:gd name="connsiteY2688" fmla="*/ 60600 h 830409"/>
              <a:gd name="connsiteX2689" fmla="*/ 288791 w 707644"/>
              <a:gd name="connsiteY2689" fmla="*/ 54259 h 830409"/>
              <a:gd name="connsiteX2690" fmla="*/ 273213 w 707644"/>
              <a:gd name="connsiteY2690" fmla="*/ 36208 h 830409"/>
              <a:gd name="connsiteX2691" fmla="*/ 120077 w 707644"/>
              <a:gd name="connsiteY2691" fmla="*/ 333308 h 830409"/>
              <a:gd name="connsiteX2692" fmla="*/ 124337 w 707644"/>
              <a:gd name="connsiteY2692" fmla="*/ 337268 h 830409"/>
              <a:gd name="connsiteX2693" fmla="*/ 126634 w 707644"/>
              <a:gd name="connsiteY2693" fmla="*/ 342563 h 830409"/>
              <a:gd name="connsiteX2694" fmla="*/ 247034 w 707644"/>
              <a:gd name="connsiteY2694" fmla="*/ 68064 h 830409"/>
              <a:gd name="connsiteX2695" fmla="*/ 252951 w 707644"/>
              <a:gd name="connsiteY2695" fmla="*/ 75690 h 830409"/>
              <a:gd name="connsiteX2696" fmla="*/ 248230 w 707644"/>
              <a:gd name="connsiteY2696" fmla="*/ 74730 h 830409"/>
              <a:gd name="connsiteX2697" fmla="*/ 247475 w 707644"/>
              <a:gd name="connsiteY2697" fmla="*/ 72644 h 830409"/>
              <a:gd name="connsiteX2698" fmla="*/ 174197 w 707644"/>
              <a:gd name="connsiteY2698" fmla="*/ 218777 h 830409"/>
              <a:gd name="connsiteX2699" fmla="*/ 174691 w 707644"/>
              <a:gd name="connsiteY2699" fmla="*/ 219275 h 830409"/>
              <a:gd name="connsiteX2700" fmla="*/ 180542 w 707644"/>
              <a:gd name="connsiteY2700" fmla="*/ 229644 h 830409"/>
              <a:gd name="connsiteX2701" fmla="*/ 179299 w 707644"/>
              <a:gd name="connsiteY2701" fmla="*/ 228755 h 830409"/>
              <a:gd name="connsiteX2702" fmla="*/ 170800 w 707644"/>
              <a:gd name="connsiteY2702" fmla="*/ 222670 h 830409"/>
              <a:gd name="connsiteX2703" fmla="*/ 179299 w 707644"/>
              <a:gd name="connsiteY2703" fmla="*/ 228755 h 830409"/>
              <a:gd name="connsiteX2704" fmla="*/ 208637 w 707644"/>
              <a:gd name="connsiteY2704" fmla="*/ 286130 h 830409"/>
              <a:gd name="connsiteX2705" fmla="*/ 215519 w 707644"/>
              <a:gd name="connsiteY2705" fmla="*/ 299767 h 830409"/>
              <a:gd name="connsiteX2706" fmla="*/ 204799 w 707644"/>
              <a:gd name="connsiteY2706" fmla="*/ 286961 h 830409"/>
              <a:gd name="connsiteX2707" fmla="*/ 197318 w 707644"/>
              <a:gd name="connsiteY2707" fmla="*/ 273042 h 830409"/>
              <a:gd name="connsiteX2708" fmla="*/ 177566 w 707644"/>
              <a:gd name="connsiteY2708" fmla="*/ 235959 h 830409"/>
              <a:gd name="connsiteX2709" fmla="*/ 171665 w 707644"/>
              <a:gd name="connsiteY2709" fmla="*/ 224751 h 830409"/>
              <a:gd name="connsiteX2710" fmla="*/ 152516 w 707644"/>
              <a:gd name="connsiteY2710" fmla="*/ 259508 h 830409"/>
              <a:gd name="connsiteX2711" fmla="*/ 173227 w 707644"/>
              <a:gd name="connsiteY2711" fmla="*/ 292304 h 830409"/>
              <a:gd name="connsiteX2712" fmla="*/ 175540 w 707644"/>
              <a:gd name="connsiteY2712" fmla="*/ 296270 h 830409"/>
              <a:gd name="connsiteX2713" fmla="*/ 165208 w 707644"/>
              <a:gd name="connsiteY2713" fmla="*/ 283111 h 830409"/>
              <a:gd name="connsiteX2714" fmla="*/ 228899 w 707644"/>
              <a:gd name="connsiteY2714" fmla="*/ 98307 h 830409"/>
              <a:gd name="connsiteX2715" fmla="*/ 248407 w 707644"/>
              <a:gd name="connsiteY2715" fmla="*/ 120910 h 830409"/>
              <a:gd name="connsiteX2716" fmla="*/ 252936 w 707644"/>
              <a:gd name="connsiteY2716" fmla="*/ 136062 h 830409"/>
              <a:gd name="connsiteX2717" fmla="*/ 239513 w 707644"/>
              <a:gd name="connsiteY2717" fmla="*/ 116337 h 830409"/>
              <a:gd name="connsiteX2718" fmla="*/ 258990 w 707644"/>
              <a:gd name="connsiteY2718" fmla="*/ 31253 h 830409"/>
              <a:gd name="connsiteX2719" fmla="*/ 266210 w 707644"/>
              <a:gd name="connsiteY2719" fmla="*/ 28092 h 830409"/>
              <a:gd name="connsiteX2720" fmla="*/ 273213 w 707644"/>
              <a:gd name="connsiteY2720" fmla="*/ 36208 h 830409"/>
              <a:gd name="connsiteX2721" fmla="*/ 287558 w 707644"/>
              <a:gd name="connsiteY2721" fmla="*/ 59492 h 830409"/>
              <a:gd name="connsiteX2722" fmla="*/ 238662 w 707644"/>
              <a:gd name="connsiteY2722" fmla="*/ 72784 h 830409"/>
              <a:gd name="connsiteX2723" fmla="*/ 248230 w 707644"/>
              <a:gd name="connsiteY2723" fmla="*/ 74730 h 830409"/>
              <a:gd name="connsiteX2724" fmla="*/ 252698 w 707644"/>
              <a:gd name="connsiteY2724" fmla="*/ 87086 h 830409"/>
              <a:gd name="connsiteX2725" fmla="*/ 264168 w 707644"/>
              <a:gd name="connsiteY2725" fmla="*/ 110996 h 830409"/>
              <a:gd name="connsiteX2726" fmla="*/ 290279 w 707644"/>
              <a:gd name="connsiteY2726" fmla="*/ 144652 h 830409"/>
              <a:gd name="connsiteX2727" fmla="*/ 319987 w 707644"/>
              <a:gd name="connsiteY2727" fmla="*/ 194725 h 830409"/>
              <a:gd name="connsiteX2728" fmla="*/ 297301 w 707644"/>
              <a:gd name="connsiteY2728" fmla="*/ 180080 h 830409"/>
              <a:gd name="connsiteX2729" fmla="*/ 278057 w 707644"/>
              <a:gd name="connsiteY2729" fmla="*/ 150503 h 830409"/>
              <a:gd name="connsiteX2730" fmla="*/ 268635 w 707644"/>
              <a:gd name="connsiteY2730" fmla="*/ 123704 h 830409"/>
              <a:gd name="connsiteX2731" fmla="*/ 251770 w 707644"/>
              <a:gd name="connsiteY2731" fmla="*/ 93848 h 830409"/>
              <a:gd name="connsiteX2732" fmla="*/ 134048 w 707644"/>
              <a:gd name="connsiteY2732" fmla="*/ 290146 h 830409"/>
              <a:gd name="connsiteX2733" fmla="*/ 137978 w 707644"/>
              <a:gd name="connsiteY2733" fmla="*/ 292601 h 830409"/>
              <a:gd name="connsiteX2734" fmla="*/ 172671 w 707644"/>
              <a:gd name="connsiteY2734" fmla="*/ 314518 h 830409"/>
              <a:gd name="connsiteX2735" fmla="*/ 182462 w 707644"/>
              <a:gd name="connsiteY2735" fmla="*/ 325344 h 830409"/>
              <a:gd name="connsiteX2736" fmla="*/ 193687 w 707644"/>
              <a:gd name="connsiteY2736" fmla="*/ 339668 h 830409"/>
              <a:gd name="connsiteX2737" fmla="*/ 195289 w 707644"/>
              <a:gd name="connsiteY2737" fmla="*/ 341717 h 830409"/>
              <a:gd name="connsiteX2738" fmla="*/ 195518 w 707644"/>
              <a:gd name="connsiteY2738" fmla="*/ 342172 h 830409"/>
              <a:gd name="connsiteX2739" fmla="*/ 300311 w 707644"/>
              <a:gd name="connsiteY2739" fmla="*/ 498091 h 830409"/>
              <a:gd name="connsiteX2740" fmla="*/ 301654 w 707644"/>
              <a:gd name="connsiteY2740" fmla="*/ 499463 h 830409"/>
              <a:gd name="connsiteX2741" fmla="*/ 305979 w 707644"/>
              <a:gd name="connsiteY2741" fmla="*/ 511990 h 830409"/>
              <a:gd name="connsiteX2742" fmla="*/ 304779 w 707644"/>
              <a:gd name="connsiteY2742" fmla="*/ 510799 h 830409"/>
              <a:gd name="connsiteX2743" fmla="*/ 256982 w 707644"/>
              <a:gd name="connsiteY2743" fmla="*/ 456236 h 830409"/>
              <a:gd name="connsiteX2744" fmla="*/ 222507 w 707644"/>
              <a:gd name="connsiteY2744" fmla="*/ 416752 h 830409"/>
              <a:gd name="connsiteX2745" fmla="*/ 196214 w 707644"/>
              <a:gd name="connsiteY2745" fmla="*/ 384763 h 830409"/>
              <a:gd name="connsiteX2746" fmla="*/ 160543 w 707644"/>
              <a:gd name="connsiteY2746" fmla="*/ 330919 h 830409"/>
              <a:gd name="connsiteX2747" fmla="*/ 150045 w 707644"/>
              <a:gd name="connsiteY2747" fmla="*/ 255595 h 830409"/>
              <a:gd name="connsiteX2748" fmla="*/ 151536 w 707644"/>
              <a:gd name="connsiteY2748" fmla="*/ 257685 h 830409"/>
              <a:gd name="connsiteX2749" fmla="*/ 152516 w 707644"/>
              <a:gd name="connsiteY2749" fmla="*/ 259508 h 830409"/>
              <a:gd name="connsiteX2750" fmla="*/ 151988 w 707644"/>
              <a:gd name="connsiteY2750" fmla="*/ 248715 h 830409"/>
              <a:gd name="connsiteX2751" fmla="*/ 153285 w 707644"/>
              <a:gd name="connsiteY2751" fmla="*/ 249665 h 830409"/>
              <a:gd name="connsiteX2752" fmla="*/ 158591 w 707644"/>
              <a:gd name="connsiteY2752" fmla="*/ 254168 h 830409"/>
              <a:gd name="connsiteX2753" fmla="*/ 181491 w 707644"/>
              <a:gd name="connsiteY2753" fmla="*/ 293734 h 830409"/>
              <a:gd name="connsiteX2754" fmla="*/ 200568 w 707644"/>
              <a:gd name="connsiteY2754" fmla="*/ 325109 h 830409"/>
              <a:gd name="connsiteX2755" fmla="*/ 192032 w 707644"/>
              <a:gd name="connsiteY2755" fmla="*/ 317277 h 830409"/>
              <a:gd name="connsiteX2756" fmla="*/ 191415 w 707644"/>
              <a:gd name="connsiteY2756" fmla="*/ 316491 h 830409"/>
              <a:gd name="connsiteX2757" fmla="*/ 177647 w 707644"/>
              <a:gd name="connsiteY2757" fmla="*/ 291340 h 830409"/>
              <a:gd name="connsiteX2758" fmla="*/ 154175 w 707644"/>
              <a:gd name="connsiteY2758" fmla="*/ 252126 h 830409"/>
              <a:gd name="connsiteX2759" fmla="*/ 19032 w 707644"/>
              <a:gd name="connsiteY2759" fmla="*/ 524051 h 830409"/>
              <a:gd name="connsiteX2760" fmla="*/ 97680 w 707644"/>
              <a:gd name="connsiteY2760" fmla="*/ 612167 h 830409"/>
              <a:gd name="connsiteX2761" fmla="*/ 160278 w 707644"/>
              <a:gd name="connsiteY2761" fmla="*/ 706522 h 830409"/>
              <a:gd name="connsiteX2762" fmla="*/ 193449 w 707644"/>
              <a:gd name="connsiteY2762" fmla="*/ 765998 h 830409"/>
              <a:gd name="connsiteX2763" fmla="*/ 159637 w 707644"/>
              <a:gd name="connsiteY2763" fmla="*/ 742521 h 830409"/>
              <a:gd name="connsiteX2764" fmla="*/ 156111 w 707644"/>
              <a:gd name="connsiteY2764" fmla="*/ 736704 h 830409"/>
              <a:gd name="connsiteX2765" fmla="*/ 124487 w 707644"/>
              <a:gd name="connsiteY2765" fmla="*/ 688414 h 830409"/>
              <a:gd name="connsiteX2766" fmla="*/ 40737 w 707644"/>
              <a:gd name="connsiteY2766" fmla="*/ 573496 h 830409"/>
              <a:gd name="connsiteX2767" fmla="*/ 36893 w 707644"/>
              <a:gd name="connsiteY2767" fmla="*/ 568043 h 830409"/>
              <a:gd name="connsiteX2768" fmla="*/ 168562 w 707644"/>
              <a:gd name="connsiteY2768" fmla="*/ 208530 h 830409"/>
              <a:gd name="connsiteX2769" fmla="*/ 168867 w 707644"/>
              <a:gd name="connsiteY2769" fmla="*/ 208840 h 830409"/>
              <a:gd name="connsiteX2770" fmla="*/ 180793 w 707644"/>
              <a:gd name="connsiteY2770" fmla="*/ 225422 h 830409"/>
              <a:gd name="connsiteX2771" fmla="*/ 174691 w 707644"/>
              <a:gd name="connsiteY2771" fmla="*/ 219275 h 830409"/>
              <a:gd name="connsiteX2772" fmla="*/ 172136 w 707644"/>
              <a:gd name="connsiteY2772" fmla="*/ 214745 h 830409"/>
              <a:gd name="connsiteX2773" fmla="*/ 248870 w 707644"/>
              <a:gd name="connsiteY2773" fmla="*/ 35685 h 830409"/>
              <a:gd name="connsiteX2774" fmla="*/ 258742 w 707644"/>
              <a:gd name="connsiteY2774" fmla="*/ 31362 h 830409"/>
              <a:gd name="connsiteX2775" fmla="*/ 262762 w 707644"/>
              <a:gd name="connsiteY2775" fmla="*/ 37997 h 830409"/>
              <a:gd name="connsiteX2776" fmla="*/ 288581 w 707644"/>
              <a:gd name="connsiteY2776" fmla="*/ 77063 h 830409"/>
              <a:gd name="connsiteX2777" fmla="*/ 275547 w 707644"/>
              <a:gd name="connsiteY2777" fmla="*/ 70070 h 830409"/>
              <a:gd name="connsiteX2778" fmla="*/ 114107 w 707644"/>
              <a:gd name="connsiteY2778" fmla="*/ 313679 h 830409"/>
              <a:gd name="connsiteX2779" fmla="*/ 152222 w 707644"/>
              <a:gd name="connsiteY2779" fmla="*/ 348890 h 830409"/>
              <a:gd name="connsiteX2780" fmla="*/ 157207 w 707644"/>
              <a:gd name="connsiteY2780" fmla="*/ 355303 h 830409"/>
              <a:gd name="connsiteX2781" fmla="*/ 157394 w 707644"/>
              <a:gd name="connsiteY2781" fmla="*/ 355575 h 830409"/>
              <a:gd name="connsiteX2782" fmla="*/ 195981 w 707644"/>
              <a:gd name="connsiteY2782" fmla="*/ 405311 h 830409"/>
              <a:gd name="connsiteX2783" fmla="*/ 153274 w 707644"/>
              <a:gd name="connsiteY2783" fmla="*/ 364163 h 830409"/>
              <a:gd name="connsiteX2784" fmla="*/ 124337 w 707644"/>
              <a:gd name="connsiteY2784" fmla="*/ 337268 h 830409"/>
              <a:gd name="connsiteX2785" fmla="*/ 85267 w 707644"/>
              <a:gd name="connsiteY2785" fmla="*/ 373794 h 830409"/>
              <a:gd name="connsiteX2786" fmla="*/ 86660 w 707644"/>
              <a:gd name="connsiteY2786" fmla="*/ 375180 h 830409"/>
              <a:gd name="connsiteX2787" fmla="*/ 89152 w 707644"/>
              <a:gd name="connsiteY2787" fmla="*/ 377889 h 830409"/>
              <a:gd name="connsiteX2788" fmla="*/ 229671 w 707644"/>
              <a:gd name="connsiteY2788" fmla="*/ 587580 h 830409"/>
              <a:gd name="connsiteX2789" fmla="*/ 231343 w 707644"/>
              <a:gd name="connsiteY2789" fmla="*/ 590336 h 830409"/>
              <a:gd name="connsiteX2790" fmla="*/ 218721 w 707644"/>
              <a:gd name="connsiteY2790" fmla="*/ 582618 h 830409"/>
              <a:gd name="connsiteX2791" fmla="*/ 213212 w 707644"/>
              <a:gd name="connsiteY2791" fmla="*/ 578671 h 830409"/>
              <a:gd name="connsiteX2792" fmla="*/ 186938 w 707644"/>
              <a:gd name="connsiteY2792" fmla="*/ 541946 h 830409"/>
              <a:gd name="connsiteX2793" fmla="*/ 146773 w 707644"/>
              <a:gd name="connsiteY2793" fmla="*/ 487817 h 830409"/>
              <a:gd name="connsiteX2794" fmla="*/ 140245 w 707644"/>
              <a:gd name="connsiteY2794" fmla="*/ 479403 h 830409"/>
              <a:gd name="connsiteX2795" fmla="*/ 15227 w 707644"/>
              <a:gd name="connsiteY2795" fmla="*/ 519787 h 830409"/>
              <a:gd name="connsiteX2796" fmla="*/ 17215 w 707644"/>
              <a:gd name="connsiteY2796" fmla="*/ 519577 h 830409"/>
              <a:gd name="connsiteX2797" fmla="*/ 19032 w 707644"/>
              <a:gd name="connsiteY2797" fmla="*/ 524051 h 830409"/>
              <a:gd name="connsiteX2798" fmla="*/ 202931 w 707644"/>
              <a:gd name="connsiteY2798" fmla="*/ 121060 h 830409"/>
              <a:gd name="connsiteX2799" fmla="*/ 216519 w 707644"/>
              <a:gd name="connsiteY2799" fmla="*/ 132890 h 830409"/>
              <a:gd name="connsiteX2800" fmla="*/ 240699 w 707644"/>
              <a:gd name="connsiteY2800" fmla="*/ 155687 h 830409"/>
              <a:gd name="connsiteX2801" fmla="*/ 265580 w 707644"/>
              <a:gd name="connsiteY2801" fmla="*/ 183440 h 830409"/>
              <a:gd name="connsiteX2802" fmla="*/ 268528 w 707644"/>
              <a:gd name="connsiteY2802" fmla="*/ 196404 h 830409"/>
              <a:gd name="connsiteX2803" fmla="*/ 241731 w 707644"/>
              <a:gd name="connsiteY2803" fmla="*/ 183115 h 830409"/>
              <a:gd name="connsiteX2804" fmla="*/ 240024 w 707644"/>
              <a:gd name="connsiteY2804" fmla="*/ 181477 h 830409"/>
              <a:gd name="connsiteX2805" fmla="*/ 234417 w 707644"/>
              <a:gd name="connsiteY2805" fmla="*/ 176385 h 830409"/>
              <a:gd name="connsiteX2806" fmla="*/ 204748 w 707644"/>
              <a:gd name="connsiteY2806" fmla="*/ 124747 h 830409"/>
              <a:gd name="connsiteX2807" fmla="*/ 82754 w 707644"/>
              <a:gd name="connsiteY2807" fmla="*/ 370933 h 830409"/>
              <a:gd name="connsiteX2808" fmla="*/ 84968 w 707644"/>
              <a:gd name="connsiteY2808" fmla="*/ 373341 h 830409"/>
              <a:gd name="connsiteX2809" fmla="*/ 85267 w 707644"/>
              <a:gd name="connsiteY2809" fmla="*/ 373794 h 830409"/>
              <a:gd name="connsiteX2810" fmla="*/ 161813 w 707644"/>
              <a:gd name="connsiteY2810" fmla="*/ 205947 h 830409"/>
              <a:gd name="connsiteX2811" fmla="*/ 165507 w 707644"/>
              <a:gd name="connsiteY2811" fmla="*/ 209950 h 830409"/>
              <a:gd name="connsiteX2812" fmla="*/ 170800 w 707644"/>
              <a:gd name="connsiteY2812" fmla="*/ 222670 h 830409"/>
              <a:gd name="connsiteX2813" fmla="*/ 170431 w 707644"/>
              <a:gd name="connsiteY2813" fmla="*/ 222406 h 830409"/>
              <a:gd name="connsiteX2814" fmla="*/ 164636 w 707644"/>
              <a:gd name="connsiteY2814" fmla="*/ 211399 h 830409"/>
              <a:gd name="connsiteX2815" fmla="*/ 162246 w 707644"/>
              <a:gd name="connsiteY2815" fmla="*/ 202116 h 830409"/>
              <a:gd name="connsiteX2816" fmla="*/ 168060 w 707644"/>
              <a:gd name="connsiteY2816" fmla="*/ 208020 h 830409"/>
              <a:gd name="connsiteX2817" fmla="*/ 172136 w 707644"/>
              <a:gd name="connsiteY2817" fmla="*/ 214745 h 830409"/>
              <a:gd name="connsiteX2818" fmla="*/ 174197 w 707644"/>
              <a:gd name="connsiteY2818" fmla="*/ 218777 h 830409"/>
              <a:gd name="connsiteX2819" fmla="*/ 166427 w 707644"/>
              <a:gd name="connsiteY2819" fmla="*/ 210948 h 830409"/>
              <a:gd name="connsiteX2820" fmla="*/ 165507 w 707644"/>
              <a:gd name="connsiteY2820" fmla="*/ 209950 h 830409"/>
              <a:gd name="connsiteX2821" fmla="*/ 223349 w 707644"/>
              <a:gd name="connsiteY2821" fmla="*/ 72691 h 830409"/>
              <a:gd name="connsiteX2822" fmla="*/ 233811 w 707644"/>
              <a:gd name="connsiteY2822" fmla="*/ 72086 h 830409"/>
              <a:gd name="connsiteX2823" fmla="*/ 240883 w 707644"/>
              <a:gd name="connsiteY2823" fmla="*/ 95744 h 830409"/>
              <a:gd name="connsiteX2824" fmla="*/ 232886 w 707644"/>
              <a:gd name="connsiteY2824" fmla="*/ 86564 h 830409"/>
              <a:gd name="connsiteX2825" fmla="*/ 122010 w 707644"/>
              <a:gd name="connsiteY2825" fmla="*/ 282626 h 830409"/>
              <a:gd name="connsiteX2826" fmla="*/ 131799 w 707644"/>
              <a:gd name="connsiteY2826" fmla="*/ 288741 h 830409"/>
              <a:gd name="connsiteX2827" fmla="*/ 137727 w 707644"/>
              <a:gd name="connsiteY2827" fmla="*/ 298086 h 830409"/>
              <a:gd name="connsiteX2828" fmla="*/ 156759 w 707644"/>
              <a:gd name="connsiteY2828" fmla="*/ 329254 h 830409"/>
              <a:gd name="connsiteX2829" fmla="*/ 167941 w 707644"/>
              <a:gd name="connsiteY2829" fmla="*/ 182412 h 830409"/>
              <a:gd name="connsiteX2830" fmla="*/ 168226 w 707644"/>
              <a:gd name="connsiteY2830" fmla="*/ 182638 h 830409"/>
              <a:gd name="connsiteX2831" fmla="*/ 188964 w 707644"/>
              <a:gd name="connsiteY2831" fmla="*/ 201690 h 830409"/>
              <a:gd name="connsiteX2832" fmla="*/ 193666 w 707644"/>
              <a:gd name="connsiteY2832" fmla="*/ 203374 h 830409"/>
              <a:gd name="connsiteX2833" fmla="*/ 197444 w 707644"/>
              <a:gd name="connsiteY2833" fmla="*/ 206481 h 830409"/>
              <a:gd name="connsiteX2834" fmla="*/ 197975 w 707644"/>
              <a:gd name="connsiteY2834" fmla="*/ 206884 h 830409"/>
              <a:gd name="connsiteX2835" fmla="*/ 199314 w 707644"/>
              <a:gd name="connsiteY2835" fmla="*/ 208578 h 830409"/>
              <a:gd name="connsiteX2836" fmla="*/ 223663 w 707644"/>
              <a:gd name="connsiteY2836" fmla="*/ 239466 h 830409"/>
              <a:gd name="connsiteX2837" fmla="*/ 251404 w 707644"/>
              <a:gd name="connsiteY2837" fmla="*/ 283583 h 830409"/>
              <a:gd name="connsiteX2838" fmla="*/ 255500 w 707644"/>
              <a:gd name="connsiteY2838" fmla="*/ 292741 h 830409"/>
              <a:gd name="connsiteX2839" fmla="*/ 244890 w 707644"/>
              <a:gd name="connsiteY2839" fmla="*/ 280853 h 830409"/>
              <a:gd name="connsiteX2840" fmla="*/ 210336 w 707644"/>
              <a:gd name="connsiteY2840" fmla="*/ 236638 h 830409"/>
              <a:gd name="connsiteX2841" fmla="*/ 228297 w 707644"/>
              <a:gd name="connsiteY2841" fmla="*/ 53642 h 830409"/>
              <a:gd name="connsiteX2842" fmla="*/ 233589 w 707644"/>
              <a:gd name="connsiteY2842" fmla="*/ 64632 h 830409"/>
              <a:gd name="connsiteX2843" fmla="*/ 238662 w 707644"/>
              <a:gd name="connsiteY2843" fmla="*/ 72784 h 830409"/>
              <a:gd name="connsiteX2844" fmla="*/ 234914 w 707644"/>
              <a:gd name="connsiteY2844" fmla="*/ 72022 h 830409"/>
              <a:gd name="connsiteX2845" fmla="*/ 233811 w 707644"/>
              <a:gd name="connsiteY2845" fmla="*/ 72086 h 830409"/>
              <a:gd name="connsiteX2846" fmla="*/ 230642 w 707644"/>
              <a:gd name="connsiteY2846" fmla="*/ 46936 h 830409"/>
              <a:gd name="connsiteX2847" fmla="*/ 233031 w 707644"/>
              <a:gd name="connsiteY2847" fmla="*/ 48876 h 830409"/>
              <a:gd name="connsiteX2848" fmla="*/ 246398 w 707644"/>
              <a:gd name="connsiteY2848" fmla="*/ 61469 h 830409"/>
              <a:gd name="connsiteX2849" fmla="*/ 247034 w 707644"/>
              <a:gd name="connsiteY2849" fmla="*/ 68064 h 830409"/>
              <a:gd name="connsiteX2850" fmla="*/ 157811 w 707644"/>
              <a:gd name="connsiteY2850" fmla="*/ 198337 h 830409"/>
              <a:gd name="connsiteX2851" fmla="*/ 157903 w 707644"/>
              <a:gd name="connsiteY2851" fmla="*/ 198394 h 830409"/>
              <a:gd name="connsiteX2852" fmla="*/ 161813 w 707644"/>
              <a:gd name="connsiteY2852" fmla="*/ 205947 h 830409"/>
              <a:gd name="connsiteX2853" fmla="*/ 161094 w 707644"/>
              <a:gd name="connsiteY2853" fmla="*/ 205167 h 830409"/>
              <a:gd name="connsiteX2854" fmla="*/ 137639 w 707644"/>
              <a:gd name="connsiteY2854" fmla="*/ 238204 h 830409"/>
              <a:gd name="connsiteX2855" fmla="*/ 140287 w 707644"/>
              <a:gd name="connsiteY2855" fmla="*/ 240143 h 830409"/>
              <a:gd name="connsiteX2856" fmla="*/ 150045 w 707644"/>
              <a:gd name="connsiteY2856" fmla="*/ 255595 h 830409"/>
              <a:gd name="connsiteX2857" fmla="*/ 228748 w 707644"/>
              <a:gd name="connsiteY2857" fmla="*/ 44495 h 830409"/>
              <a:gd name="connsiteX2858" fmla="*/ 238717 w 707644"/>
              <a:gd name="connsiteY2858" fmla="*/ 40130 h 830409"/>
              <a:gd name="connsiteX2859" fmla="*/ 239758 w 707644"/>
              <a:gd name="connsiteY2859" fmla="*/ 41134 h 830409"/>
              <a:gd name="connsiteX2860" fmla="*/ 258376 w 707644"/>
              <a:gd name="connsiteY2860" fmla="*/ 58922 h 830409"/>
              <a:gd name="connsiteX2861" fmla="*/ 263194 w 707644"/>
              <a:gd name="connsiteY2861" fmla="*/ 63522 h 830409"/>
              <a:gd name="connsiteX2862" fmla="*/ 244726 w 707644"/>
              <a:gd name="connsiteY2862" fmla="*/ 53786 h 830409"/>
              <a:gd name="connsiteX2863" fmla="*/ 229817 w 707644"/>
              <a:gd name="connsiteY2863" fmla="*/ 45873 h 830409"/>
              <a:gd name="connsiteX2864" fmla="*/ 228420 w 707644"/>
              <a:gd name="connsiteY2864" fmla="*/ 45131 h 830409"/>
              <a:gd name="connsiteX2865" fmla="*/ 229817 w 707644"/>
              <a:gd name="connsiteY2865" fmla="*/ 45873 h 830409"/>
              <a:gd name="connsiteX2866" fmla="*/ 230642 w 707644"/>
              <a:gd name="connsiteY2866" fmla="*/ 46936 h 830409"/>
              <a:gd name="connsiteX2867" fmla="*/ 139911 w 707644"/>
              <a:gd name="connsiteY2867" fmla="*/ 228763 h 830409"/>
              <a:gd name="connsiteX2868" fmla="*/ 151188 w 707644"/>
              <a:gd name="connsiteY2868" fmla="*/ 236389 h 830409"/>
              <a:gd name="connsiteX2869" fmla="*/ 180727 w 707644"/>
              <a:gd name="connsiteY2869" fmla="*/ 265695 h 830409"/>
              <a:gd name="connsiteX2870" fmla="*/ 202732 w 707644"/>
              <a:gd name="connsiteY2870" fmla="*/ 291116 h 830409"/>
              <a:gd name="connsiteX2871" fmla="*/ 207374 w 707644"/>
              <a:gd name="connsiteY2871" fmla="*/ 299128 h 830409"/>
              <a:gd name="connsiteX2872" fmla="*/ 177299 w 707644"/>
              <a:gd name="connsiteY2872" fmla="*/ 270045 h 830409"/>
              <a:gd name="connsiteX2873" fmla="*/ 158591 w 707644"/>
              <a:gd name="connsiteY2873" fmla="*/ 254168 h 830409"/>
              <a:gd name="connsiteX2874" fmla="*/ 155656 w 707644"/>
              <a:gd name="connsiteY2874" fmla="*/ 249097 h 830409"/>
              <a:gd name="connsiteX2875" fmla="*/ 227912 w 707644"/>
              <a:gd name="connsiteY2875" fmla="*/ 44861 h 830409"/>
              <a:gd name="connsiteX2876" fmla="*/ 228026 w 707644"/>
              <a:gd name="connsiteY2876" fmla="*/ 44811 h 830409"/>
              <a:gd name="connsiteX2877" fmla="*/ 228420 w 707644"/>
              <a:gd name="connsiteY2877" fmla="*/ 45131 h 830409"/>
              <a:gd name="connsiteX2878" fmla="*/ 224738 w 707644"/>
              <a:gd name="connsiteY2878" fmla="*/ 46251 h 830409"/>
              <a:gd name="connsiteX2879" fmla="*/ 225931 w 707644"/>
              <a:gd name="connsiteY2879" fmla="*/ 45729 h 830409"/>
              <a:gd name="connsiteX2880" fmla="*/ 228297 w 707644"/>
              <a:gd name="connsiteY2880" fmla="*/ 53642 h 830409"/>
              <a:gd name="connsiteX2881" fmla="*/ 155364 w 707644"/>
              <a:gd name="connsiteY2881" fmla="*/ 185576 h 830409"/>
              <a:gd name="connsiteX2882" fmla="*/ 168562 w 707644"/>
              <a:gd name="connsiteY2882" fmla="*/ 208530 h 830409"/>
              <a:gd name="connsiteX2883" fmla="*/ 168060 w 707644"/>
              <a:gd name="connsiteY2883" fmla="*/ 208020 h 830409"/>
              <a:gd name="connsiteX2884" fmla="*/ 157348 w 707644"/>
              <a:gd name="connsiteY2884" fmla="*/ 190344 h 830409"/>
              <a:gd name="connsiteX2885" fmla="*/ 208173 w 707644"/>
              <a:gd name="connsiteY2885" fmla="*/ 73568 h 830409"/>
              <a:gd name="connsiteX2886" fmla="*/ 214746 w 707644"/>
              <a:gd name="connsiteY2886" fmla="*/ 73188 h 830409"/>
              <a:gd name="connsiteX2887" fmla="*/ 216761 w 707644"/>
              <a:gd name="connsiteY2887" fmla="*/ 77688 h 830409"/>
              <a:gd name="connsiteX2888" fmla="*/ 228899 w 707644"/>
              <a:gd name="connsiteY2888" fmla="*/ 98307 h 830409"/>
              <a:gd name="connsiteX2889" fmla="*/ 228506 w 707644"/>
              <a:gd name="connsiteY2889" fmla="*/ 97851 h 830409"/>
              <a:gd name="connsiteX2890" fmla="*/ 214306 w 707644"/>
              <a:gd name="connsiteY2890" fmla="*/ 83906 h 830409"/>
              <a:gd name="connsiteX2891" fmla="*/ 166972 w 707644"/>
              <a:gd name="connsiteY2891" fmla="*/ 159446 h 830409"/>
              <a:gd name="connsiteX2892" fmla="*/ 186047 w 707644"/>
              <a:gd name="connsiteY2892" fmla="*/ 174063 h 830409"/>
              <a:gd name="connsiteX2893" fmla="*/ 208321 w 707644"/>
              <a:gd name="connsiteY2893" fmla="*/ 208625 h 830409"/>
              <a:gd name="connsiteX2894" fmla="*/ 207809 w 707644"/>
              <a:gd name="connsiteY2894" fmla="*/ 208441 h 830409"/>
              <a:gd name="connsiteX2895" fmla="*/ 185677 w 707644"/>
              <a:gd name="connsiteY2895" fmla="*/ 190498 h 830409"/>
              <a:gd name="connsiteX2896" fmla="*/ 181313 w 707644"/>
              <a:gd name="connsiteY2896" fmla="*/ 183766 h 830409"/>
              <a:gd name="connsiteX2897" fmla="*/ 166972 w 707644"/>
              <a:gd name="connsiteY2897" fmla="*/ 159446 h 830409"/>
              <a:gd name="connsiteX2898" fmla="*/ 159433 w 707644"/>
              <a:gd name="connsiteY2898" fmla="*/ 171529 h 830409"/>
              <a:gd name="connsiteX2899" fmla="*/ 173424 w 707644"/>
              <a:gd name="connsiteY2899" fmla="*/ 180564 h 830409"/>
              <a:gd name="connsiteX2900" fmla="*/ 185677 w 707644"/>
              <a:gd name="connsiteY2900" fmla="*/ 190498 h 830409"/>
              <a:gd name="connsiteX2901" fmla="*/ 188645 w 707644"/>
              <a:gd name="connsiteY2901" fmla="*/ 195077 h 830409"/>
              <a:gd name="connsiteX2902" fmla="*/ 195808 w 707644"/>
              <a:gd name="connsiteY2902" fmla="*/ 204142 h 830409"/>
              <a:gd name="connsiteX2903" fmla="*/ 193666 w 707644"/>
              <a:gd name="connsiteY2903" fmla="*/ 203374 h 830409"/>
              <a:gd name="connsiteX2904" fmla="*/ 174678 w 707644"/>
              <a:gd name="connsiteY2904" fmla="*/ 187762 h 830409"/>
              <a:gd name="connsiteX2905" fmla="*/ 168226 w 707644"/>
              <a:gd name="connsiteY2905" fmla="*/ 182638 h 830409"/>
              <a:gd name="connsiteX2906" fmla="*/ 167843 w 707644"/>
              <a:gd name="connsiteY2906" fmla="*/ 182286 h 830409"/>
              <a:gd name="connsiteX2907" fmla="*/ 6430 w 707644"/>
              <a:gd name="connsiteY2907" fmla="*/ 488697 h 830409"/>
              <a:gd name="connsiteX2908" fmla="*/ 34828 w 707644"/>
              <a:gd name="connsiteY2908" fmla="*/ 517709 h 830409"/>
              <a:gd name="connsiteX2909" fmla="*/ 17215 w 707644"/>
              <a:gd name="connsiteY2909" fmla="*/ 519577 h 830409"/>
              <a:gd name="connsiteX2910" fmla="*/ 7479 w 707644"/>
              <a:gd name="connsiteY2910" fmla="*/ 495595 h 830409"/>
              <a:gd name="connsiteX2911" fmla="*/ 152541 w 707644"/>
              <a:gd name="connsiteY2911" fmla="*/ 175242 h 830409"/>
              <a:gd name="connsiteX2912" fmla="*/ 197899 w 707644"/>
              <a:gd name="connsiteY2912" fmla="*/ 227106 h 830409"/>
              <a:gd name="connsiteX2913" fmla="*/ 206910 w 707644"/>
              <a:gd name="connsiteY2913" fmla="*/ 238302 h 830409"/>
              <a:gd name="connsiteX2914" fmla="*/ 163200 w 707644"/>
              <a:gd name="connsiteY2914" fmla="*/ 189330 h 830409"/>
              <a:gd name="connsiteX2915" fmla="*/ 138431 w 707644"/>
              <a:gd name="connsiteY2915" fmla="*/ 202704 h 830409"/>
              <a:gd name="connsiteX2916" fmla="*/ 152522 w 707644"/>
              <a:gd name="connsiteY2916" fmla="*/ 211126 h 830409"/>
              <a:gd name="connsiteX2917" fmla="*/ 155421 w 707644"/>
              <a:gd name="connsiteY2917" fmla="*/ 214885 h 830409"/>
              <a:gd name="connsiteX2918" fmla="*/ 167737 w 707644"/>
              <a:gd name="connsiteY2918" fmla="*/ 222249 h 830409"/>
              <a:gd name="connsiteX2919" fmla="*/ 166809 w 707644"/>
              <a:gd name="connsiteY2919" fmla="*/ 219813 h 830409"/>
              <a:gd name="connsiteX2920" fmla="*/ 170431 w 707644"/>
              <a:gd name="connsiteY2920" fmla="*/ 222406 h 830409"/>
              <a:gd name="connsiteX2921" fmla="*/ 171665 w 707644"/>
              <a:gd name="connsiteY2921" fmla="*/ 224751 h 830409"/>
              <a:gd name="connsiteX2922" fmla="*/ 176068 w 707644"/>
              <a:gd name="connsiteY2922" fmla="*/ 235330 h 830409"/>
              <a:gd name="connsiteX2923" fmla="*/ 195101 w 707644"/>
              <a:gd name="connsiteY2923" fmla="*/ 275180 h 830409"/>
              <a:gd name="connsiteX2924" fmla="*/ 155664 w 707644"/>
              <a:gd name="connsiteY2924" fmla="*/ 227239 h 830409"/>
              <a:gd name="connsiteX2925" fmla="*/ 207096 w 707644"/>
              <a:gd name="connsiteY2925" fmla="*/ 56105 h 830409"/>
              <a:gd name="connsiteX2926" fmla="*/ 217286 w 707644"/>
              <a:gd name="connsiteY2926" fmla="*/ 49514 h 830409"/>
              <a:gd name="connsiteX2927" fmla="*/ 218059 w 707644"/>
              <a:gd name="connsiteY2927" fmla="*/ 49176 h 830409"/>
              <a:gd name="connsiteX2928" fmla="*/ 220881 w 707644"/>
              <a:gd name="connsiteY2928" fmla="*/ 69100 h 830409"/>
              <a:gd name="connsiteX2929" fmla="*/ 223349 w 707644"/>
              <a:gd name="connsiteY2929" fmla="*/ 72691 h 830409"/>
              <a:gd name="connsiteX2930" fmla="*/ 214746 w 707644"/>
              <a:gd name="connsiteY2930" fmla="*/ 73188 h 830409"/>
              <a:gd name="connsiteX2931" fmla="*/ 128024 w 707644"/>
              <a:gd name="connsiteY2931" fmla="*/ 220725 h 830409"/>
              <a:gd name="connsiteX2932" fmla="*/ 138452 w 707644"/>
              <a:gd name="connsiteY2932" fmla="*/ 227777 h 830409"/>
              <a:gd name="connsiteX2933" fmla="*/ 139310 w 707644"/>
              <a:gd name="connsiteY2933" fmla="*/ 228942 h 830409"/>
              <a:gd name="connsiteX2934" fmla="*/ 151988 w 707644"/>
              <a:gd name="connsiteY2934" fmla="*/ 248715 h 830409"/>
              <a:gd name="connsiteX2935" fmla="*/ 140287 w 707644"/>
              <a:gd name="connsiteY2935" fmla="*/ 240143 h 830409"/>
              <a:gd name="connsiteX2936" fmla="*/ 164954 w 707644"/>
              <a:gd name="connsiteY2936" fmla="*/ 143687 h 830409"/>
              <a:gd name="connsiteX2937" fmla="*/ 194535 w 707644"/>
              <a:gd name="connsiteY2937" fmla="*/ 159583 h 830409"/>
              <a:gd name="connsiteX2938" fmla="*/ 214379 w 707644"/>
              <a:gd name="connsiteY2938" fmla="*/ 192754 h 830409"/>
              <a:gd name="connsiteX2939" fmla="*/ 218971 w 707644"/>
              <a:gd name="connsiteY2939" fmla="*/ 199393 h 830409"/>
              <a:gd name="connsiteX2940" fmla="*/ 217459 w 707644"/>
              <a:gd name="connsiteY2940" fmla="*/ 198133 h 830409"/>
              <a:gd name="connsiteX2941" fmla="*/ 186047 w 707644"/>
              <a:gd name="connsiteY2941" fmla="*/ 174063 h 830409"/>
              <a:gd name="connsiteX2942" fmla="*/ 171092 w 707644"/>
              <a:gd name="connsiteY2942" fmla="*/ 150858 h 830409"/>
              <a:gd name="connsiteX2943" fmla="*/ 150476 w 707644"/>
              <a:gd name="connsiteY2943" fmla="*/ 172814 h 830409"/>
              <a:gd name="connsiteX2944" fmla="*/ 150778 w 707644"/>
              <a:gd name="connsiteY2944" fmla="*/ 172912 h 830409"/>
              <a:gd name="connsiteX2945" fmla="*/ 152541 w 707644"/>
              <a:gd name="connsiteY2945" fmla="*/ 175242 h 830409"/>
              <a:gd name="connsiteX2946" fmla="*/ 150516 w 707644"/>
              <a:gd name="connsiteY2946" fmla="*/ 172927 h 830409"/>
              <a:gd name="connsiteX2947" fmla="*/ 50054 w 707644"/>
              <a:gd name="connsiteY2947" fmla="*/ 381508 h 830409"/>
              <a:gd name="connsiteX2948" fmla="*/ 50999 w 707644"/>
              <a:gd name="connsiteY2948" fmla="*/ 383081 h 830409"/>
              <a:gd name="connsiteX2949" fmla="*/ 62541 w 707644"/>
              <a:gd name="connsiteY2949" fmla="*/ 400016 h 830409"/>
              <a:gd name="connsiteX2950" fmla="*/ 77454 w 707644"/>
              <a:gd name="connsiteY2950" fmla="*/ 432326 h 830409"/>
              <a:gd name="connsiteX2951" fmla="*/ 78117 w 707644"/>
              <a:gd name="connsiteY2951" fmla="*/ 433544 h 830409"/>
              <a:gd name="connsiteX2952" fmla="*/ 72489 w 707644"/>
              <a:gd name="connsiteY2952" fmla="*/ 427343 h 830409"/>
              <a:gd name="connsiteX2953" fmla="*/ 8788 w 707644"/>
              <a:gd name="connsiteY2953" fmla="*/ 462279 h 830409"/>
              <a:gd name="connsiteX2954" fmla="*/ 15792 w 707644"/>
              <a:gd name="connsiteY2954" fmla="*/ 470353 h 830409"/>
              <a:gd name="connsiteX2955" fmla="*/ 24555 w 707644"/>
              <a:gd name="connsiteY2955" fmla="*/ 483086 h 830409"/>
              <a:gd name="connsiteX2956" fmla="*/ 46237 w 707644"/>
              <a:gd name="connsiteY2956" fmla="*/ 511251 h 830409"/>
              <a:gd name="connsiteX2957" fmla="*/ 51676 w 707644"/>
              <a:gd name="connsiteY2957" fmla="*/ 518624 h 830409"/>
              <a:gd name="connsiteX2958" fmla="*/ 46498 w 707644"/>
              <a:gd name="connsiteY2958" fmla="*/ 518229 h 830409"/>
              <a:gd name="connsiteX2959" fmla="*/ 10063 w 707644"/>
              <a:gd name="connsiteY2959" fmla="*/ 464488 h 830409"/>
              <a:gd name="connsiteX2960" fmla="*/ 108787 w 707644"/>
              <a:gd name="connsiteY2960" fmla="*/ 252467 h 830409"/>
              <a:gd name="connsiteX2961" fmla="*/ 112018 w 707644"/>
              <a:gd name="connsiteY2961" fmla="*/ 255201 h 830409"/>
              <a:gd name="connsiteX2962" fmla="*/ 113431 w 707644"/>
              <a:gd name="connsiteY2962" fmla="*/ 257542 h 830409"/>
              <a:gd name="connsiteX2963" fmla="*/ 133280 w 707644"/>
              <a:gd name="connsiteY2963" fmla="*/ 288964 h 830409"/>
              <a:gd name="connsiteX2964" fmla="*/ 134048 w 707644"/>
              <a:gd name="connsiteY2964" fmla="*/ 290146 h 830409"/>
              <a:gd name="connsiteX2965" fmla="*/ 131799 w 707644"/>
              <a:gd name="connsiteY2965" fmla="*/ 288741 h 830409"/>
              <a:gd name="connsiteX2966" fmla="*/ 147466 w 707644"/>
              <a:gd name="connsiteY2966" fmla="*/ 171840 h 830409"/>
              <a:gd name="connsiteX2967" fmla="*/ 150395 w 707644"/>
              <a:gd name="connsiteY2967" fmla="*/ 172788 h 830409"/>
              <a:gd name="connsiteX2968" fmla="*/ 150516 w 707644"/>
              <a:gd name="connsiteY2968" fmla="*/ 172927 h 830409"/>
              <a:gd name="connsiteX2969" fmla="*/ 153043 w 707644"/>
              <a:gd name="connsiteY2969" fmla="*/ 179999 h 830409"/>
              <a:gd name="connsiteX2970" fmla="*/ 155364 w 707644"/>
              <a:gd name="connsiteY2970" fmla="*/ 185576 h 830409"/>
              <a:gd name="connsiteX2971" fmla="*/ 169510 w 707644"/>
              <a:gd name="connsiteY2971" fmla="*/ 118144 h 830409"/>
              <a:gd name="connsiteX2972" fmla="*/ 194589 w 707644"/>
              <a:gd name="connsiteY2972" fmla="*/ 140211 h 830409"/>
              <a:gd name="connsiteX2973" fmla="*/ 202149 w 707644"/>
              <a:gd name="connsiteY2973" fmla="*/ 147076 h 830409"/>
              <a:gd name="connsiteX2974" fmla="*/ 224270 w 707644"/>
              <a:gd name="connsiteY2974" fmla="*/ 174457 h 830409"/>
              <a:gd name="connsiteX2975" fmla="*/ 197621 w 707644"/>
              <a:gd name="connsiteY2975" fmla="*/ 161241 h 830409"/>
              <a:gd name="connsiteX2976" fmla="*/ 194535 w 707644"/>
              <a:gd name="connsiteY2976" fmla="*/ 159583 h 830409"/>
              <a:gd name="connsiteX2977" fmla="*/ 173647 w 707644"/>
              <a:gd name="connsiteY2977" fmla="*/ 124667 h 830409"/>
              <a:gd name="connsiteX2978" fmla="*/ 125267 w 707644"/>
              <a:gd name="connsiteY2978" fmla="*/ 209851 h 830409"/>
              <a:gd name="connsiteX2979" fmla="*/ 139911 w 707644"/>
              <a:gd name="connsiteY2979" fmla="*/ 228763 h 830409"/>
              <a:gd name="connsiteX2980" fmla="*/ 138452 w 707644"/>
              <a:gd name="connsiteY2980" fmla="*/ 227777 h 830409"/>
              <a:gd name="connsiteX2981" fmla="*/ 147192 w 707644"/>
              <a:gd name="connsiteY2981" fmla="*/ 163624 h 830409"/>
              <a:gd name="connsiteX2982" fmla="*/ 149705 w 707644"/>
              <a:gd name="connsiteY2982" fmla="*/ 165247 h 830409"/>
              <a:gd name="connsiteX2983" fmla="*/ 150695 w 707644"/>
              <a:gd name="connsiteY2983" fmla="*/ 166532 h 830409"/>
              <a:gd name="connsiteX2984" fmla="*/ 167843 w 707644"/>
              <a:gd name="connsiteY2984" fmla="*/ 182286 h 830409"/>
              <a:gd name="connsiteX2985" fmla="*/ 167941 w 707644"/>
              <a:gd name="connsiteY2985" fmla="*/ 182412 h 830409"/>
              <a:gd name="connsiteX2986" fmla="*/ 159559 w 707644"/>
              <a:gd name="connsiteY2986" fmla="*/ 175754 h 830409"/>
              <a:gd name="connsiteX2987" fmla="*/ 150778 w 707644"/>
              <a:gd name="connsiteY2987" fmla="*/ 172912 h 830409"/>
              <a:gd name="connsiteX2988" fmla="*/ 150272 w 707644"/>
              <a:gd name="connsiteY2988" fmla="*/ 172243 h 830409"/>
              <a:gd name="connsiteX2989" fmla="*/ 106017 w 707644"/>
              <a:gd name="connsiteY2989" fmla="*/ 245261 h 830409"/>
              <a:gd name="connsiteX2990" fmla="*/ 113064 w 707644"/>
              <a:gd name="connsiteY2990" fmla="*/ 249792 h 830409"/>
              <a:gd name="connsiteX2991" fmla="*/ 175639 w 707644"/>
              <a:gd name="connsiteY2991" fmla="*/ 302704 h 830409"/>
              <a:gd name="connsiteX2992" fmla="*/ 185776 w 707644"/>
              <a:gd name="connsiteY2992" fmla="*/ 322830 h 830409"/>
              <a:gd name="connsiteX2993" fmla="*/ 183553 w 707644"/>
              <a:gd name="connsiteY2993" fmla="*/ 321392 h 830409"/>
              <a:gd name="connsiteX2994" fmla="*/ 172671 w 707644"/>
              <a:gd name="connsiteY2994" fmla="*/ 314518 h 830409"/>
              <a:gd name="connsiteX2995" fmla="*/ 141876 w 707644"/>
              <a:gd name="connsiteY2995" fmla="*/ 280468 h 830409"/>
              <a:gd name="connsiteX2996" fmla="*/ 112018 w 707644"/>
              <a:gd name="connsiteY2996" fmla="*/ 255201 h 830409"/>
              <a:gd name="connsiteX2997" fmla="*/ 189566 w 707644"/>
              <a:gd name="connsiteY2997" fmla="*/ 67445 h 830409"/>
              <a:gd name="connsiteX2998" fmla="*/ 193544 w 707644"/>
              <a:gd name="connsiteY2998" fmla="*/ 64871 h 830409"/>
              <a:gd name="connsiteX2999" fmla="*/ 199585 w 707644"/>
              <a:gd name="connsiteY2999" fmla="*/ 69448 h 830409"/>
              <a:gd name="connsiteX3000" fmla="*/ 214306 w 707644"/>
              <a:gd name="connsiteY3000" fmla="*/ 83906 h 830409"/>
              <a:gd name="connsiteX3001" fmla="*/ 225696 w 707644"/>
              <a:gd name="connsiteY3001" fmla="*/ 103104 h 830409"/>
              <a:gd name="connsiteX3002" fmla="*/ 235262 w 707644"/>
              <a:gd name="connsiteY3002" fmla="*/ 122970 h 830409"/>
              <a:gd name="connsiteX3003" fmla="*/ 141940 w 707644"/>
              <a:gd name="connsiteY3003" fmla="*/ 164918 h 830409"/>
              <a:gd name="connsiteX3004" fmla="*/ 145240 w 707644"/>
              <a:gd name="connsiteY3004" fmla="*/ 167968 h 830409"/>
              <a:gd name="connsiteX3005" fmla="*/ 147466 w 707644"/>
              <a:gd name="connsiteY3005" fmla="*/ 171840 h 830409"/>
              <a:gd name="connsiteX3006" fmla="*/ 145810 w 707644"/>
              <a:gd name="connsiteY3006" fmla="*/ 171304 h 830409"/>
              <a:gd name="connsiteX3007" fmla="*/ 140114 w 707644"/>
              <a:gd name="connsiteY3007" fmla="*/ 159053 h 830409"/>
              <a:gd name="connsiteX3008" fmla="*/ 140462 w 707644"/>
              <a:gd name="connsiteY3008" fmla="*/ 159278 h 830409"/>
              <a:gd name="connsiteX3009" fmla="*/ 150272 w 707644"/>
              <a:gd name="connsiteY3009" fmla="*/ 172243 h 830409"/>
              <a:gd name="connsiteX3010" fmla="*/ 150476 w 707644"/>
              <a:gd name="connsiteY3010" fmla="*/ 172814 h 830409"/>
              <a:gd name="connsiteX3011" fmla="*/ 150395 w 707644"/>
              <a:gd name="connsiteY3011" fmla="*/ 172788 h 830409"/>
              <a:gd name="connsiteX3012" fmla="*/ 150144 w 707644"/>
              <a:gd name="connsiteY3012" fmla="*/ 172502 h 830409"/>
              <a:gd name="connsiteX3013" fmla="*/ 145240 w 707644"/>
              <a:gd name="connsiteY3013" fmla="*/ 167968 h 830409"/>
              <a:gd name="connsiteX3014" fmla="*/ 143194 w 707644"/>
              <a:gd name="connsiteY3014" fmla="*/ 152437 h 830409"/>
              <a:gd name="connsiteX3015" fmla="*/ 157903 w 707644"/>
              <a:gd name="connsiteY3015" fmla="*/ 169572 h 830409"/>
              <a:gd name="connsiteX3016" fmla="*/ 159433 w 707644"/>
              <a:gd name="connsiteY3016" fmla="*/ 171529 h 830409"/>
              <a:gd name="connsiteX3017" fmla="*/ 149705 w 707644"/>
              <a:gd name="connsiteY3017" fmla="*/ 165247 h 830409"/>
              <a:gd name="connsiteX3018" fmla="*/ 146101 w 707644"/>
              <a:gd name="connsiteY3018" fmla="*/ 160570 h 830409"/>
              <a:gd name="connsiteX3019" fmla="*/ 933 w 707644"/>
              <a:gd name="connsiteY3019" fmla="*/ 447844 h 830409"/>
              <a:gd name="connsiteX3020" fmla="*/ 40143 w 707644"/>
              <a:gd name="connsiteY3020" fmla="*/ 488118 h 830409"/>
              <a:gd name="connsiteX3021" fmla="*/ 56885 w 707644"/>
              <a:gd name="connsiteY3021" fmla="*/ 519021 h 830409"/>
              <a:gd name="connsiteX3022" fmla="*/ 55718 w 707644"/>
              <a:gd name="connsiteY3022" fmla="*/ 518932 h 830409"/>
              <a:gd name="connsiteX3023" fmla="*/ 28822 w 707644"/>
              <a:gd name="connsiteY3023" fmla="*/ 485373 h 830409"/>
              <a:gd name="connsiteX3024" fmla="*/ 15792 w 707644"/>
              <a:gd name="connsiteY3024" fmla="*/ 470353 h 830409"/>
              <a:gd name="connsiteX3025" fmla="*/ 13245 w 707644"/>
              <a:gd name="connsiteY3025" fmla="*/ 466651 h 830409"/>
              <a:gd name="connsiteX3026" fmla="*/ 131 w 707644"/>
              <a:gd name="connsiteY3026" fmla="*/ 447278 h 830409"/>
              <a:gd name="connsiteX3027" fmla="*/ 8788 w 707644"/>
              <a:gd name="connsiteY3027" fmla="*/ 462279 h 830409"/>
              <a:gd name="connsiteX3028" fmla="*/ 1057 w 707644"/>
              <a:gd name="connsiteY3028" fmla="*/ 453367 h 830409"/>
              <a:gd name="connsiteX3029" fmla="*/ 0 w 707644"/>
              <a:gd name="connsiteY3029" fmla="*/ 446419 h 830409"/>
              <a:gd name="connsiteX3030" fmla="*/ 933 w 707644"/>
              <a:gd name="connsiteY3030" fmla="*/ 447844 h 830409"/>
              <a:gd name="connsiteX3031" fmla="*/ 85 w 707644"/>
              <a:gd name="connsiteY3031" fmla="*/ 446972 h 830409"/>
              <a:gd name="connsiteX3032" fmla="*/ 71444 w 707644"/>
              <a:gd name="connsiteY3032" fmla="*/ 295676 h 830409"/>
              <a:gd name="connsiteX3033" fmla="*/ 84224 w 707644"/>
              <a:gd name="connsiteY3033" fmla="*/ 309907 h 830409"/>
              <a:gd name="connsiteX3034" fmla="*/ 155767 w 707644"/>
              <a:gd name="connsiteY3034" fmla="*/ 397158 h 830409"/>
              <a:gd name="connsiteX3035" fmla="*/ 183134 w 707644"/>
              <a:gd name="connsiteY3035" fmla="*/ 431491 h 830409"/>
              <a:gd name="connsiteX3036" fmla="*/ 201725 w 707644"/>
              <a:gd name="connsiteY3036" fmla="*/ 461358 h 830409"/>
              <a:gd name="connsiteX3037" fmla="*/ 156641 w 707644"/>
              <a:gd name="connsiteY3037" fmla="*/ 420676 h 830409"/>
              <a:gd name="connsiteX3038" fmla="*/ 114849 w 707644"/>
              <a:gd name="connsiteY3038" fmla="*/ 368205 h 830409"/>
              <a:gd name="connsiteX3039" fmla="*/ 107354 w 707644"/>
              <a:gd name="connsiteY3039" fmla="*/ 355829 h 830409"/>
              <a:gd name="connsiteX3040" fmla="*/ 52080 w 707644"/>
              <a:gd name="connsiteY3040" fmla="*/ 336022 h 830409"/>
              <a:gd name="connsiteX3041" fmla="*/ 82754 w 707644"/>
              <a:gd name="connsiteY3041" fmla="*/ 370933 h 830409"/>
              <a:gd name="connsiteX3042" fmla="*/ 66567 w 707644"/>
              <a:gd name="connsiteY3042" fmla="*/ 353337 h 830409"/>
              <a:gd name="connsiteX3043" fmla="*/ 111525 w 707644"/>
              <a:gd name="connsiteY3043" fmla="*/ 209975 h 830409"/>
              <a:gd name="connsiteX3044" fmla="*/ 115535 w 707644"/>
              <a:gd name="connsiteY3044" fmla="*/ 212279 h 830409"/>
              <a:gd name="connsiteX3045" fmla="*/ 120319 w 707644"/>
              <a:gd name="connsiteY3045" fmla="*/ 215515 h 830409"/>
              <a:gd name="connsiteX3046" fmla="*/ 133193 w 707644"/>
              <a:gd name="connsiteY3046" fmla="*/ 231970 h 830409"/>
              <a:gd name="connsiteX3047" fmla="*/ 137639 w 707644"/>
              <a:gd name="connsiteY3047" fmla="*/ 238204 h 830409"/>
              <a:gd name="connsiteX3048" fmla="*/ 123657 w 707644"/>
              <a:gd name="connsiteY3048" fmla="*/ 227961 h 830409"/>
              <a:gd name="connsiteX3049" fmla="*/ 129088 w 707644"/>
              <a:gd name="connsiteY3049" fmla="*/ 168100 h 830409"/>
              <a:gd name="connsiteX3050" fmla="*/ 134403 w 707644"/>
              <a:gd name="connsiteY3050" fmla="*/ 167613 h 830409"/>
              <a:gd name="connsiteX3051" fmla="*/ 145810 w 707644"/>
              <a:gd name="connsiteY3051" fmla="*/ 171304 h 830409"/>
              <a:gd name="connsiteX3052" fmla="*/ 157348 w 707644"/>
              <a:gd name="connsiteY3052" fmla="*/ 190344 h 830409"/>
              <a:gd name="connsiteX3053" fmla="*/ 162246 w 707644"/>
              <a:gd name="connsiteY3053" fmla="*/ 202116 h 830409"/>
              <a:gd name="connsiteX3054" fmla="*/ 159645 w 707644"/>
              <a:gd name="connsiteY3054" fmla="*/ 199473 h 830409"/>
              <a:gd name="connsiteX3055" fmla="*/ 157903 w 707644"/>
              <a:gd name="connsiteY3055" fmla="*/ 198394 h 830409"/>
              <a:gd name="connsiteX3056" fmla="*/ 157369 w 707644"/>
              <a:gd name="connsiteY3056" fmla="*/ 197363 h 830409"/>
              <a:gd name="connsiteX3057" fmla="*/ 155185 w 707644"/>
              <a:gd name="connsiteY3057" fmla="*/ 192873 h 830409"/>
              <a:gd name="connsiteX3058" fmla="*/ 157811 w 707644"/>
              <a:gd name="connsiteY3058" fmla="*/ 198337 h 830409"/>
              <a:gd name="connsiteX3059" fmla="*/ 151490 w 707644"/>
              <a:gd name="connsiteY3059" fmla="*/ 194420 h 830409"/>
              <a:gd name="connsiteX3060" fmla="*/ 150492 w 707644"/>
              <a:gd name="connsiteY3060" fmla="*/ 193675 h 830409"/>
              <a:gd name="connsiteX3061" fmla="*/ 136704 w 707644"/>
              <a:gd name="connsiteY3061" fmla="*/ 178728 h 830409"/>
              <a:gd name="connsiteX3062" fmla="*/ 166103 w 707644"/>
              <a:gd name="connsiteY3062" fmla="*/ 82621 h 830409"/>
              <a:gd name="connsiteX3063" fmla="*/ 179660 w 707644"/>
              <a:gd name="connsiteY3063" fmla="*/ 73852 h 830409"/>
              <a:gd name="connsiteX3064" fmla="*/ 179719 w 707644"/>
              <a:gd name="connsiteY3064" fmla="*/ 73975 h 830409"/>
              <a:gd name="connsiteX3065" fmla="*/ 202931 w 707644"/>
              <a:gd name="connsiteY3065" fmla="*/ 121060 h 830409"/>
              <a:gd name="connsiteX3066" fmla="*/ 183105 w 707644"/>
              <a:gd name="connsiteY3066" fmla="*/ 103799 h 830409"/>
              <a:gd name="connsiteX3067" fmla="*/ 179667 w 707644"/>
              <a:gd name="connsiteY3067" fmla="*/ 101200 h 830409"/>
              <a:gd name="connsiteX3068" fmla="*/ 93427 w 707644"/>
              <a:gd name="connsiteY3068" fmla="*/ 231425 h 830409"/>
              <a:gd name="connsiteX3069" fmla="*/ 98629 w 707644"/>
              <a:gd name="connsiteY3069" fmla="*/ 232642 h 830409"/>
              <a:gd name="connsiteX3070" fmla="*/ 100002 w 707644"/>
              <a:gd name="connsiteY3070" fmla="*/ 235297 h 830409"/>
              <a:gd name="connsiteX3071" fmla="*/ 106017 w 707644"/>
              <a:gd name="connsiteY3071" fmla="*/ 245261 h 830409"/>
              <a:gd name="connsiteX3072" fmla="*/ 102307 w 707644"/>
              <a:gd name="connsiteY3072" fmla="*/ 242875 h 830409"/>
              <a:gd name="connsiteX3073" fmla="*/ 80892 w 707644"/>
              <a:gd name="connsiteY3073" fmla="*/ 256968 h 830409"/>
              <a:gd name="connsiteX3074" fmla="*/ 92869 w 707644"/>
              <a:gd name="connsiteY3074" fmla="*/ 264421 h 830409"/>
              <a:gd name="connsiteX3075" fmla="*/ 93019 w 707644"/>
              <a:gd name="connsiteY3075" fmla="*/ 264586 h 830409"/>
              <a:gd name="connsiteX3076" fmla="*/ 113760 w 707644"/>
              <a:gd name="connsiteY3076" fmla="*/ 292384 h 830409"/>
              <a:gd name="connsiteX3077" fmla="*/ 153758 w 707644"/>
              <a:gd name="connsiteY3077" fmla="*/ 350309 h 830409"/>
              <a:gd name="connsiteX3078" fmla="*/ 152222 w 707644"/>
              <a:gd name="connsiteY3078" fmla="*/ 348890 h 830409"/>
              <a:gd name="connsiteX3079" fmla="*/ 144339 w 707644"/>
              <a:gd name="connsiteY3079" fmla="*/ 338747 h 830409"/>
              <a:gd name="connsiteX3080" fmla="*/ 37402 w 707644"/>
              <a:gd name="connsiteY3080" fmla="*/ 344354 h 830409"/>
              <a:gd name="connsiteX3081" fmla="*/ 55384 w 707644"/>
              <a:gd name="connsiteY3081" fmla="*/ 370022 h 830409"/>
              <a:gd name="connsiteX3082" fmla="*/ 140245 w 707644"/>
              <a:gd name="connsiteY3082" fmla="*/ 479403 h 830409"/>
              <a:gd name="connsiteX3083" fmla="*/ 151241 w 707644"/>
              <a:gd name="connsiteY3083" fmla="*/ 500525 h 830409"/>
              <a:gd name="connsiteX3084" fmla="*/ 189969 w 707644"/>
              <a:gd name="connsiteY3084" fmla="*/ 562024 h 830409"/>
              <a:gd name="connsiteX3085" fmla="*/ 175038 w 707644"/>
              <a:gd name="connsiteY3085" fmla="*/ 551598 h 830409"/>
              <a:gd name="connsiteX3086" fmla="*/ 135955 w 707644"/>
              <a:gd name="connsiteY3086" fmla="*/ 501357 h 830409"/>
              <a:gd name="connsiteX3087" fmla="*/ 73219 w 707644"/>
              <a:gd name="connsiteY3087" fmla="*/ 415683 h 830409"/>
              <a:gd name="connsiteX3088" fmla="*/ 62541 w 707644"/>
              <a:gd name="connsiteY3088" fmla="*/ 400016 h 830409"/>
              <a:gd name="connsiteX3089" fmla="*/ 46796 w 707644"/>
              <a:gd name="connsiteY3089" fmla="*/ 365902 h 830409"/>
              <a:gd name="connsiteX3090" fmla="*/ 121462 w 707644"/>
              <a:gd name="connsiteY3090" fmla="*/ 168799 h 830409"/>
              <a:gd name="connsiteX3091" fmla="*/ 122095 w 707644"/>
              <a:gd name="connsiteY3091" fmla="*/ 168741 h 830409"/>
              <a:gd name="connsiteX3092" fmla="*/ 138311 w 707644"/>
              <a:gd name="connsiteY3092" fmla="*/ 184579 h 830409"/>
              <a:gd name="connsiteX3093" fmla="*/ 150492 w 707644"/>
              <a:gd name="connsiteY3093" fmla="*/ 193675 h 830409"/>
              <a:gd name="connsiteX3094" fmla="*/ 161094 w 707644"/>
              <a:gd name="connsiteY3094" fmla="*/ 205167 h 830409"/>
              <a:gd name="connsiteX3095" fmla="*/ 161734 w 707644"/>
              <a:gd name="connsiteY3095" fmla="*/ 206498 h 830409"/>
              <a:gd name="connsiteX3096" fmla="*/ 166809 w 707644"/>
              <a:gd name="connsiteY3096" fmla="*/ 219813 h 830409"/>
              <a:gd name="connsiteX3097" fmla="*/ 165560 w 707644"/>
              <a:gd name="connsiteY3097" fmla="*/ 218919 h 830409"/>
              <a:gd name="connsiteX3098" fmla="*/ 152522 w 707644"/>
              <a:gd name="connsiteY3098" fmla="*/ 211126 h 830409"/>
              <a:gd name="connsiteX3099" fmla="*/ 140990 w 707644"/>
              <a:gd name="connsiteY3099" fmla="*/ 196172 h 830409"/>
              <a:gd name="connsiteX3100" fmla="*/ 44676 w 707644"/>
              <a:gd name="connsiteY3100" fmla="*/ 327173 h 830409"/>
              <a:gd name="connsiteX3101" fmla="*/ 52080 w 707644"/>
              <a:gd name="connsiteY3101" fmla="*/ 336022 h 830409"/>
              <a:gd name="connsiteX3102" fmla="*/ 48267 w 707644"/>
              <a:gd name="connsiteY3102" fmla="*/ 331681 h 830409"/>
              <a:gd name="connsiteX3103" fmla="*/ 157601 w 707644"/>
              <a:gd name="connsiteY3103" fmla="*/ 89038 h 830409"/>
              <a:gd name="connsiteX3104" fmla="*/ 160325 w 707644"/>
              <a:gd name="connsiteY3104" fmla="*/ 86576 h 830409"/>
              <a:gd name="connsiteX3105" fmla="*/ 179667 w 707644"/>
              <a:gd name="connsiteY3105" fmla="*/ 101200 h 830409"/>
              <a:gd name="connsiteX3106" fmla="*/ 181733 w 707644"/>
              <a:gd name="connsiteY3106" fmla="*/ 104030 h 830409"/>
              <a:gd name="connsiteX3107" fmla="*/ 219671 w 707644"/>
              <a:gd name="connsiteY3107" fmla="*/ 155701 h 830409"/>
              <a:gd name="connsiteX3108" fmla="*/ 226084 w 707644"/>
              <a:gd name="connsiteY3108" fmla="*/ 168816 h 830409"/>
              <a:gd name="connsiteX3109" fmla="*/ 202149 w 707644"/>
              <a:gd name="connsiteY3109" fmla="*/ 147076 h 830409"/>
              <a:gd name="connsiteX3110" fmla="*/ 169568 w 707644"/>
              <a:gd name="connsiteY3110" fmla="*/ 106751 h 830409"/>
              <a:gd name="connsiteX3111" fmla="*/ 127365 w 707644"/>
              <a:gd name="connsiteY3111" fmla="*/ 151495 h 830409"/>
              <a:gd name="connsiteX3112" fmla="*/ 128501 w 707644"/>
              <a:gd name="connsiteY3112" fmla="*/ 151554 h 830409"/>
              <a:gd name="connsiteX3113" fmla="*/ 137158 w 707644"/>
              <a:gd name="connsiteY3113" fmla="*/ 157144 h 830409"/>
              <a:gd name="connsiteX3114" fmla="*/ 137493 w 707644"/>
              <a:gd name="connsiteY3114" fmla="*/ 157581 h 830409"/>
              <a:gd name="connsiteX3115" fmla="*/ 141940 w 707644"/>
              <a:gd name="connsiteY3115" fmla="*/ 164918 h 830409"/>
              <a:gd name="connsiteX3116" fmla="*/ 133609 w 707644"/>
              <a:gd name="connsiteY3116" fmla="*/ 157218 h 830409"/>
              <a:gd name="connsiteX3117" fmla="*/ 127365 w 707644"/>
              <a:gd name="connsiteY3117" fmla="*/ 151495 h 830409"/>
              <a:gd name="connsiteX3118" fmla="*/ 17179 w 707644"/>
              <a:gd name="connsiteY3118" fmla="*/ 374781 h 830409"/>
              <a:gd name="connsiteX3119" fmla="*/ 64945 w 707644"/>
              <a:gd name="connsiteY3119" fmla="*/ 419033 h 830409"/>
              <a:gd name="connsiteX3120" fmla="*/ 72489 w 707644"/>
              <a:gd name="connsiteY3120" fmla="*/ 427343 h 830409"/>
              <a:gd name="connsiteX3121" fmla="*/ 108649 w 707644"/>
              <a:gd name="connsiteY3121" fmla="*/ 501221 h 830409"/>
              <a:gd name="connsiteX3122" fmla="*/ 148811 w 707644"/>
              <a:gd name="connsiteY3122" fmla="*/ 575674 h 830409"/>
              <a:gd name="connsiteX3123" fmla="*/ 146586 w 707644"/>
              <a:gd name="connsiteY3123" fmla="*/ 574457 h 830409"/>
              <a:gd name="connsiteX3124" fmla="*/ 139576 w 707644"/>
              <a:gd name="connsiteY3124" fmla="*/ 568880 h 830409"/>
              <a:gd name="connsiteX3125" fmla="*/ 138009 w 707644"/>
              <a:gd name="connsiteY3125" fmla="*/ 567744 h 830409"/>
              <a:gd name="connsiteX3126" fmla="*/ 91474 w 707644"/>
              <a:gd name="connsiteY3126" fmla="*/ 492981 h 830409"/>
              <a:gd name="connsiteX3127" fmla="*/ 56101 w 707644"/>
              <a:gd name="connsiteY3127" fmla="*/ 443862 h 830409"/>
              <a:gd name="connsiteX3128" fmla="*/ 35436 w 707644"/>
              <a:gd name="connsiteY3128" fmla="*/ 409363 h 830409"/>
              <a:gd name="connsiteX3129" fmla="*/ 147157 w 707644"/>
              <a:gd name="connsiteY3129" fmla="*/ 98476 h 830409"/>
              <a:gd name="connsiteX3130" fmla="*/ 153437 w 707644"/>
              <a:gd name="connsiteY3130" fmla="*/ 92800 h 830409"/>
              <a:gd name="connsiteX3131" fmla="*/ 169510 w 707644"/>
              <a:gd name="connsiteY3131" fmla="*/ 118144 h 830409"/>
              <a:gd name="connsiteX3132" fmla="*/ 103433 w 707644"/>
              <a:gd name="connsiteY3132" fmla="*/ 181785 h 830409"/>
              <a:gd name="connsiteX3133" fmla="*/ 125060 w 707644"/>
              <a:gd name="connsiteY3133" fmla="*/ 209569 h 830409"/>
              <a:gd name="connsiteX3134" fmla="*/ 125267 w 707644"/>
              <a:gd name="connsiteY3134" fmla="*/ 209851 h 830409"/>
              <a:gd name="connsiteX3135" fmla="*/ 124700 w 707644"/>
              <a:gd name="connsiteY3135" fmla="*/ 209118 h 830409"/>
              <a:gd name="connsiteX3136" fmla="*/ 112510 w 707644"/>
              <a:gd name="connsiteY3136" fmla="*/ 196159 h 830409"/>
              <a:gd name="connsiteX3137" fmla="*/ 125957 w 707644"/>
              <a:gd name="connsiteY3137" fmla="*/ 134432 h 830409"/>
              <a:gd name="connsiteX3138" fmla="*/ 146101 w 707644"/>
              <a:gd name="connsiteY3138" fmla="*/ 160570 h 830409"/>
              <a:gd name="connsiteX3139" fmla="*/ 147192 w 707644"/>
              <a:gd name="connsiteY3139" fmla="*/ 163624 h 830409"/>
              <a:gd name="connsiteX3140" fmla="*/ 140462 w 707644"/>
              <a:gd name="connsiteY3140" fmla="*/ 159278 h 830409"/>
              <a:gd name="connsiteX3141" fmla="*/ 139550 w 707644"/>
              <a:gd name="connsiteY3141" fmla="*/ 158072 h 830409"/>
              <a:gd name="connsiteX3142" fmla="*/ 57947 w 707644"/>
              <a:gd name="connsiteY3142" fmla="*/ 272746 h 830409"/>
              <a:gd name="connsiteX3143" fmla="*/ 74714 w 707644"/>
              <a:gd name="connsiteY3143" fmla="*/ 282842 h 830409"/>
              <a:gd name="connsiteX3144" fmla="*/ 96289 w 707644"/>
              <a:gd name="connsiteY3144" fmla="*/ 299731 h 830409"/>
              <a:gd name="connsiteX3145" fmla="*/ 120077 w 707644"/>
              <a:gd name="connsiteY3145" fmla="*/ 333308 h 830409"/>
              <a:gd name="connsiteX3146" fmla="*/ 115061 w 707644"/>
              <a:gd name="connsiteY3146" fmla="*/ 328646 h 830409"/>
              <a:gd name="connsiteX3147" fmla="*/ 67290 w 707644"/>
              <a:gd name="connsiteY3147" fmla="*/ 286953 h 830409"/>
              <a:gd name="connsiteX3148" fmla="*/ 65345 w 707644"/>
              <a:gd name="connsiteY3148" fmla="*/ 285374 h 830409"/>
              <a:gd name="connsiteX3149" fmla="*/ 89774 w 707644"/>
              <a:gd name="connsiteY3149" fmla="*/ 205853 h 830409"/>
              <a:gd name="connsiteX3150" fmla="*/ 123064 w 707644"/>
              <a:gd name="connsiteY3150" fmla="*/ 227526 h 830409"/>
              <a:gd name="connsiteX3151" fmla="*/ 123657 w 707644"/>
              <a:gd name="connsiteY3151" fmla="*/ 227961 h 830409"/>
              <a:gd name="connsiteX3152" fmla="*/ 134311 w 707644"/>
              <a:gd name="connsiteY3152" fmla="*/ 243756 h 830409"/>
              <a:gd name="connsiteX3153" fmla="*/ 165208 w 707644"/>
              <a:gd name="connsiteY3153" fmla="*/ 283111 h 830409"/>
              <a:gd name="connsiteX3154" fmla="*/ 174073 w 707644"/>
              <a:gd name="connsiteY3154" fmla="*/ 299595 h 830409"/>
              <a:gd name="connsiteX3155" fmla="*/ 175486 w 707644"/>
              <a:gd name="connsiteY3155" fmla="*/ 302400 h 830409"/>
              <a:gd name="connsiteX3156" fmla="*/ 172120 w 707644"/>
              <a:gd name="connsiteY3156" fmla="*/ 298970 h 830409"/>
              <a:gd name="connsiteX3157" fmla="*/ 100009 w 707644"/>
              <a:gd name="connsiteY3157" fmla="*/ 232964 h 830409"/>
              <a:gd name="connsiteX3158" fmla="*/ 98629 w 707644"/>
              <a:gd name="connsiteY3158" fmla="*/ 232642 h 830409"/>
              <a:gd name="connsiteX3159" fmla="*/ 88433 w 707644"/>
              <a:gd name="connsiteY3159" fmla="*/ 212918 h 830409"/>
              <a:gd name="connsiteX3160" fmla="*/ 91895 w 707644"/>
              <a:gd name="connsiteY3160" fmla="*/ 208583 h 830409"/>
              <a:gd name="connsiteX3161" fmla="*/ 76157 w 707644"/>
              <a:gd name="connsiteY3161" fmla="*/ 229348 h 830409"/>
              <a:gd name="connsiteX3162" fmla="*/ 81484 w 707644"/>
              <a:gd name="connsiteY3162" fmla="*/ 229486 h 830409"/>
              <a:gd name="connsiteX3163" fmla="*/ 102307 w 707644"/>
              <a:gd name="connsiteY3163" fmla="*/ 242875 h 830409"/>
              <a:gd name="connsiteX3164" fmla="*/ 104476 w 707644"/>
              <a:gd name="connsiteY3164" fmla="*/ 245672 h 830409"/>
              <a:gd name="connsiteX3165" fmla="*/ 108787 w 707644"/>
              <a:gd name="connsiteY3165" fmla="*/ 252467 h 830409"/>
              <a:gd name="connsiteX3166" fmla="*/ 95888 w 707644"/>
              <a:gd name="connsiteY3166" fmla="*/ 241552 h 830409"/>
              <a:gd name="connsiteX3167" fmla="*/ 77075 w 707644"/>
              <a:gd name="connsiteY3167" fmla="*/ 230377 h 830409"/>
              <a:gd name="connsiteX3168" fmla="*/ 132563 w 707644"/>
              <a:gd name="connsiteY3168" fmla="*/ 111663 h 830409"/>
              <a:gd name="connsiteX3169" fmla="*/ 135372 w 707644"/>
              <a:gd name="connsiteY3169" fmla="*/ 109125 h 830409"/>
              <a:gd name="connsiteX3170" fmla="*/ 164954 w 707644"/>
              <a:gd name="connsiteY3170" fmla="*/ 143687 h 830409"/>
              <a:gd name="connsiteX3171" fmla="*/ 135547 w 707644"/>
              <a:gd name="connsiteY3171" fmla="*/ 127884 h 830409"/>
              <a:gd name="connsiteX3172" fmla="*/ 53717 w 707644"/>
              <a:gd name="connsiteY3172" fmla="*/ 275935 h 830409"/>
              <a:gd name="connsiteX3173" fmla="*/ 65345 w 707644"/>
              <a:gd name="connsiteY3173" fmla="*/ 285374 h 830409"/>
              <a:gd name="connsiteX3174" fmla="*/ 68008 w 707644"/>
              <a:gd name="connsiteY3174" fmla="*/ 289921 h 830409"/>
              <a:gd name="connsiteX3175" fmla="*/ 71444 w 707644"/>
              <a:gd name="connsiteY3175" fmla="*/ 295676 h 830409"/>
              <a:gd name="connsiteX3176" fmla="*/ 70125 w 707644"/>
              <a:gd name="connsiteY3176" fmla="*/ 229192 h 830409"/>
              <a:gd name="connsiteX3177" fmla="*/ 75306 w 707644"/>
              <a:gd name="connsiteY3177" fmla="*/ 229326 h 830409"/>
              <a:gd name="connsiteX3178" fmla="*/ 77075 w 707644"/>
              <a:gd name="connsiteY3178" fmla="*/ 230377 h 830409"/>
              <a:gd name="connsiteX3179" fmla="*/ 113412 w 707644"/>
              <a:gd name="connsiteY3179" fmla="*/ 271088 h 830409"/>
              <a:gd name="connsiteX3180" fmla="*/ 122010 w 707644"/>
              <a:gd name="connsiteY3180" fmla="*/ 282626 h 830409"/>
              <a:gd name="connsiteX3181" fmla="*/ 93089 w 707644"/>
              <a:gd name="connsiteY3181" fmla="*/ 264558 h 830409"/>
              <a:gd name="connsiteX3182" fmla="*/ 92869 w 707644"/>
              <a:gd name="connsiteY3182" fmla="*/ 264421 h 830409"/>
              <a:gd name="connsiteX3183" fmla="*/ 88000 w 707644"/>
              <a:gd name="connsiteY3183" fmla="*/ 259069 h 830409"/>
              <a:gd name="connsiteX3184" fmla="*/ 70125 w 707644"/>
              <a:gd name="connsiteY3184" fmla="*/ 229192 h 830409"/>
              <a:gd name="connsiteX3185" fmla="*/ 96548 w 707644"/>
              <a:gd name="connsiteY3185" fmla="*/ 172066 h 830409"/>
              <a:gd name="connsiteX3186" fmla="*/ 115044 w 707644"/>
              <a:gd name="connsiteY3186" fmla="*/ 169408 h 830409"/>
              <a:gd name="connsiteX3187" fmla="*/ 138431 w 707644"/>
              <a:gd name="connsiteY3187" fmla="*/ 202704 h 830409"/>
              <a:gd name="connsiteX3188" fmla="*/ 103433 w 707644"/>
              <a:gd name="connsiteY3188" fmla="*/ 181785 h 830409"/>
              <a:gd name="connsiteX3189" fmla="*/ 119601 w 707644"/>
              <a:gd name="connsiteY3189" fmla="*/ 123377 h 830409"/>
              <a:gd name="connsiteX3190" fmla="*/ 122420 w 707644"/>
              <a:gd name="connsiteY3190" fmla="*/ 120829 h 830409"/>
              <a:gd name="connsiteX3191" fmla="*/ 135547 w 707644"/>
              <a:gd name="connsiteY3191" fmla="*/ 127884 h 830409"/>
              <a:gd name="connsiteX3192" fmla="*/ 136741 w 707644"/>
              <a:gd name="connsiteY3192" fmla="*/ 134378 h 830409"/>
              <a:gd name="connsiteX3193" fmla="*/ 143194 w 707644"/>
              <a:gd name="connsiteY3193" fmla="*/ 152437 h 830409"/>
              <a:gd name="connsiteX3194" fmla="*/ 122343 w 707644"/>
              <a:gd name="connsiteY3194" fmla="*/ 128147 h 830409"/>
              <a:gd name="connsiteX3195" fmla="*/ 118076 w 707644"/>
              <a:gd name="connsiteY3195" fmla="*/ 124755 h 830409"/>
              <a:gd name="connsiteX3196" fmla="*/ 118840 w 707644"/>
              <a:gd name="connsiteY3196" fmla="*/ 124065 h 830409"/>
              <a:gd name="connsiteX3197" fmla="*/ 122343 w 707644"/>
              <a:gd name="connsiteY3197" fmla="*/ 128147 h 830409"/>
              <a:gd name="connsiteX3198" fmla="*/ 125957 w 707644"/>
              <a:gd name="connsiteY3198" fmla="*/ 134432 h 830409"/>
              <a:gd name="connsiteX3199" fmla="*/ 119565 w 707644"/>
              <a:gd name="connsiteY3199" fmla="*/ 126138 h 830409"/>
              <a:gd name="connsiteX3200" fmla="*/ 2698 w 707644"/>
              <a:gd name="connsiteY3200" fmla="*/ 364021 h 830409"/>
              <a:gd name="connsiteX3201" fmla="*/ 21728 w 707644"/>
              <a:gd name="connsiteY3201" fmla="*/ 396133 h 830409"/>
              <a:gd name="connsiteX3202" fmla="*/ 56101 w 707644"/>
              <a:gd name="connsiteY3202" fmla="*/ 443862 h 830409"/>
              <a:gd name="connsiteX3203" fmla="*/ 65363 w 707644"/>
              <a:gd name="connsiteY3203" fmla="*/ 459325 h 830409"/>
              <a:gd name="connsiteX3204" fmla="*/ 88509 w 707644"/>
              <a:gd name="connsiteY3204" fmla="*/ 511713 h 830409"/>
              <a:gd name="connsiteX3205" fmla="*/ 99721 w 707644"/>
              <a:gd name="connsiteY3205" fmla="*/ 539974 h 830409"/>
              <a:gd name="connsiteX3206" fmla="*/ 61938 w 707644"/>
              <a:gd name="connsiteY3206" fmla="*/ 510504 h 830409"/>
              <a:gd name="connsiteX3207" fmla="*/ 40143 w 707644"/>
              <a:gd name="connsiteY3207" fmla="*/ 488118 h 830409"/>
              <a:gd name="connsiteX3208" fmla="*/ 23108 w 707644"/>
              <a:gd name="connsiteY3208" fmla="*/ 456674 h 830409"/>
              <a:gd name="connsiteX3209" fmla="*/ 79 w 707644"/>
              <a:gd name="connsiteY3209" fmla="*/ 410596 h 830409"/>
              <a:gd name="connsiteX3210" fmla="*/ 510 w 707644"/>
              <a:gd name="connsiteY3210" fmla="*/ 376148 h 830409"/>
              <a:gd name="connsiteX3211" fmla="*/ 114657 w 707644"/>
              <a:gd name="connsiteY3211" fmla="*/ 127845 h 830409"/>
              <a:gd name="connsiteX3212" fmla="*/ 115050 w 707644"/>
              <a:gd name="connsiteY3212" fmla="*/ 127489 h 830409"/>
              <a:gd name="connsiteX3213" fmla="*/ 122511 w 707644"/>
              <a:gd name="connsiteY3213" fmla="*/ 135552 h 830409"/>
              <a:gd name="connsiteX3214" fmla="*/ 139550 w 707644"/>
              <a:gd name="connsiteY3214" fmla="*/ 158072 h 830409"/>
              <a:gd name="connsiteX3215" fmla="*/ 140114 w 707644"/>
              <a:gd name="connsiteY3215" fmla="*/ 159053 h 830409"/>
              <a:gd name="connsiteX3216" fmla="*/ 137158 w 707644"/>
              <a:gd name="connsiteY3216" fmla="*/ 157144 h 830409"/>
              <a:gd name="connsiteX3217" fmla="*/ 5142 w 707644"/>
              <a:gd name="connsiteY3217" fmla="*/ 350472 h 830409"/>
              <a:gd name="connsiteX3218" fmla="*/ 8324 w 707644"/>
              <a:gd name="connsiteY3218" fmla="*/ 358010 h 830409"/>
              <a:gd name="connsiteX3219" fmla="*/ 17179 w 707644"/>
              <a:gd name="connsiteY3219" fmla="*/ 374781 h 830409"/>
              <a:gd name="connsiteX3220" fmla="*/ 12792 w 707644"/>
              <a:gd name="connsiteY3220" fmla="*/ 370718 h 830409"/>
              <a:gd name="connsiteX3221" fmla="*/ 3271 w 707644"/>
              <a:gd name="connsiteY3221" fmla="*/ 360842 h 830409"/>
              <a:gd name="connsiteX3222" fmla="*/ 102808 w 707644"/>
              <a:gd name="connsiteY3222" fmla="*/ 141596 h 830409"/>
              <a:gd name="connsiteX3223" fmla="*/ 107113 w 707644"/>
              <a:gd name="connsiteY3223" fmla="*/ 136213 h 830409"/>
              <a:gd name="connsiteX3224" fmla="*/ 111325 w 707644"/>
              <a:gd name="connsiteY3224" fmla="*/ 143314 h 830409"/>
              <a:gd name="connsiteX3225" fmla="*/ 129088 w 707644"/>
              <a:gd name="connsiteY3225" fmla="*/ 168100 h 830409"/>
              <a:gd name="connsiteX3226" fmla="*/ 122095 w 707644"/>
              <a:gd name="connsiteY3226" fmla="*/ 168741 h 830409"/>
              <a:gd name="connsiteX3227" fmla="*/ 119869 w 707644"/>
              <a:gd name="connsiteY3227" fmla="*/ 166566 h 830409"/>
              <a:gd name="connsiteX3228" fmla="*/ 119464 w 707644"/>
              <a:gd name="connsiteY3228" fmla="*/ 165999 h 830409"/>
              <a:gd name="connsiteX3229" fmla="*/ 86890 w 707644"/>
              <a:gd name="connsiteY3229" fmla="*/ 173454 h 830409"/>
              <a:gd name="connsiteX3230" fmla="*/ 90095 w 707644"/>
              <a:gd name="connsiteY3230" fmla="*/ 172994 h 830409"/>
              <a:gd name="connsiteX3231" fmla="*/ 98494 w 707644"/>
              <a:gd name="connsiteY3231" fmla="*/ 181257 h 830409"/>
              <a:gd name="connsiteX3232" fmla="*/ 112510 w 707644"/>
              <a:gd name="connsiteY3232" fmla="*/ 196159 h 830409"/>
              <a:gd name="connsiteX3233" fmla="*/ 128024 w 707644"/>
              <a:gd name="connsiteY3233" fmla="*/ 220725 h 830409"/>
              <a:gd name="connsiteX3234" fmla="*/ 120319 w 707644"/>
              <a:gd name="connsiteY3234" fmla="*/ 215515 h 830409"/>
              <a:gd name="connsiteX3235" fmla="*/ 111658 w 707644"/>
              <a:gd name="connsiteY3235" fmla="*/ 204443 h 830409"/>
              <a:gd name="connsiteX3236" fmla="*/ 93743 w 707644"/>
              <a:gd name="connsiteY3236" fmla="*/ 182503 h 830409"/>
              <a:gd name="connsiteX3237" fmla="*/ 89859 w 707644"/>
              <a:gd name="connsiteY3237" fmla="*/ 177855 h 830409"/>
              <a:gd name="connsiteX3238" fmla="*/ 99738 w 707644"/>
              <a:gd name="connsiteY3238" fmla="*/ 145435 h 830409"/>
              <a:gd name="connsiteX3239" fmla="*/ 99820 w 707644"/>
              <a:gd name="connsiteY3239" fmla="*/ 145332 h 830409"/>
              <a:gd name="connsiteX3240" fmla="*/ 114014 w 707644"/>
              <a:gd name="connsiteY3240" fmla="*/ 160848 h 830409"/>
              <a:gd name="connsiteX3241" fmla="*/ 119869 w 707644"/>
              <a:gd name="connsiteY3241" fmla="*/ 166566 h 830409"/>
              <a:gd name="connsiteX3242" fmla="*/ 121462 w 707644"/>
              <a:gd name="connsiteY3242" fmla="*/ 168799 h 830409"/>
              <a:gd name="connsiteX3243" fmla="*/ 115436 w 707644"/>
              <a:gd name="connsiteY3243" fmla="*/ 169352 h 830409"/>
              <a:gd name="connsiteX3244" fmla="*/ 115044 w 707644"/>
              <a:gd name="connsiteY3244" fmla="*/ 169408 h 830409"/>
              <a:gd name="connsiteX3245" fmla="*/ 111673 w 707644"/>
              <a:gd name="connsiteY3245" fmla="*/ 164609 h 830409"/>
              <a:gd name="connsiteX3246" fmla="*/ 27668 w 707644"/>
              <a:gd name="connsiteY3246" fmla="*/ 286462 h 830409"/>
              <a:gd name="connsiteX3247" fmla="*/ 33526 w 707644"/>
              <a:gd name="connsiteY3247" fmla="*/ 293633 h 830409"/>
              <a:gd name="connsiteX3248" fmla="*/ 64377 w 707644"/>
              <a:gd name="connsiteY3248" fmla="*/ 327497 h 830409"/>
              <a:gd name="connsiteX3249" fmla="*/ 94591 w 707644"/>
              <a:gd name="connsiteY3249" fmla="*/ 374450 h 830409"/>
              <a:gd name="connsiteX3250" fmla="*/ 115675 w 707644"/>
              <a:gd name="connsiteY3250" fmla="*/ 404047 h 830409"/>
              <a:gd name="connsiteX3251" fmla="*/ 86660 w 707644"/>
              <a:gd name="connsiteY3251" fmla="*/ 375180 h 830409"/>
              <a:gd name="connsiteX3252" fmla="*/ 84968 w 707644"/>
              <a:gd name="connsiteY3252" fmla="*/ 373341 h 830409"/>
              <a:gd name="connsiteX3253" fmla="*/ 83159 w 707644"/>
              <a:gd name="connsiteY3253" fmla="*/ 166168 h 830409"/>
              <a:gd name="connsiteX3254" fmla="*/ 88043 w 707644"/>
              <a:gd name="connsiteY3254" fmla="*/ 160061 h 830409"/>
              <a:gd name="connsiteX3255" fmla="*/ 96548 w 707644"/>
              <a:gd name="connsiteY3255" fmla="*/ 172066 h 830409"/>
              <a:gd name="connsiteX3256" fmla="*/ 90095 w 707644"/>
              <a:gd name="connsiteY3256" fmla="*/ 172994 h 830409"/>
              <a:gd name="connsiteX3257" fmla="*/ 12626 w 707644"/>
              <a:gd name="connsiteY3257" fmla="*/ 308989 h 830409"/>
              <a:gd name="connsiteX3258" fmla="*/ 19037 w 707644"/>
              <a:gd name="connsiteY3258" fmla="*/ 318139 h 830409"/>
              <a:gd name="connsiteX3259" fmla="*/ 50054 w 707644"/>
              <a:gd name="connsiteY3259" fmla="*/ 381508 h 830409"/>
              <a:gd name="connsiteX3260" fmla="*/ 38208 w 707644"/>
              <a:gd name="connsiteY3260" fmla="*/ 361782 h 830409"/>
              <a:gd name="connsiteX3261" fmla="*/ 12431 w 707644"/>
              <a:gd name="connsiteY3261" fmla="*/ 310071 h 830409"/>
              <a:gd name="connsiteX3262" fmla="*/ 31015 w 707644"/>
              <a:gd name="connsiteY3262" fmla="*/ 269474 h 830409"/>
              <a:gd name="connsiteX3263" fmla="*/ 66556 w 707644"/>
              <a:gd name="connsiteY3263" fmla="*/ 307573 h 830409"/>
              <a:gd name="connsiteX3264" fmla="*/ 114849 w 707644"/>
              <a:gd name="connsiteY3264" fmla="*/ 368205 h 830409"/>
              <a:gd name="connsiteX3265" fmla="*/ 134555 w 707644"/>
              <a:gd name="connsiteY3265" fmla="*/ 400746 h 830409"/>
              <a:gd name="connsiteX3266" fmla="*/ 115186 w 707644"/>
              <a:gd name="connsiteY3266" fmla="*/ 383268 h 830409"/>
              <a:gd name="connsiteX3267" fmla="*/ 64377 w 707644"/>
              <a:gd name="connsiteY3267" fmla="*/ 327497 h 830409"/>
              <a:gd name="connsiteX3268" fmla="*/ 58808 w 707644"/>
              <a:gd name="connsiteY3268" fmla="*/ 318843 h 830409"/>
              <a:gd name="connsiteX3269" fmla="*/ 16739 w 707644"/>
              <a:gd name="connsiteY3269" fmla="*/ 296958 h 830409"/>
              <a:gd name="connsiteX3270" fmla="*/ 37402 w 707644"/>
              <a:gd name="connsiteY3270" fmla="*/ 344354 h 830409"/>
              <a:gd name="connsiteX3271" fmla="*/ 19037 w 707644"/>
              <a:gd name="connsiteY3271" fmla="*/ 318139 h 830409"/>
              <a:gd name="connsiteX3272" fmla="*/ 13322 w 707644"/>
              <a:gd name="connsiteY3272" fmla="*/ 306463 h 830409"/>
              <a:gd name="connsiteX3273" fmla="*/ 17945 w 707644"/>
              <a:gd name="connsiteY3273" fmla="*/ 293602 h 830409"/>
              <a:gd name="connsiteX3274" fmla="*/ 44676 w 707644"/>
              <a:gd name="connsiteY3274" fmla="*/ 327173 h 830409"/>
              <a:gd name="connsiteX3275" fmla="*/ 30198 w 707644"/>
              <a:gd name="connsiteY3275" fmla="*/ 309868 h 830409"/>
              <a:gd name="connsiteX3276" fmla="*/ 17766 w 707644"/>
              <a:gd name="connsiteY3276" fmla="*/ 294101 h 830409"/>
              <a:gd name="connsiteX3277" fmla="*/ 23077 w 707644"/>
              <a:gd name="connsiteY3277" fmla="*/ 279327 h 830409"/>
              <a:gd name="connsiteX3278" fmla="*/ 24109 w 707644"/>
              <a:gd name="connsiteY3278" fmla="*/ 281067 h 830409"/>
              <a:gd name="connsiteX3279" fmla="*/ 27668 w 707644"/>
              <a:gd name="connsiteY3279" fmla="*/ 286462 h 830409"/>
              <a:gd name="connsiteX3280" fmla="*/ 22698 w 707644"/>
              <a:gd name="connsiteY3280" fmla="*/ 280380 h 830409"/>
              <a:gd name="connsiteX3281" fmla="*/ 65661 w 707644"/>
              <a:gd name="connsiteY3281" fmla="*/ 190154 h 830409"/>
              <a:gd name="connsiteX3282" fmla="*/ 69610 w 707644"/>
              <a:gd name="connsiteY3282" fmla="*/ 183112 h 830409"/>
              <a:gd name="connsiteX3283" fmla="*/ 82517 w 707644"/>
              <a:gd name="connsiteY3283" fmla="*/ 166971 h 830409"/>
              <a:gd name="connsiteX3284" fmla="*/ 86890 w 707644"/>
              <a:gd name="connsiteY3284" fmla="*/ 173454 h 830409"/>
              <a:gd name="connsiteX3285" fmla="*/ 86257 w 707644"/>
              <a:gd name="connsiteY3285" fmla="*/ 173545 h 830409"/>
              <a:gd name="connsiteX3286" fmla="*/ 89859 w 707644"/>
              <a:gd name="connsiteY3286" fmla="*/ 177855 h 830409"/>
              <a:gd name="connsiteX3287" fmla="*/ 111525 w 707644"/>
              <a:gd name="connsiteY3287" fmla="*/ 209975 h 830409"/>
              <a:gd name="connsiteX3288" fmla="*/ 78017 w 707644"/>
              <a:gd name="connsiteY3288" fmla="*/ 190721 h 830409"/>
              <a:gd name="connsiteX3289" fmla="*/ 89774 w 707644"/>
              <a:gd name="connsiteY3289" fmla="*/ 205853 h 830409"/>
              <a:gd name="connsiteX3290" fmla="*/ 56212 w 707644"/>
              <a:gd name="connsiteY3290" fmla="*/ 207003 h 830409"/>
              <a:gd name="connsiteX3291" fmla="*/ 63777 w 707644"/>
              <a:gd name="connsiteY3291" fmla="*/ 193514 h 830409"/>
              <a:gd name="connsiteX3292" fmla="*/ 65384 w 707644"/>
              <a:gd name="connsiteY3292" fmla="*/ 195266 h 830409"/>
              <a:gd name="connsiteX3293" fmla="*/ 93427 w 707644"/>
              <a:gd name="connsiteY3293" fmla="*/ 231425 h 830409"/>
              <a:gd name="connsiteX3294" fmla="*/ 85587 w 707644"/>
              <a:gd name="connsiteY3294" fmla="*/ 229592 h 830409"/>
              <a:gd name="connsiteX3295" fmla="*/ 81484 w 707644"/>
              <a:gd name="connsiteY3295" fmla="*/ 229486 h 830409"/>
              <a:gd name="connsiteX3296" fmla="*/ 69269 w 707644"/>
              <a:gd name="connsiteY3296" fmla="*/ 221631 h 830409"/>
              <a:gd name="connsiteX3297" fmla="*/ 28332 w 707644"/>
              <a:gd name="connsiteY3297" fmla="*/ 264709 h 830409"/>
              <a:gd name="connsiteX3298" fmla="*/ 31015 w 707644"/>
              <a:gd name="connsiteY3298" fmla="*/ 269474 h 830409"/>
              <a:gd name="connsiteX3299" fmla="*/ 27842 w 707644"/>
              <a:gd name="connsiteY3299" fmla="*/ 266073 h 830409"/>
              <a:gd name="connsiteX3300" fmla="*/ 51593 w 707644"/>
              <a:gd name="connsiteY3300" fmla="*/ 215241 h 830409"/>
              <a:gd name="connsiteX3301" fmla="*/ 53052 w 707644"/>
              <a:gd name="connsiteY3301" fmla="*/ 212639 h 830409"/>
              <a:gd name="connsiteX3302" fmla="*/ 68893 w 707644"/>
              <a:gd name="connsiteY3302" fmla="*/ 221389 h 830409"/>
              <a:gd name="connsiteX3303" fmla="*/ 69269 w 707644"/>
              <a:gd name="connsiteY3303" fmla="*/ 221631 h 830409"/>
              <a:gd name="connsiteX3304" fmla="*/ 76157 w 707644"/>
              <a:gd name="connsiteY3304" fmla="*/ 229348 h 830409"/>
              <a:gd name="connsiteX3305" fmla="*/ 75306 w 707644"/>
              <a:gd name="connsiteY3305" fmla="*/ 229326 h 830409"/>
              <a:gd name="connsiteX3306" fmla="*/ 31217 w 707644"/>
              <a:gd name="connsiteY3306" fmla="*/ 256684 h 830409"/>
              <a:gd name="connsiteX3307" fmla="*/ 31614 w 707644"/>
              <a:gd name="connsiteY3307" fmla="*/ 256891 h 830409"/>
              <a:gd name="connsiteX3308" fmla="*/ 42511 w 707644"/>
              <a:gd name="connsiteY3308" fmla="*/ 263452 h 830409"/>
              <a:gd name="connsiteX3309" fmla="*/ 42851 w 707644"/>
              <a:gd name="connsiteY3309" fmla="*/ 263836 h 830409"/>
              <a:gd name="connsiteX3310" fmla="*/ 53717 w 707644"/>
              <a:gd name="connsiteY3310" fmla="*/ 275935 h 830409"/>
              <a:gd name="connsiteX3311" fmla="*/ 30943 w 707644"/>
              <a:gd name="connsiteY3311" fmla="*/ 257448 h 830409"/>
              <a:gd name="connsiteX3312" fmla="*/ 47785 w 707644"/>
              <a:gd name="connsiteY3312" fmla="*/ 222030 h 830409"/>
              <a:gd name="connsiteX3313" fmla="*/ 50305 w 707644"/>
              <a:gd name="connsiteY3313" fmla="*/ 217537 h 830409"/>
              <a:gd name="connsiteX3314" fmla="*/ 52949 w 707644"/>
              <a:gd name="connsiteY3314" fmla="*/ 220952 h 830409"/>
              <a:gd name="connsiteX3315" fmla="*/ 80892 w 707644"/>
              <a:gd name="connsiteY3315" fmla="*/ 256968 h 830409"/>
              <a:gd name="connsiteX3316" fmla="*/ 77647 w 707644"/>
              <a:gd name="connsiteY3316" fmla="*/ 254949 h 830409"/>
              <a:gd name="connsiteX3317" fmla="*/ 70473 w 707644"/>
              <a:gd name="connsiteY3317" fmla="*/ 250488 h 830409"/>
              <a:gd name="connsiteX3318" fmla="*/ 87996 w 707644"/>
              <a:gd name="connsiteY3318" fmla="*/ 280024 h 830409"/>
              <a:gd name="connsiteX3319" fmla="*/ 114107 w 707644"/>
              <a:gd name="connsiteY3319" fmla="*/ 313679 h 830409"/>
              <a:gd name="connsiteX3320" fmla="*/ 96289 w 707644"/>
              <a:gd name="connsiteY3320" fmla="*/ 299731 h 830409"/>
              <a:gd name="connsiteX3321" fmla="*/ 79408 w 707644"/>
              <a:gd name="connsiteY3321" fmla="*/ 275904 h 830409"/>
              <a:gd name="connsiteX3322" fmla="*/ 54493 w 707644"/>
              <a:gd name="connsiteY3322" fmla="*/ 235698 h 830409"/>
              <a:gd name="connsiteX3323" fmla="*/ 36335 w 707644"/>
              <a:gd name="connsiteY3323" fmla="*/ 242449 h 830409"/>
              <a:gd name="connsiteX3324" fmla="*/ 38236 w 707644"/>
              <a:gd name="connsiteY3324" fmla="*/ 239058 h 830409"/>
              <a:gd name="connsiteX3325" fmla="*/ 39199 w 707644"/>
              <a:gd name="connsiteY3325" fmla="*/ 240745 h 830409"/>
              <a:gd name="connsiteX3326" fmla="*/ 57947 w 707644"/>
              <a:gd name="connsiteY3326" fmla="*/ 272746 h 830409"/>
              <a:gd name="connsiteX3327" fmla="*/ 42511 w 707644"/>
              <a:gd name="connsiteY3327" fmla="*/ 263452 h 830409"/>
              <a:gd name="connsiteX3328" fmla="*/ 32743 w 707644"/>
              <a:gd name="connsiteY3328" fmla="*/ 252441 h 830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Lst>
            <a:rect l="l" t="t" r="r" b="b"/>
            <a:pathLst>
              <a:path w="707644" h="830409">
                <a:moveTo>
                  <a:pt x="685918" y="726313"/>
                </a:moveTo>
                <a:lnTo>
                  <a:pt x="686617" y="726734"/>
                </a:lnTo>
                <a:lnTo>
                  <a:pt x="686152" y="727127"/>
                </a:lnTo>
                <a:close/>
                <a:moveTo>
                  <a:pt x="677645" y="727155"/>
                </a:moveTo>
                <a:lnTo>
                  <a:pt x="682237" y="730439"/>
                </a:lnTo>
                <a:lnTo>
                  <a:pt x="680806" y="731649"/>
                </a:lnTo>
                <a:close/>
                <a:moveTo>
                  <a:pt x="675364" y="673195"/>
                </a:moveTo>
                <a:lnTo>
                  <a:pt x="679382" y="676882"/>
                </a:lnTo>
                <a:cubicBezTo>
                  <a:pt x="683934" y="680991"/>
                  <a:pt x="686763" y="683493"/>
                  <a:pt x="686763" y="683493"/>
                </a:cubicBezTo>
                <a:lnTo>
                  <a:pt x="676962" y="677341"/>
                </a:lnTo>
                <a:close/>
                <a:moveTo>
                  <a:pt x="668973" y="672327"/>
                </a:moveTo>
                <a:lnTo>
                  <a:pt x="676962" y="677341"/>
                </a:lnTo>
                <a:lnTo>
                  <a:pt x="682643" y="692080"/>
                </a:lnTo>
                <a:lnTo>
                  <a:pt x="696613" y="718278"/>
                </a:lnTo>
                <a:lnTo>
                  <a:pt x="695410" y="719297"/>
                </a:lnTo>
                <a:lnTo>
                  <a:pt x="691459" y="714547"/>
                </a:lnTo>
                <a:lnTo>
                  <a:pt x="675229" y="690891"/>
                </a:lnTo>
                <a:close/>
                <a:moveTo>
                  <a:pt x="648225" y="704878"/>
                </a:moveTo>
                <a:lnTo>
                  <a:pt x="650148" y="706739"/>
                </a:lnTo>
                <a:lnTo>
                  <a:pt x="660183" y="721687"/>
                </a:lnTo>
                <a:lnTo>
                  <a:pt x="672076" y="739033"/>
                </a:lnTo>
                <a:lnTo>
                  <a:pt x="671576" y="739456"/>
                </a:lnTo>
                <a:close/>
                <a:moveTo>
                  <a:pt x="646410" y="701172"/>
                </a:moveTo>
                <a:lnTo>
                  <a:pt x="670265" y="716662"/>
                </a:lnTo>
                <a:lnTo>
                  <a:pt x="677645" y="727155"/>
                </a:lnTo>
                <a:lnTo>
                  <a:pt x="653108" y="709604"/>
                </a:lnTo>
                <a:lnTo>
                  <a:pt x="650148" y="706739"/>
                </a:lnTo>
                <a:close/>
                <a:moveTo>
                  <a:pt x="673248" y="642996"/>
                </a:moveTo>
                <a:lnTo>
                  <a:pt x="698881" y="687793"/>
                </a:lnTo>
                <a:lnTo>
                  <a:pt x="707644" y="708948"/>
                </a:lnTo>
                <a:lnTo>
                  <a:pt x="707625" y="708964"/>
                </a:lnTo>
                <a:lnTo>
                  <a:pt x="696416" y="688029"/>
                </a:lnTo>
                <a:cubicBezTo>
                  <a:pt x="687104" y="670505"/>
                  <a:pt x="680939" y="658628"/>
                  <a:pt x="676860" y="650543"/>
                </a:cubicBezTo>
                <a:close/>
                <a:moveTo>
                  <a:pt x="640368" y="697273"/>
                </a:moveTo>
                <a:lnTo>
                  <a:pt x="645018" y="700268"/>
                </a:lnTo>
                <a:lnTo>
                  <a:pt x="645185" y="700376"/>
                </a:lnTo>
                <a:lnTo>
                  <a:pt x="648225" y="704878"/>
                </a:lnTo>
                <a:close/>
                <a:moveTo>
                  <a:pt x="653990" y="653259"/>
                </a:moveTo>
                <a:lnTo>
                  <a:pt x="661670" y="660629"/>
                </a:lnTo>
                <a:lnTo>
                  <a:pt x="666537" y="665094"/>
                </a:lnTo>
                <a:lnTo>
                  <a:pt x="668973" y="672327"/>
                </a:lnTo>
                <a:lnTo>
                  <a:pt x="661564" y="667676"/>
                </a:lnTo>
                <a:close/>
                <a:moveTo>
                  <a:pt x="594769" y="771432"/>
                </a:moveTo>
                <a:lnTo>
                  <a:pt x="609577" y="779524"/>
                </a:lnTo>
                <a:lnTo>
                  <a:pt x="610006" y="780306"/>
                </a:lnTo>
                <a:lnTo>
                  <a:pt x="604755" y="783426"/>
                </a:lnTo>
                <a:lnTo>
                  <a:pt x="599025" y="776540"/>
                </a:lnTo>
                <a:close/>
                <a:moveTo>
                  <a:pt x="610330" y="732279"/>
                </a:moveTo>
                <a:lnTo>
                  <a:pt x="623920" y="748423"/>
                </a:lnTo>
                <a:lnTo>
                  <a:pt x="631571" y="755197"/>
                </a:lnTo>
                <a:lnTo>
                  <a:pt x="636581" y="764517"/>
                </a:lnTo>
                <a:lnTo>
                  <a:pt x="631941" y="767274"/>
                </a:lnTo>
                <a:lnTo>
                  <a:pt x="620167" y="757321"/>
                </a:lnTo>
                <a:lnTo>
                  <a:pt x="615098" y="742072"/>
                </a:lnTo>
                <a:close/>
                <a:moveTo>
                  <a:pt x="630997" y="688204"/>
                </a:moveTo>
                <a:lnTo>
                  <a:pt x="640368" y="697273"/>
                </a:lnTo>
                <a:lnTo>
                  <a:pt x="635785" y="694322"/>
                </a:lnTo>
                <a:close/>
                <a:moveTo>
                  <a:pt x="621894" y="700717"/>
                </a:moveTo>
                <a:lnTo>
                  <a:pt x="626810" y="701753"/>
                </a:lnTo>
                <a:lnTo>
                  <a:pt x="654922" y="753543"/>
                </a:lnTo>
                <a:lnTo>
                  <a:pt x="654620" y="753799"/>
                </a:lnTo>
                <a:lnTo>
                  <a:pt x="648096" y="757675"/>
                </a:lnTo>
                <a:lnTo>
                  <a:pt x="637137" y="730897"/>
                </a:lnTo>
                <a:close/>
                <a:moveTo>
                  <a:pt x="632387" y="676820"/>
                </a:moveTo>
                <a:lnTo>
                  <a:pt x="633064" y="677121"/>
                </a:lnTo>
                <a:cubicBezTo>
                  <a:pt x="641751" y="686893"/>
                  <a:pt x="664204" y="717580"/>
                  <a:pt x="632740" y="677275"/>
                </a:cubicBezTo>
                <a:close/>
                <a:moveTo>
                  <a:pt x="656765" y="612058"/>
                </a:moveTo>
                <a:lnTo>
                  <a:pt x="668167" y="631164"/>
                </a:lnTo>
                <a:lnTo>
                  <a:pt x="668892" y="632736"/>
                </a:lnTo>
                <a:cubicBezTo>
                  <a:pt x="668888" y="633058"/>
                  <a:pt x="668840" y="633467"/>
                  <a:pt x="669813" y="635818"/>
                </a:cubicBezTo>
                <a:lnTo>
                  <a:pt x="673248" y="642996"/>
                </a:lnTo>
                <a:lnTo>
                  <a:pt x="657292" y="615110"/>
                </a:lnTo>
                <a:close/>
                <a:moveTo>
                  <a:pt x="607712" y="710810"/>
                </a:moveTo>
                <a:lnTo>
                  <a:pt x="614317" y="716331"/>
                </a:lnTo>
                <a:lnTo>
                  <a:pt x="643384" y="760475"/>
                </a:lnTo>
                <a:lnTo>
                  <a:pt x="639882" y="762555"/>
                </a:lnTo>
                <a:lnTo>
                  <a:pt x="631571" y="755197"/>
                </a:lnTo>
                <a:close/>
                <a:moveTo>
                  <a:pt x="655939" y="607270"/>
                </a:moveTo>
                <a:lnTo>
                  <a:pt x="681948" y="649489"/>
                </a:lnTo>
                <a:lnTo>
                  <a:pt x="687708" y="660817"/>
                </a:lnTo>
                <a:lnTo>
                  <a:pt x="688244" y="662113"/>
                </a:lnTo>
                <a:lnTo>
                  <a:pt x="688222" y="662082"/>
                </a:lnTo>
                <a:cubicBezTo>
                  <a:pt x="681675" y="652615"/>
                  <a:pt x="676522" y="644773"/>
                  <a:pt x="672282" y="638060"/>
                </a:cubicBezTo>
                <a:lnTo>
                  <a:pt x="668167" y="631164"/>
                </a:lnTo>
                <a:lnTo>
                  <a:pt x="667714" y="630182"/>
                </a:lnTo>
                <a:cubicBezTo>
                  <a:pt x="666569" y="628183"/>
                  <a:pt x="664317" y="624419"/>
                  <a:pt x="659895" y="617038"/>
                </a:cubicBezTo>
                <a:lnTo>
                  <a:pt x="656704" y="611703"/>
                </a:lnTo>
                <a:close/>
                <a:moveTo>
                  <a:pt x="625999" y="668587"/>
                </a:moveTo>
                <a:lnTo>
                  <a:pt x="632387" y="676820"/>
                </a:lnTo>
                <a:lnTo>
                  <a:pt x="630567" y="676010"/>
                </a:lnTo>
                <a:cubicBezTo>
                  <a:pt x="631911" y="678776"/>
                  <a:pt x="635957" y="685393"/>
                  <a:pt x="644284" y="698005"/>
                </a:cubicBezTo>
                <a:lnTo>
                  <a:pt x="646410" y="701172"/>
                </a:lnTo>
                <a:lnTo>
                  <a:pt x="645185" y="700376"/>
                </a:lnTo>
                <a:lnTo>
                  <a:pt x="640052" y="692776"/>
                </a:lnTo>
                <a:close/>
                <a:moveTo>
                  <a:pt x="615785" y="681443"/>
                </a:moveTo>
                <a:lnTo>
                  <a:pt x="635785" y="694322"/>
                </a:lnTo>
                <a:lnTo>
                  <a:pt x="644520" y="705484"/>
                </a:lnTo>
                <a:lnTo>
                  <a:pt x="626810" y="701753"/>
                </a:lnTo>
                <a:close/>
                <a:moveTo>
                  <a:pt x="588438" y="737641"/>
                </a:moveTo>
                <a:lnTo>
                  <a:pt x="615903" y="776803"/>
                </a:lnTo>
                <a:lnTo>
                  <a:pt x="613429" y="778273"/>
                </a:lnTo>
                <a:close/>
                <a:moveTo>
                  <a:pt x="597658" y="717225"/>
                </a:moveTo>
                <a:lnTo>
                  <a:pt x="607690" y="726855"/>
                </a:lnTo>
                <a:lnTo>
                  <a:pt x="610330" y="732279"/>
                </a:lnTo>
                <a:close/>
                <a:moveTo>
                  <a:pt x="652804" y="602182"/>
                </a:moveTo>
                <a:lnTo>
                  <a:pt x="655296" y="603544"/>
                </a:lnTo>
                <a:lnTo>
                  <a:pt x="655939" y="607270"/>
                </a:lnTo>
                <a:close/>
                <a:moveTo>
                  <a:pt x="648687" y="599930"/>
                </a:moveTo>
                <a:lnTo>
                  <a:pt x="650137" y="600723"/>
                </a:lnTo>
                <a:lnTo>
                  <a:pt x="656704" y="611703"/>
                </a:lnTo>
                <a:lnTo>
                  <a:pt x="656765" y="612058"/>
                </a:lnTo>
                <a:lnTo>
                  <a:pt x="653947" y="607336"/>
                </a:lnTo>
                <a:close/>
                <a:moveTo>
                  <a:pt x="586056" y="729871"/>
                </a:moveTo>
                <a:lnTo>
                  <a:pt x="593173" y="735403"/>
                </a:lnTo>
                <a:cubicBezTo>
                  <a:pt x="600916" y="741539"/>
                  <a:pt x="609679" y="748618"/>
                  <a:pt x="619800" y="757011"/>
                </a:cubicBezTo>
                <a:lnTo>
                  <a:pt x="620167" y="757321"/>
                </a:lnTo>
                <a:lnTo>
                  <a:pt x="620247" y="757561"/>
                </a:lnTo>
                <a:lnTo>
                  <a:pt x="624975" y="771412"/>
                </a:lnTo>
                <a:lnTo>
                  <a:pt x="619377" y="774739"/>
                </a:lnTo>
                <a:lnTo>
                  <a:pt x="607092" y="761479"/>
                </a:lnTo>
                <a:close/>
                <a:moveTo>
                  <a:pt x="648273" y="599348"/>
                </a:moveTo>
                <a:lnTo>
                  <a:pt x="648687" y="599930"/>
                </a:lnTo>
                <a:lnTo>
                  <a:pt x="648570" y="599866"/>
                </a:lnTo>
                <a:close/>
                <a:moveTo>
                  <a:pt x="598472" y="692948"/>
                </a:moveTo>
                <a:lnTo>
                  <a:pt x="615553" y="699348"/>
                </a:lnTo>
                <a:lnTo>
                  <a:pt x="632160" y="731247"/>
                </a:lnTo>
                <a:lnTo>
                  <a:pt x="614317" y="716331"/>
                </a:lnTo>
                <a:lnTo>
                  <a:pt x="605156" y="702419"/>
                </a:lnTo>
                <a:close/>
                <a:moveTo>
                  <a:pt x="598320" y="692733"/>
                </a:moveTo>
                <a:lnTo>
                  <a:pt x="598472" y="692948"/>
                </a:lnTo>
                <a:lnTo>
                  <a:pt x="598418" y="692928"/>
                </a:lnTo>
                <a:close/>
                <a:moveTo>
                  <a:pt x="643651" y="597177"/>
                </a:moveTo>
                <a:lnTo>
                  <a:pt x="648570" y="599866"/>
                </a:lnTo>
                <a:lnTo>
                  <a:pt x="657292" y="615110"/>
                </a:lnTo>
                <a:lnTo>
                  <a:pt x="658747" y="623538"/>
                </a:lnTo>
                <a:cubicBezTo>
                  <a:pt x="661139" y="632879"/>
                  <a:pt x="664164" y="642979"/>
                  <a:pt x="668066" y="654261"/>
                </a:cubicBezTo>
                <a:lnTo>
                  <a:pt x="675364" y="673195"/>
                </a:lnTo>
                <a:lnTo>
                  <a:pt x="666537" y="665094"/>
                </a:lnTo>
                <a:close/>
                <a:moveTo>
                  <a:pt x="604723" y="674319"/>
                </a:moveTo>
                <a:lnTo>
                  <a:pt x="609786" y="677580"/>
                </a:lnTo>
                <a:lnTo>
                  <a:pt x="616478" y="689995"/>
                </a:lnTo>
                <a:lnTo>
                  <a:pt x="621894" y="700717"/>
                </a:lnTo>
                <a:lnTo>
                  <a:pt x="615762" y="699426"/>
                </a:lnTo>
                <a:lnTo>
                  <a:pt x="615553" y="699348"/>
                </a:lnTo>
                <a:lnTo>
                  <a:pt x="610168" y="689004"/>
                </a:lnTo>
                <a:close/>
                <a:moveTo>
                  <a:pt x="578891" y="724301"/>
                </a:moveTo>
                <a:lnTo>
                  <a:pt x="581462" y="726300"/>
                </a:lnTo>
                <a:lnTo>
                  <a:pt x="588438" y="737641"/>
                </a:lnTo>
                <a:lnTo>
                  <a:pt x="585161" y="732969"/>
                </a:lnTo>
                <a:lnTo>
                  <a:pt x="581286" y="728337"/>
                </a:lnTo>
                <a:close/>
                <a:moveTo>
                  <a:pt x="649641" y="568917"/>
                </a:moveTo>
                <a:lnTo>
                  <a:pt x="666529" y="609687"/>
                </a:lnTo>
                <a:lnTo>
                  <a:pt x="655296" y="603544"/>
                </a:lnTo>
                <a:lnTo>
                  <a:pt x="650059" y="573207"/>
                </a:lnTo>
                <a:close/>
                <a:moveTo>
                  <a:pt x="614609" y="638824"/>
                </a:moveTo>
                <a:lnTo>
                  <a:pt x="626209" y="645798"/>
                </a:lnTo>
                <a:cubicBezTo>
                  <a:pt x="634227" y="650690"/>
                  <a:pt x="643190" y="656204"/>
                  <a:pt x="653237" y="662449"/>
                </a:cubicBezTo>
                <a:lnTo>
                  <a:pt x="661564" y="667676"/>
                </a:lnTo>
                <a:lnTo>
                  <a:pt x="668958" y="681752"/>
                </a:lnTo>
                <a:lnTo>
                  <a:pt x="675229" y="690891"/>
                </a:lnTo>
                <a:lnTo>
                  <a:pt x="678523" y="700668"/>
                </a:lnTo>
                <a:lnTo>
                  <a:pt x="685918" y="726313"/>
                </a:lnTo>
                <a:lnTo>
                  <a:pt x="675051" y="719770"/>
                </a:lnTo>
                <a:lnTo>
                  <a:pt x="670265" y="716662"/>
                </a:lnTo>
                <a:lnTo>
                  <a:pt x="626649" y="654652"/>
                </a:lnTo>
                <a:close/>
                <a:moveTo>
                  <a:pt x="572132" y="719051"/>
                </a:moveTo>
                <a:lnTo>
                  <a:pt x="572664" y="719461"/>
                </a:lnTo>
                <a:lnTo>
                  <a:pt x="576081" y="722117"/>
                </a:lnTo>
                <a:lnTo>
                  <a:pt x="581286" y="728337"/>
                </a:lnTo>
                <a:lnTo>
                  <a:pt x="611568" y="779378"/>
                </a:lnTo>
                <a:lnTo>
                  <a:pt x="610485" y="780022"/>
                </a:lnTo>
                <a:lnTo>
                  <a:pt x="610260" y="779897"/>
                </a:lnTo>
                <a:lnTo>
                  <a:pt x="609577" y="779524"/>
                </a:lnTo>
                <a:lnTo>
                  <a:pt x="602206" y="766099"/>
                </a:lnTo>
                <a:close/>
                <a:moveTo>
                  <a:pt x="638061" y="581501"/>
                </a:moveTo>
                <a:lnTo>
                  <a:pt x="648273" y="599348"/>
                </a:lnTo>
                <a:lnTo>
                  <a:pt x="640871" y="588928"/>
                </a:lnTo>
                <a:lnTo>
                  <a:pt x="639502" y="584863"/>
                </a:lnTo>
                <a:close/>
                <a:moveTo>
                  <a:pt x="554369" y="753841"/>
                </a:moveTo>
                <a:lnTo>
                  <a:pt x="580937" y="771642"/>
                </a:lnTo>
                <a:lnTo>
                  <a:pt x="601772" y="785199"/>
                </a:lnTo>
                <a:lnTo>
                  <a:pt x="596134" y="788549"/>
                </a:lnTo>
                <a:lnTo>
                  <a:pt x="595477" y="788806"/>
                </a:lnTo>
                <a:lnTo>
                  <a:pt x="586144" y="783122"/>
                </a:lnTo>
                <a:cubicBezTo>
                  <a:pt x="580758" y="779261"/>
                  <a:pt x="571555" y="771341"/>
                  <a:pt x="560583" y="761430"/>
                </a:cubicBezTo>
                <a:lnTo>
                  <a:pt x="556556" y="757684"/>
                </a:lnTo>
                <a:close/>
                <a:moveTo>
                  <a:pt x="643968" y="565027"/>
                </a:moveTo>
                <a:lnTo>
                  <a:pt x="647847" y="566539"/>
                </a:lnTo>
                <a:lnTo>
                  <a:pt x="648763" y="566798"/>
                </a:lnTo>
                <a:lnTo>
                  <a:pt x="649254" y="567982"/>
                </a:lnTo>
                <a:lnTo>
                  <a:pt x="646172" y="566268"/>
                </a:lnTo>
                <a:close/>
                <a:moveTo>
                  <a:pt x="598581" y="656829"/>
                </a:moveTo>
                <a:lnTo>
                  <a:pt x="606679" y="664667"/>
                </a:lnTo>
                <a:lnTo>
                  <a:pt x="615785" y="681443"/>
                </a:lnTo>
                <a:lnTo>
                  <a:pt x="609786" y="677580"/>
                </a:lnTo>
                <a:lnTo>
                  <a:pt x="600538" y="660422"/>
                </a:lnTo>
                <a:close/>
                <a:moveTo>
                  <a:pt x="597506" y="654857"/>
                </a:moveTo>
                <a:lnTo>
                  <a:pt x="598581" y="656829"/>
                </a:lnTo>
                <a:lnTo>
                  <a:pt x="598045" y="656310"/>
                </a:lnTo>
                <a:close/>
                <a:moveTo>
                  <a:pt x="633484" y="570820"/>
                </a:moveTo>
                <a:lnTo>
                  <a:pt x="652804" y="602182"/>
                </a:lnTo>
                <a:lnTo>
                  <a:pt x="650137" y="600723"/>
                </a:lnTo>
                <a:lnTo>
                  <a:pt x="639051" y="582189"/>
                </a:lnTo>
                <a:lnTo>
                  <a:pt x="636575" y="578034"/>
                </a:lnTo>
                <a:close/>
                <a:moveTo>
                  <a:pt x="600765" y="630500"/>
                </a:moveTo>
                <a:lnTo>
                  <a:pt x="605540" y="633371"/>
                </a:lnTo>
                <a:lnTo>
                  <a:pt x="625999" y="668587"/>
                </a:lnTo>
                <a:lnTo>
                  <a:pt x="615758" y="655387"/>
                </a:lnTo>
                <a:lnTo>
                  <a:pt x="607372" y="644489"/>
                </a:lnTo>
                <a:lnTo>
                  <a:pt x="602911" y="634754"/>
                </a:lnTo>
                <a:close/>
                <a:moveTo>
                  <a:pt x="521775" y="787957"/>
                </a:moveTo>
                <a:lnTo>
                  <a:pt x="539886" y="810539"/>
                </a:lnTo>
                <a:lnTo>
                  <a:pt x="536143" y="812002"/>
                </a:lnTo>
                <a:close/>
                <a:moveTo>
                  <a:pt x="572293" y="677842"/>
                </a:moveTo>
                <a:lnTo>
                  <a:pt x="588873" y="689351"/>
                </a:lnTo>
                <a:lnTo>
                  <a:pt x="598418" y="692928"/>
                </a:lnTo>
                <a:lnTo>
                  <a:pt x="603187" y="702390"/>
                </a:lnTo>
                <a:lnTo>
                  <a:pt x="607712" y="710810"/>
                </a:lnTo>
                <a:lnTo>
                  <a:pt x="593660" y="699062"/>
                </a:lnTo>
                <a:close/>
                <a:moveTo>
                  <a:pt x="626878" y="555406"/>
                </a:moveTo>
                <a:lnTo>
                  <a:pt x="643968" y="565027"/>
                </a:lnTo>
                <a:lnTo>
                  <a:pt x="628400" y="558957"/>
                </a:lnTo>
                <a:close/>
                <a:moveTo>
                  <a:pt x="625472" y="557815"/>
                </a:moveTo>
                <a:lnTo>
                  <a:pt x="628400" y="558957"/>
                </a:lnTo>
                <a:lnTo>
                  <a:pt x="633484" y="570820"/>
                </a:lnTo>
                <a:close/>
                <a:moveTo>
                  <a:pt x="536038" y="741559"/>
                </a:moveTo>
                <a:lnTo>
                  <a:pt x="547407" y="749176"/>
                </a:lnTo>
                <a:lnTo>
                  <a:pt x="556556" y="757684"/>
                </a:lnTo>
                <a:lnTo>
                  <a:pt x="566844" y="775764"/>
                </a:lnTo>
                <a:lnTo>
                  <a:pt x="578437" y="795467"/>
                </a:lnTo>
                <a:lnTo>
                  <a:pt x="575652" y="796556"/>
                </a:lnTo>
                <a:lnTo>
                  <a:pt x="555262" y="769156"/>
                </a:lnTo>
                <a:close/>
                <a:moveTo>
                  <a:pt x="624231" y="557332"/>
                </a:moveTo>
                <a:lnTo>
                  <a:pt x="624243" y="557336"/>
                </a:lnTo>
                <a:lnTo>
                  <a:pt x="636575" y="578034"/>
                </a:lnTo>
                <a:lnTo>
                  <a:pt x="638061" y="581501"/>
                </a:lnTo>
                <a:close/>
                <a:moveTo>
                  <a:pt x="620097" y="563421"/>
                </a:moveTo>
                <a:lnTo>
                  <a:pt x="634410" y="579831"/>
                </a:lnTo>
                <a:lnTo>
                  <a:pt x="640871" y="588928"/>
                </a:lnTo>
                <a:lnTo>
                  <a:pt x="643651" y="597177"/>
                </a:lnTo>
                <a:lnTo>
                  <a:pt x="634907" y="592395"/>
                </a:lnTo>
                <a:lnTo>
                  <a:pt x="626760" y="586893"/>
                </a:lnTo>
                <a:close/>
                <a:moveTo>
                  <a:pt x="534152" y="736851"/>
                </a:moveTo>
                <a:lnTo>
                  <a:pt x="547623" y="745313"/>
                </a:lnTo>
                <a:lnTo>
                  <a:pt x="550403" y="746872"/>
                </a:lnTo>
                <a:lnTo>
                  <a:pt x="554369" y="753841"/>
                </a:lnTo>
                <a:lnTo>
                  <a:pt x="547407" y="749176"/>
                </a:lnTo>
                <a:close/>
                <a:moveTo>
                  <a:pt x="621348" y="552293"/>
                </a:moveTo>
                <a:lnTo>
                  <a:pt x="622453" y="552915"/>
                </a:lnTo>
                <a:lnTo>
                  <a:pt x="625472" y="557815"/>
                </a:lnTo>
                <a:lnTo>
                  <a:pt x="624243" y="557336"/>
                </a:lnTo>
                <a:lnTo>
                  <a:pt x="624004" y="556934"/>
                </a:lnTo>
                <a:close/>
                <a:moveTo>
                  <a:pt x="585738" y="621463"/>
                </a:moveTo>
                <a:lnTo>
                  <a:pt x="588341" y="623030"/>
                </a:lnTo>
                <a:lnTo>
                  <a:pt x="593028" y="625848"/>
                </a:lnTo>
                <a:lnTo>
                  <a:pt x="607372" y="644489"/>
                </a:lnTo>
                <a:lnTo>
                  <a:pt x="611429" y="653343"/>
                </a:lnTo>
                <a:cubicBezTo>
                  <a:pt x="621128" y="676239"/>
                  <a:pt x="611488" y="663474"/>
                  <a:pt x="629800" y="686674"/>
                </a:cubicBezTo>
                <a:lnTo>
                  <a:pt x="630997" y="688204"/>
                </a:lnTo>
                <a:lnTo>
                  <a:pt x="606679" y="664667"/>
                </a:lnTo>
                <a:lnTo>
                  <a:pt x="592297" y="638172"/>
                </a:lnTo>
                <a:lnTo>
                  <a:pt x="589708" y="633828"/>
                </a:lnTo>
                <a:lnTo>
                  <a:pt x="589583" y="633492"/>
                </a:lnTo>
                <a:close/>
                <a:moveTo>
                  <a:pt x="570101" y="652750"/>
                </a:moveTo>
                <a:lnTo>
                  <a:pt x="581849" y="660047"/>
                </a:lnTo>
                <a:lnTo>
                  <a:pt x="598320" y="692733"/>
                </a:lnTo>
                <a:close/>
                <a:moveTo>
                  <a:pt x="506180" y="785066"/>
                </a:moveTo>
                <a:lnTo>
                  <a:pt x="534373" y="812694"/>
                </a:lnTo>
                <a:lnTo>
                  <a:pt x="533540" y="813019"/>
                </a:lnTo>
                <a:lnTo>
                  <a:pt x="521966" y="815501"/>
                </a:lnTo>
                <a:lnTo>
                  <a:pt x="514017" y="801341"/>
                </a:lnTo>
                <a:close/>
                <a:moveTo>
                  <a:pt x="530194" y="733170"/>
                </a:moveTo>
                <a:lnTo>
                  <a:pt x="534152" y="736851"/>
                </a:lnTo>
                <a:lnTo>
                  <a:pt x="531673" y="735293"/>
                </a:lnTo>
                <a:close/>
                <a:moveTo>
                  <a:pt x="589626" y="605978"/>
                </a:moveTo>
                <a:lnTo>
                  <a:pt x="614609" y="638824"/>
                </a:lnTo>
                <a:lnTo>
                  <a:pt x="605540" y="633371"/>
                </a:lnTo>
                <a:close/>
                <a:moveTo>
                  <a:pt x="616101" y="549339"/>
                </a:moveTo>
                <a:lnTo>
                  <a:pt x="621186" y="552202"/>
                </a:lnTo>
                <a:lnTo>
                  <a:pt x="621750" y="553151"/>
                </a:lnTo>
                <a:lnTo>
                  <a:pt x="624004" y="556934"/>
                </a:lnTo>
                <a:lnTo>
                  <a:pt x="624231" y="557332"/>
                </a:lnTo>
                <a:lnTo>
                  <a:pt x="617640" y="554762"/>
                </a:lnTo>
                <a:close/>
                <a:moveTo>
                  <a:pt x="510573" y="769210"/>
                </a:moveTo>
                <a:lnTo>
                  <a:pt x="525464" y="785579"/>
                </a:lnTo>
                <a:lnTo>
                  <a:pt x="541728" y="799335"/>
                </a:lnTo>
                <a:lnTo>
                  <a:pt x="545875" y="808197"/>
                </a:lnTo>
                <a:lnTo>
                  <a:pt x="543088" y="809287"/>
                </a:lnTo>
                <a:lnTo>
                  <a:pt x="518053" y="780819"/>
                </a:lnTo>
                <a:lnTo>
                  <a:pt x="515257" y="777050"/>
                </a:lnTo>
                <a:close/>
                <a:moveTo>
                  <a:pt x="575451" y="615270"/>
                </a:moveTo>
                <a:lnTo>
                  <a:pt x="580431" y="618268"/>
                </a:lnTo>
                <a:lnTo>
                  <a:pt x="589708" y="633828"/>
                </a:lnTo>
                <a:lnTo>
                  <a:pt x="597506" y="654857"/>
                </a:lnTo>
                <a:lnTo>
                  <a:pt x="579242" y="621344"/>
                </a:lnTo>
                <a:close/>
                <a:moveTo>
                  <a:pt x="612599" y="537003"/>
                </a:moveTo>
                <a:lnTo>
                  <a:pt x="621348" y="552293"/>
                </a:lnTo>
                <a:lnTo>
                  <a:pt x="621186" y="552202"/>
                </a:lnTo>
                <a:lnTo>
                  <a:pt x="613004" y="538430"/>
                </a:lnTo>
                <a:close/>
                <a:moveTo>
                  <a:pt x="549721" y="667520"/>
                </a:moveTo>
                <a:lnTo>
                  <a:pt x="554521" y="672871"/>
                </a:lnTo>
                <a:lnTo>
                  <a:pt x="551546" y="670988"/>
                </a:lnTo>
                <a:close/>
                <a:moveTo>
                  <a:pt x="611927" y="535829"/>
                </a:moveTo>
                <a:lnTo>
                  <a:pt x="612555" y="536848"/>
                </a:lnTo>
                <a:lnTo>
                  <a:pt x="612599" y="537003"/>
                </a:lnTo>
                <a:close/>
                <a:moveTo>
                  <a:pt x="565612" y="630216"/>
                </a:moveTo>
                <a:lnTo>
                  <a:pt x="588177" y="646760"/>
                </a:lnTo>
                <a:lnTo>
                  <a:pt x="598045" y="656310"/>
                </a:lnTo>
                <a:lnTo>
                  <a:pt x="604723" y="674319"/>
                </a:lnTo>
                <a:lnTo>
                  <a:pt x="601908" y="672507"/>
                </a:lnTo>
                <a:lnTo>
                  <a:pt x="581849" y="660047"/>
                </a:lnTo>
                <a:lnTo>
                  <a:pt x="571002" y="638520"/>
                </a:lnTo>
                <a:close/>
                <a:moveTo>
                  <a:pt x="545381" y="667088"/>
                </a:moveTo>
                <a:lnTo>
                  <a:pt x="551546" y="670988"/>
                </a:lnTo>
                <a:lnTo>
                  <a:pt x="569190" y="704529"/>
                </a:lnTo>
                <a:lnTo>
                  <a:pt x="586056" y="729871"/>
                </a:lnTo>
                <a:lnTo>
                  <a:pt x="581462" y="726300"/>
                </a:lnTo>
                <a:lnTo>
                  <a:pt x="578565" y="721589"/>
                </a:lnTo>
                <a:close/>
                <a:moveTo>
                  <a:pt x="603060" y="545014"/>
                </a:moveTo>
                <a:lnTo>
                  <a:pt x="612202" y="552642"/>
                </a:lnTo>
                <a:lnTo>
                  <a:pt x="617640" y="554762"/>
                </a:lnTo>
                <a:lnTo>
                  <a:pt x="620097" y="563421"/>
                </a:lnTo>
                <a:lnTo>
                  <a:pt x="616968" y="559832"/>
                </a:lnTo>
                <a:close/>
                <a:moveTo>
                  <a:pt x="546876" y="659845"/>
                </a:moveTo>
                <a:lnTo>
                  <a:pt x="551427" y="663356"/>
                </a:lnTo>
                <a:lnTo>
                  <a:pt x="553560" y="664837"/>
                </a:lnTo>
                <a:lnTo>
                  <a:pt x="597658" y="717225"/>
                </a:lnTo>
                <a:lnTo>
                  <a:pt x="592251" y="712034"/>
                </a:lnTo>
                <a:cubicBezTo>
                  <a:pt x="584182" y="704411"/>
                  <a:pt x="572398" y="692731"/>
                  <a:pt x="554521" y="672871"/>
                </a:cubicBezTo>
                <a:close/>
                <a:moveTo>
                  <a:pt x="508847" y="718556"/>
                </a:moveTo>
                <a:lnTo>
                  <a:pt x="511695" y="720831"/>
                </a:lnTo>
                <a:cubicBezTo>
                  <a:pt x="518295" y="725960"/>
                  <a:pt x="523879" y="730092"/>
                  <a:pt x="529512" y="733936"/>
                </a:cubicBezTo>
                <a:lnTo>
                  <a:pt x="531673" y="735293"/>
                </a:lnTo>
                <a:lnTo>
                  <a:pt x="536038" y="741559"/>
                </a:lnTo>
                <a:lnTo>
                  <a:pt x="517093" y="728866"/>
                </a:lnTo>
                <a:close/>
                <a:moveTo>
                  <a:pt x="572853" y="582587"/>
                </a:moveTo>
                <a:lnTo>
                  <a:pt x="584023" y="598612"/>
                </a:lnTo>
                <a:lnTo>
                  <a:pt x="585294" y="600282"/>
                </a:lnTo>
                <a:lnTo>
                  <a:pt x="587482" y="604169"/>
                </a:lnTo>
                <a:lnTo>
                  <a:pt x="600765" y="630500"/>
                </a:lnTo>
                <a:lnTo>
                  <a:pt x="593028" y="625848"/>
                </a:lnTo>
                <a:lnTo>
                  <a:pt x="590989" y="623198"/>
                </a:lnTo>
                <a:lnTo>
                  <a:pt x="582922" y="612654"/>
                </a:lnTo>
                <a:lnTo>
                  <a:pt x="576471" y="592473"/>
                </a:lnTo>
                <a:close/>
                <a:moveTo>
                  <a:pt x="534130" y="659969"/>
                </a:moveTo>
                <a:lnTo>
                  <a:pt x="543300" y="665771"/>
                </a:lnTo>
                <a:lnTo>
                  <a:pt x="563457" y="698287"/>
                </a:lnTo>
                <a:lnTo>
                  <a:pt x="578891" y="724301"/>
                </a:lnTo>
                <a:lnTo>
                  <a:pt x="576081" y="722117"/>
                </a:lnTo>
                <a:lnTo>
                  <a:pt x="567653" y="712044"/>
                </a:lnTo>
                <a:lnTo>
                  <a:pt x="537346" y="664631"/>
                </a:lnTo>
                <a:close/>
                <a:moveTo>
                  <a:pt x="539414" y="647927"/>
                </a:moveTo>
                <a:lnTo>
                  <a:pt x="540832" y="649653"/>
                </a:lnTo>
                <a:lnTo>
                  <a:pt x="541913" y="651390"/>
                </a:lnTo>
                <a:lnTo>
                  <a:pt x="546876" y="659845"/>
                </a:lnTo>
                <a:lnTo>
                  <a:pt x="544869" y="658298"/>
                </a:lnTo>
                <a:close/>
                <a:moveTo>
                  <a:pt x="591947" y="535741"/>
                </a:moveTo>
                <a:lnTo>
                  <a:pt x="597058" y="538619"/>
                </a:lnTo>
                <a:lnTo>
                  <a:pt x="603060" y="545014"/>
                </a:lnTo>
                <a:close/>
                <a:moveTo>
                  <a:pt x="591656" y="535498"/>
                </a:moveTo>
                <a:lnTo>
                  <a:pt x="591947" y="535741"/>
                </a:lnTo>
                <a:lnTo>
                  <a:pt x="591692" y="535598"/>
                </a:lnTo>
                <a:close/>
                <a:moveTo>
                  <a:pt x="535742" y="651257"/>
                </a:moveTo>
                <a:lnTo>
                  <a:pt x="544869" y="658298"/>
                </a:lnTo>
                <a:lnTo>
                  <a:pt x="549721" y="667520"/>
                </a:lnTo>
                <a:lnTo>
                  <a:pt x="537030" y="653373"/>
                </a:lnTo>
                <a:close/>
                <a:moveTo>
                  <a:pt x="453048" y="822836"/>
                </a:moveTo>
                <a:lnTo>
                  <a:pt x="455907" y="827654"/>
                </a:lnTo>
                <a:lnTo>
                  <a:pt x="454942" y="827703"/>
                </a:lnTo>
                <a:close/>
                <a:moveTo>
                  <a:pt x="451782" y="820702"/>
                </a:moveTo>
                <a:lnTo>
                  <a:pt x="452485" y="821387"/>
                </a:lnTo>
                <a:lnTo>
                  <a:pt x="453048" y="822836"/>
                </a:lnTo>
                <a:close/>
                <a:moveTo>
                  <a:pt x="532984" y="649129"/>
                </a:moveTo>
                <a:lnTo>
                  <a:pt x="533762" y="649729"/>
                </a:lnTo>
                <a:lnTo>
                  <a:pt x="537030" y="653373"/>
                </a:lnTo>
                <a:lnTo>
                  <a:pt x="545381" y="667088"/>
                </a:lnTo>
                <a:lnTo>
                  <a:pt x="543300" y="665771"/>
                </a:lnTo>
                <a:close/>
                <a:moveTo>
                  <a:pt x="603065" y="499837"/>
                </a:moveTo>
                <a:lnTo>
                  <a:pt x="626878" y="555406"/>
                </a:lnTo>
                <a:lnTo>
                  <a:pt x="622453" y="552915"/>
                </a:lnTo>
                <a:lnTo>
                  <a:pt x="612555" y="536848"/>
                </a:lnTo>
                <a:lnTo>
                  <a:pt x="607386" y="518638"/>
                </a:lnTo>
                <a:close/>
                <a:moveTo>
                  <a:pt x="604434" y="493846"/>
                </a:moveTo>
                <a:lnTo>
                  <a:pt x="638308" y="541556"/>
                </a:lnTo>
                <a:lnTo>
                  <a:pt x="640154" y="546012"/>
                </a:lnTo>
                <a:lnTo>
                  <a:pt x="638668" y="543669"/>
                </a:lnTo>
                <a:close/>
                <a:moveTo>
                  <a:pt x="575063" y="553774"/>
                </a:moveTo>
                <a:lnTo>
                  <a:pt x="593197" y="563528"/>
                </a:lnTo>
                <a:lnTo>
                  <a:pt x="595374" y="565697"/>
                </a:lnTo>
                <a:lnTo>
                  <a:pt x="626760" y="586893"/>
                </a:lnTo>
                <a:lnTo>
                  <a:pt x="627098" y="588083"/>
                </a:lnTo>
                <a:cubicBezTo>
                  <a:pt x="633784" y="608243"/>
                  <a:pt x="640596" y="625652"/>
                  <a:pt x="647563" y="641026"/>
                </a:cubicBezTo>
                <a:lnTo>
                  <a:pt x="653990" y="653259"/>
                </a:lnTo>
                <a:lnTo>
                  <a:pt x="640272" y="640096"/>
                </a:lnTo>
                <a:cubicBezTo>
                  <a:pt x="633263" y="633134"/>
                  <a:pt x="626748" y="626354"/>
                  <a:pt x="621833" y="620649"/>
                </a:cubicBezTo>
                <a:cubicBezTo>
                  <a:pt x="605127" y="601254"/>
                  <a:pt x="593889" y="577682"/>
                  <a:pt x="578198" y="557457"/>
                </a:cubicBezTo>
                <a:close/>
                <a:moveTo>
                  <a:pt x="485024" y="741127"/>
                </a:moveTo>
                <a:lnTo>
                  <a:pt x="504444" y="762473"/>
                </a:lnTo>
                <a:lnTo>
                  <a:pt x="515257" y="777050"/>
                </a:lnTo>
                <a:lnTo>
                  <a:pt x="521775" y="787957"/>
                </a:lnTo>
                <a:lnTo>
                  <a:pt x="486235" y="743642"/>
                </a:lnTo>
                <a:close/>
                <a:moveTo>
                  <a:pt x="567433" y="567777"/>
                </a:moveTo>
                <a:lnTo>
                  <a:pt x="589626" y="605978"/>
                </a:lnTo>
                <a:lnTo>
                  <a:pt x="585294" y="600282"/>
                </a:lnTo>
                <a:lnTo>
                  <a:pt x="568248" y="570004"/>
                </a:lnTo>
                <a:close/>
                <a:moveTo>
                  <a:pt x="513083" y="680129"/>
                </a:moveTo>
                <a:lnTo>
                  <a:pt x="537896" y="707342"/>
                </a:lnTo>
                <a:cubicBezTo>
                  <a:pt x="549828" y="719617"/>
                  <a:pt x="561808" y="731852"/>
                  <a:pt x="572740" y="744998"/>
                </a:cubicBezTo>
                <a:lnTo>
                  <a:pt x="594769" y="771432"/>
                </a:lnTo>
                <a:lnTo>
                  <a:pt x="572411" y="759215"/>
                </a:lnTo>
                <a:lnTo>
                  <a:pt x="550403" y="746872"/>
                </a:lnTo>
                <a:lnTo>
                  <a:pt x="543790" y="735250"/>
                </a:lnTo>
                <a:cubicBezTo>
                  <a:pt x="535476" y="720503"/>
                  <a:pt x="526440" y="704347"/>
                  <a:pt x="516398" y="686275"/>
                </a:cubicBezTo>
                <a:close/>
                <a:moveTo>
                  <a:pt x="497302" y="711731"/>
                </a:moveTo>
                <a:lnTo>
                  <a:pt x="517093" y="728866"/>
                </a:lnTo>
                <a:lnTo>
                  <a:pt x="563417" y="801339"/>
                </a:lnTo>
                <a:lnTo>
                  <a:pt x="550204" y="806505"/>
                </a:lnTo>
                <a:lnTo>
                  <a:pt x="541728" y="799335"/>
                </a:lnTo>
                <a:lnTo>
                  <a:pt x="529453" y="773099"/>
                </a:lnTo>
                <a:close/>
                <a:moveTo>
                  <a:pt x="600337" y="487967"/>
                </a:moveTo>
                <a:lnTo>
                  <a:pt x="601397" y="489425"/>
                </a:lnTo>
                <a:lnTo>
                  <a:pt x="604434" y="493846"/>
                </a:lnTo>
                <a:lnTo>
                  <a:pt x="600373" y="488125"/>
                </a:lnTo>
                <a:close/>
                <a:moveTo>
                  <a:pt x="556404" y="577965"/>
                </a:moveTo>
                <a:lnTo>
                  <a:pt x="557250" y="579101"/>
                </a:lnTo>
                <a:lnTo>
                  <a:pt x="582922" y="612654"/>
                </a:lnTo>
                <a:lnTo>
                  <a:pt x="585738" y="621463"/>
                </a:lnTo>
                <a:lnTo>
                  <a:pt x="580431" y="618268"/>
                </a:lnTo>
                <a:close/>
                <a:moveTo>
                  <a:pt x="594598" y="480079"/>
                </a:moveTo>
                <a:lnTo>
                  <a:pt x="597197" y="483652"/>
                </a:lnTo>
                <a:lnTo>
                  <a:pt x="600373" y="488125"/>
                </a:lnTo>
                <a:lnTo>
                  <a:pt x="603065" y="499837"/>
                </a:lnTo>
                <a:close/>
                <a:moveTo>
                  <a:pt x="443785" y="794273"/>
                </a:moveTo>
                <a:lnTo>
                  <a:pt x="450129" y="802384"/>
                </a:lnTo>
                <a:lnTo>
                  <a:pt x="466445" y="827121"/>
                </a:lnTo>
                <a:lnTo>
                  <a:pt x="458767" y="827510"/>
                </a:lnTo>
                <a:lnTo>
                  <a:pt x="452485" y="821387"/>
                </a:lnTo>
                <a:lnTo>
                  <a:pt x="446487" y="805970"/>
                </a:lnTo>
                <a:close/>
                <a:moveTo>
                  <a:pt x="572726" y="515011"/>
                </a:moveTo>
                <a:lnTo>
                  <a:pt x="590145" y="531306"/>
                </a:lnTo>
                <a:lnTo>
                  <a:pt x="590281" y="531707"/>
                </a:lnTo>
                <a:lnTo>
                  <a:pt x="591656" y="535498"/>
                </a:lnTo>
                <a:lnTo>
                  <a:pt x="589186" y="533438"/>
                </a:lnTo>
                <a:close/>
                <a:moveTo>
                  <a:pt x="519675" y="619305"/>
                </a:moveTo>
                <a:lnTo>
                  <a:pt x="533149" y="629008"/>
                </a:lnTo>
                <a:lnTo>
                  <a:pt x="537112" y="635140"/>
                </a:lnTo>
                <a:cubicBezTo>
                  <a:pt x="544883" y="646524"/>
                  <a:pt x="552153" y="656439"/>
                  <a:pt x="558641" y="664283"/>
                </a:cubicBezTo>
                <a:lnTo>
                  <a:pt x="572293" y="677842"/>
                </a:lnTo>
                <a:lnTo>
                  <a:pt x="553560" y="664837"/>
                </a:lnTo>
                <a:lnTo>
                  <a:pt x="542961" y="652246"/>
                </a:lnTo>
                <a:lnTo>
                  <a:pt x="540832" y="649653"/>
                </a:lnTo>
                <a:lnTo>
                  <a:pt x="537540" y="644365"/>
                </a:lnTo>
                <a:lnTo>
                  <a:pt x="536998" y="643335"/>
                </a:lnTo>
                <a:lnTo>
                  <a:pt x="536270" y="642326"/>
                </a:lnTo>
                <a:lnTo>
                  <a:pt x="535839" y="641633"/>
                </a:lnTo>
                <a:lnTo>
                  <a:pt x="534751" y="640218"/>
                </a:lnTo>
                <a:close/>
                <a:moveTo>
                  <a:pt x="484099" y="688910"/>
                </a:moveTo>
                <a:lnTo>
                  <a:pt x="488908" y="693628"/>
                </a:lnTo>
                <a:lnTo>
                  <a:pt x="508847" y="718556"/>
                </a:lnTo>
                <a:lnTo>
                  <a:pt x="495146" y="707616"/>
                </a:lnTo>
                <a:lnTo>
                  <a:pt x="493572" y="704612"/>
                </a:lnTo>
                <a:close/>
                <a:moveTo>
                  <a:pt x="589627" y="468480"/>
                </a:moveTo>
                <a:lnTo>
                  <a:pt x="589873" y="468773"/>
                </a:lnTo>
                <a:lnTo>
                  <a:pt x="598483" y="479904"/>
                </a:lnTo>
                <a:lnTo>
                  <a:pt x="600337" y="487967"/>
                </a:lnTo>
                <a:lnTo>
                  <a:pt x="597197" y="483652"/>
                </a:lnTo>
                <a:lnTo>
                  <a:pt x="594503" y="479857"/>
                </a:lnTo>
                <a:close/>
                <a:moveTo>
                  <a:pt x="552103" y="541325"/>
                </a:moveTo>
                <a:lnTo>
                  <a:pt x="553587" y="542223"/>
                </a:lnTo>
                <a:lnTo>
                  <a:pt x="558366" y="544793"/>
                </a:lnTo>
                <a:lnTo>
                  <a:pt x="561306" y="551035"/>
                </a:lnTo>
                <a:lnTo>
                  <a:pt x="567433" y="567777"/>
                </a:lnTo>
                <a:lnTo>
                  <a:pt x="553259" y="543380"/>
                </a:lnTo>
                <a:close/>
                <a:moveTo>
                  <a:pt x="495494" y="652228"/>
                </a:moveTo>
                <a:lnTo>
                  <a:pt x="501119" y="657950"/>
                </a:lnTo>
                <a:lnTo>
                  <a:pt x="513083" y="680129"/>
                </a:lnTo>
                <a:lnTo>
                  <a:pt x="503342" y="669447"/>
                </a:lnTo>
                <a:lnTo>
                  <a:pt x="499860" y="664483"/>
                </a:lnTo>
                <a:lnTo>
                  <a:pt x="497183" y="657489"/>
                </a:lnTo>
                <a:close/>
                <a:moveTo>
                  <a:pt x="412290" y="820897"/>
                </a:moveTo>
                <a:lnTo>
                  <a:pt x="419943" y="829474"/>
                </a:lnTo>
                <a:lnTo>
                  <a:pt x="417231" y="829611"/>
                </a:lnTo>
                <a:lnTo>
                  <a:pt x="416474" y="828496"/>
                </a:lnTo>
                <a:close/>
                <a:moveTo>
                  <a:pt x="510627" y="612789"/>
                </a:moveTo>
                <a:lnTo>
                  <a:pt x="516861" y="617279"/>
                </a:lnTo>
                <a:lnTo>
                  <a:pt x="528198" y="631697"/>
                </a:lnTo>
                <a:lnTo>
                  <a:pt x="534751" y="640218"/>
                </a:lnTo>
                <a:lnTo>
                  <a:pt x="536270" y="642326"/>
                </a:lnTo>
                <a:lnTo>
                  <a:pt x="537540" y="644365"/>
                </a:lnTo>
                <a:lnTo>
                  <a:pt x="539414" y="647927"/>
                </a:lnTo>
                <a:lnTo>
                  <a:pt x="510993" y="613333"/>
                </a:lnTo>
                <a:close/>
                <a:moveTo>
                  <a:pt x="589588" y="441206"/>
                </a:moveTo>
                <a:lnTo>
                  <a:pt x="608394" y="469338"/>
                </a:lnTo>
                <a:lnTo>
                  <a:pt x="631613" y="525395"/>
                </a:lnTo>
                <a:lnTo>
                  <a:pt x="620734" y="508671"/>
                </a:lnTo>
                <a:lnTo>
                  <a:pt x="598483" y="479904"/>
                </a:lnTo>
                <a:close/>
                <a:moveTo>
                  <a:pt x="507352" y="610430"/>
                </a:moveTo>
                <a:lnTo>
                  <a:pt x="510428" y="612646"/>
                </a:lnTo>
                <a:lnTo>
                  <a:pt x="510993" y="613333"/>
                </a:lnTo>
                <a:lnTo>
                  <a:pt x="528410" y="639215"/>
                </a:lnTo>
                <a:lnTo>
                  <a:pt x="535742" y="651257"/>
                </a:lnTo>
                <a:lnTo>
                  <a:pt x="533762" y="649729"/>
                </a:lnTo>
                <a:lnTo>
                  <a:pt x="532448" y="648265"/>
                </a:lnTo>
                <a:lnTo>
                  <a:pt x="524120" y="634831"/>
                </a:lnTo>
                <a:close/>
                <a:moveTo>
                  <a:pt x="504295" y="616714"/>
                </a:moveTo>
                <a:lnTo>
                  <a:pt x="518911" y="633175"/>
                </a:lnTo>
                <a:lnTo>
                  <a:pt x="532448" y="648265"/>
                </a:lnTo>
                <a:lnTo>
                  <a:pt x="532984" y="649129"/>
                </a:lnTo>
                <a:lnTo>
                  <a:pt x="524154" y="642318"/>
                </a:lnTo>
                <a:lnTo>
                  <a:pt x="517528" y="635900"/>
                </a:lnTo>
                <a:close/>
                <a:moveTo>
                  <a:pt x="458775" y="709259"/>
                </a:moveTo>
                <a:lnTo>
                  <a:pt x="461446" y="712734"/>
                </a:lnTo>
                <a:lnTo>
                  <a:pt x="466963" y="719613"/>
                </a:lnTo>
                <a:lnTo>
                  <a:pt x="474502" y="729562"/>
                </a:lnTo>
                <a:lnTo>
                  <a:pt x="478219" y="733647"/>
                </a:lnTo>
                <a:lnTo>
                  <a:pt x="486235" y="743642"/>
                </a:lnTo>
                <a:lnTo>
                  <a:pt x="506180" y="785066"/>
                </a:lnTo>
                <a:lnTo>
                  <a:pt x="506092" y="784980"/>
                </a:lnTo>
                <a:lnTo>
                  <a:pt x="484349" y="763465"/>
                </a:lnTo>
                <a:lnTo>
                  <a:pt x="463388" y="719242"/>
                </a:lnTo>
                <a:close/>
                <a:moveTo>
                  <a:pt x="547152" y="520988"/>
                </a:moveTo>
                <a:lnTo>
                  <a:pt x="575063" y="553774"/>
                </a:lnTo>
                <a:lnTo>
                  <a:pt x="558366" y="544793"/>
                </a:lnTo>
                <a:close/>
                <a:moveTo>
                  <a:pt x="539579" y="533753"/>
                </a:moveTo>
                <a:lnTo>
                  <a:pt x="552046" y="541291"/>
                </a:lnTo>
                <a:lnTo>
                  <a:pt x="553259" y="543380"/>
                </a:lnTo>
                <a:lnTo>
                  <a:pt x="568248" y="570004"/>
                </a:lnTo>
                <a:lnTo>
                  <a:pt x="572853" y="582587"/>
                </a:lnTo>
                <a:lnTo>
                  <a:pt x="543847" y="540977"/>
                </a:lnTo>
                <a:close/>
                <a:moveTo>
                  <a:pt x="489056" y="632185"/>
                </a:moveTo>
                <a:lnTo>
                  <a:pt x="490463" y="632974"/>
                </a:lnTo>
                <a:lnTo>
                  <a:pt x="510331" y="644955"/>
                </a:lnTo>
                <a:lnTo>
                  <a:pt x="526315" y="662638"/>
                </a:lnTo>
                <a:lnTo>
                  <a:pt x="567653" y="712044"/>
                </a:lnTo>
                <a:lnTo>
                  <a:pt x="572132" y="719051"/>
                </a:lnTo>
                <a:lnTo>
                  <a:pt x="541862" y="695728"/>
                </a:lnTo>
                <a:cubicBezTo>
                  <a:pt x="532509" y="688155"/>
                  <a:pt x="523166" y="679936"/>
                  <a:pt x="511122" y="668125"/>
                </a:cubicBezTo>
                <a:lnTo>
                  <a:pt x="501119" y="657950"/>
                </a:lnTo>
                <a:lnTo>
                  <a:pt x="491757" y="640595"/>
                </a:lnTo>
                <a:close/>
                <a:moveTo>
                  <a:pt x="530772" y="543546"/>
                </a:moveTo>
                <a:lnTo>
                  <a:pt x="555329" y="576162"/>
                </a:lnTo>
                <a:lnTo>
                  <a:pt x="556404" y="577965"/>
                </a:lnTo>
                <a:lnTo>
                  <a:pt x="530784" y="543565"/>
                </a:lnTo>
                <a:close/>
                <a:moveTo>
                  <a:pt x="434606" y="737937"/>
                </a:moveTo>
                <a:lnTo>
                  <a:pt x="475545" y="793449"/>
                </a:lnTo>
                <a:lnTo>
                  <a:pt x="489391" y="810266"/>
                </a:lnTo>
                <a:lnTo>
                  <a:pt x="495299" y="821220"/>
                </a:lnTo>
                <a:lnTo>
                  <a:pt x="492237" y="821876"/>
                </a:lnTo>
                <a:lnTo>
                  <a:pt x="457194" y="775176"/>
                </a:lnTo>
                <a:lnTo>
                  <a:pt x="435006" y="743052"/>
                </a:lnTo>
                <a:close/>
                <a:moveTo>
                  <a:pt x="453646" y="698161"/>
                </a:moveTo>
                <a:lnTo>
                  <a:pt x="474134" y="721617"/>
                </a:lnTo>
                <a:lnTo>
                  <a:pt x="478395" y="727360"/>
                </a:lnTo>
                <a:lnTo>
                  <a:pt x="485024" y="741127"/>
                </a:lnTo>
                <a:lnTo>
                  <a:pt x="478219" y="733647"/>
                </a:lnTo>
                <a:lnTo>
                  <a:pt x="466963" y="719613"/>
                </a:lnTo>
                <a:lnTo>
                  <a:pt x="458238" y="708098"/>
                </a:lnTo>
                <a:close/>
                <a:moveTo>
                  <a:pt x="486198" y="630288"/>
                </a:moveTo>
                <a:lnTo>
                  <a:pt x="486615" y="630462"/>
                </a:lnTo>
                <a:lnTo>
                  <a:pt x="488610" y="630796"/>
                </a:lnTo>
                <a:lnTo>
                  <a:pt x="489056" y="632185"/>
                </a:lnTo>
                <a:lnTo>
                  <a:pt x="486425" y="630710"/>
                </a:lnTo>
                <a:close/>
                <a:moveTo>
                  <a:pt x="458389" y="678043"/>
                </a:moveTo>
                <a:lnTo>
                  <a:pt x="487788" y="701742"/>
                </a:lnTo>
                <a:lnTo>
                  <a:pt x="495146" y="707616"/>
                </a:lnTo>
                <a:lnTo>
                  <a:pt x="497302" y="711731"/>
                </a:lnTo>
                <a:close/>
                <a:moveTo>
                  <a:pt x="494104" y="601940"/>
                </a:moveTo>
                <a:lnTo>
                  <a:pt x="500586" y="608742"/>
                </a:lnTo>
                <a:cubicBezTo>
                  <a:pt x="517172" y="626454"/>
                  <a:pt x="531745" y="642679"/>
                  <a:pt x="507925" y="618215"/>
                </a:cubicBezTo>
                <a:lnTo>
                  <a:pt x="498841" y="608807"/>
                </a:lnTo>
                <a:close/>
                <a:moveTo>
                  <a:pt x="539806" y="505394"/>
                </a:moveTo>
                <a:lnTo>
                  <a:pt x="587624" y="533308"/>
                </a:lnTo>
                <a:lnTo>
                  <a:pt x="591692" y="535598"/>
                </a:lnTo>
                <a:lnTo>
                  <a:pt x="594388" y="543034"/>
                </a:lnTo>
                <a:cubicBezTo>
                  <a:pt x="596920" y="548693"/>
                  <a:pt x="600351" y="553377"/>
                  <a:pt x="612550" y="573937"/>
                </a:cubicBezTo>
                <a:lnTo>
                  <a:pt x="593197" y="563528"/>
                </a:lnTo>
                <a:lnTo>
                  <a:pt x="570680" y="541090"/>
                </a:lnTo>
                <a:lnTo>
                  <a:pt x="541602" y="509206"/>
                </a:lnTo>
                <a:close/>
                <a:moveTo>
                  <a:pt x="454052" y="679262"/>
                </a:moveTo>
                <a:lnTo>
                  <a:pt x="474154" y="708266"/>
                </a:lnTo>
                <a:lnTo>
                  <a:pt x="510573" y="769210"/>
                </a:lnTo>
                <a:lnTo>
                  <a:pt x="504444" y="762473"/>
                </a:lnTo>
                <a:lnTo>
                  <a:pt x="478395" y="727360"/>
                </a:lnTo>
                <a:lnTo>
                  <a:pt x="461099" y="691438"/>
                </a:lnTo>
                <a:close/>
                <a:moveTo>
                  <a:pt x="567393" y="442684"/>
                </a:moveTo>
                <a:lnTo>
                  <a:pt x="573764" y="450647"/>
                </a:lnTo>
                <a:lnTo>
                  <a:pt x="594503" y="479857"/>
                </a:lnTo>
                <a:lnTo>
                  <a:pt x="594598" y="480079"/>
                </a:lnTo>
                <a:close/>
                <a:moveTo>
                  <a:pt x="483693" y="615487"/>
                </a:moveTo>
                <a:lnTo>
                  <a:pt x="489937" y="622393"/>
                </a:lnTo>
                <a:lnTo>
                  <a:pt x="492930" y="627177"/>
                </a:lnTo>
                <a:cubicBezTo>
                  <a:pt x="493811" y="629909"/>
                  <a:pt x="493030" y="631018"/>
                  <a:pt x="491630" y="631301"/>
                </a:cubicBezTo>
                <a:lnTo>
                  <a:pt x="488610" y="630796"/>
                </a:lnTo>
                <a:close/>
                <a:moveTo>
                  <a:pt x="501423" y="578071"/>
                </a:moveTo>
                <a:lnTo>
                  <a:pt x="510539" y="588384"/>
                </a:lnTo>
                <a:lnTo>
                  <a:pt x="537097" y="608861"/>
                </a:lnTo>
                <a:lnTo>
                  <a:pt x="562611" y="642137"/>
                </a:lnTo>
                <a:lnTo>
                  <a:pt x="570101" y="652750"/>
                </a:lnTo>
                <a:lnTo>
                  <a:pt x="541118" y="634748"/>
                </a:lnTo>
                <a:lnTo>
                  <a:pt x="533149" y="629008"/>
                </a:lnTo>
                <a:lnTo>
                  <a:pt x="512575" y="597177"/>
                </a:lnTo>
                <a:close/>
                <a:moveTo>
                  <a:pt x="490915" y="598593"/>
                </a:moveTo>
                <a:lnTo>
                  <a:pt x="492665" y="599853"/>
                </a:lnTo>
                <a:lnTo>
                  <a:pt x="494104" y="601940"/>
                </a:lnTo>
                <a:close/>
                <a:moveTo>
                  <a:pt x="432382" y="711675"/>
                </a:moveTo>
                <a:lnTo>
                  <a:pt x="470846" y="750104"/>
                </a:lnTo>
                <a:lnTo>
                  <a:pt x="484349" y="763465"/>
                </a:lnTo>
                <a:lnTo>
                  <a:pt x="492373" y="780393"/>
                </a:lnTo>
                <a:lnTo>
                  <a:pt x="514068" y="817195"/>
                </a:lnTo>
                <a:lnTo>
                  <a:pt x="497942" y="820653"/>
                </a:lnTo>
                <a:lnTo>
                  <a:pt x="489391" y="810266"/>
                </a:lnTo>
                <a:lnTo>
                  <a:pt x="466610" y="768033"/>
                </a:lnTo>
                <a:cubicBezTo>
                  <a:pt x="458183" y="752412"/>
                  <a:pt x="447182" y="738481"/>
                  <a:pt x="435628" y="724904"/>
                </a:cubicBezTo>
                <a:lnTo>
                  <a:pt x="433375" y="722210"/>
                </a:lnTo>
                <a:lnTo>
                  <a:pt x="433083" y="718471"/>
                </a:lnTo>
                <a:close/>
                <a:moveTo>
                  <a:pt x="448281" y="669291"/>
                </a:moveTo>
                <a:lnTo>
                  <a:pt x="458389" y="678043"/>
                </a:lnTo>
                <a:lnTo>
                  <a:pt x="451407" y="672414"/>
                </a:lnTo>
                <a:lnTo>
                  <a:pt x="448969" y="670480"/>
                </a:lnTo>
                <a:close/>
                <a:moveTo>
                  <a:pt x="483405" y="592919"/>
                </a:moveTo>
                <a:lnTo>
                  <a:pt x="484099" y="593494"/>
                </a:lnTo>
                <a:lnTo>
                  <a:pt x="488734" y="598340"/>
                </a:lnTo>
                <a:lnTo>
                  <a:pt x="498841" y="608807"/>
                </a:lnTo>
                <a:lnTo>
                  <a:pt x="504295" y="616714"/>
                </a:lnTo>
                <a:lnTo>
                  <a:pt x="495042" y="606294"/>
                </a:lnTo>
                <a:close/>
                <a:moveTo>
                  <a:pt x="528020" y="498514"/>
                </a:moveTo>
                <a:lnTo>
                  <a:pt x="536512" y="503472"/>
                </a:lnTo>
                <a:lnTo>
                  <a:pt x="538514" y="505821"/>
                </a:lnTo>
                <a:lnTo>
                  <a:pt x="541602" y="509206"/>
                </a:lnTo>
                <a:lnTo>
                  <a:pt x="547152" y="520988"/>
                </a:lnTo>
                <a:close/>
                <a:moveTo>
                  <a:pt x="551691" y="447811"/>
                </a:moveTo>
                <a:lnTo>
                  <a:pt x="552992" y="449605"/>
                </a:lnTo>
                <a:cubicBezTo>
                  <a:pt x="569856" y="473074"/>
                  <a:pt x="585308" y="494885"/>
                  <a:pt x="598799" y="514518"/>
                </a:cubicBezTo>
                <a:lnTo>
                  <a:pt x="613004" y="538430"/>
                </a:lnTo>
                <a:lnTo>
                  <a:pt x="616101" y="549339"/>
                </a:lnTo>
                <a:lnTo>
                  <a:pt x="597058" y="538619"/>
                </a:lnTo>
                <a:lnTo>
                  <a:pt x="590558" y="531694"/>
                </a:lnTo>
                <a:lnTo>
                  <a:pt x="590145" y="531306"/>
                </a:lnTo>
                <a:lnTo>
                  <a:pt x="581623" y="506278"/>
                </a:lnTo>
                <a:cubicBezTo>
                  <a:pt x="576358" y="491302"/>
                  <a:pt x="566672" y="478263"/>
                  <a:pt x="559632" y="464034"/>
                </a:cubicBezTo>
                <a:close/>
                <a:moveTo>
                  <a:pt x="445808" y="667972"/>
                </a:moveTo>
                <a:lnTo>
                  <a:pt x="448969" y="670480"/>
                </a:lnTo>
                <a:lnTo>
                  <a:pt x="454052" y="679262"/>
                </a:lnTo>
                <a:lnTo>
                  <a:pt x="452220" y="676620"/>
                </a:lnTo>
                <a:close/>
                <a:moveTo>
                  <a:pt x="526770" y="497785"/>
                </a:moveTo>
                <a:lnTo>
                  <a:pt x="527157" y="498010"/>
                </a:lnTo>
                <a:lnTo>
                  <a:pt x="530444" y="502853"/>
                </a:lnTo>
                <a:lnTo>
                  <a:pt x="552103" y="541325"/>
                </a:lnTo>
                <a:lnTo>
                  <a:pt x="552046" y="541291"/>
                </a:lnTo>
                <a:close/>
                <a:moveTo>
                  <a:pt x="525449" y="495494"/>
                </a:moveTo>
                <a:lnTo>
                  <a:pt x="528020" y="498514"/>
                </a:lnTo>
                <a:lnTo>
                  <a:pt x="527157" y="498010"/>
                </a:lnTo>
                <a:close/>
                <a:moveTo>
                  <a:pt x="525385" y="495399"/>
                </a:moveTo>
                <a:lnTo>
                  <a:pt x="525449" y="495494"/>
                </a:lnTo>
                <a:lnTo>
                  <a:pt x="525420" y="495460"/>
                </a:lnTo>
                <a:close/>
                <a:moveTo>
                  <a:pt x="385227" y="786610"/>
                </a:moveTo>
                <a:lnTo>
                  <a:pt x="405690" y="808905"/>
                </a:lnTo>
                <a:lnTo>
                  <a:pt x="412290" y="820897"/>
                </a:lnTo>
                <a:lnTo>
                  <a:pt x="387237" y="792816"/>
                </a:lnTo>
                <a:close/>
                <a:moveTo>
                  <a:pt x="555696" y="428064"/>
                </a:moveTo>
                <a:lnTo>
                  <a:pt x="557803" y="430539"/>
                </a:lnTo>
                <a:lnTo>
                  <a:pt x="563489" y="437318"/>
                </a:lnTo>
                <a:lnTo>
                  <a:pt x="567393" y="442684"/>
                </a:lnTo>
                <a:close/>
                <a:moveTo>
                  <a:pt x="476246" y="592487"/>
                </a:moveTo>
                <a:lnTo>
                  <a:pt x="488812" y="608084"/>
                </a:lnTo>
                <a:lnTo>
                  <a:pt x="517528" y="635900"/>
                </a:lnTo>
                <a:lnTo>
                  <a:pt x="534130" y="659969"/>
                </a:lnTo>
                <a:lnTo>
                  <a:pt x="511838" y="645864"/>
                </a:lnTo>
                <a:lnTo>
                  <a:pt x="510331" y="644955"/>
                </a:lnTo>
                <a:lnTo>
                  <a:pt x="489937" y="622393"/>
                </a:lnTo>
                <a:lnTo>
                  <a:pt x="484258" y="613320"/>
                </a:lnTo>
                <a:lnTo>
                  <a:pt x="482270" y="611055"/>
                </a:lnTo>
                <a:lnTo>
                  <a:pt x="476535" y="593200"/>
                </a:lnTo>
                <a:close/>
                <a:moveTo>
                  <a:pt x="510282" y="516039"/>
                </a:moveTo>
                <a:lnTo>
                  <a:pt x="515748" y="519343"/>
                </a:lnTo>
                <a:lnTo>
                  <a:pt x="530772" y="543546"/>
                </a:lnTo>
                <a:lnTo>
                  <a:pt x="530561" y="543265"/>
                </a:lnTo>
                <a:close/>
                <a:moveTo>
                  <a:pt x="469457" y="599737"/>
                </a:moveTo>
                <a:lnTo>
                  <a:pt x="470104" y="600453"/>
                </a:lnTo>
                <a:lnTo>
                  <a:pt x="486198" y="630288"/>
                </a:lnTo>
                <a:lnTo>
                  <a:pt x="484141" y="629429"/>
                </a:lnTo>
                <a:lnTo>
                  <a:pt x="486425" y="630710"/>
                </a:lnTo>
                <a:lnTo>
                  <a:pt x="491757" y="640595"/>
                </a:lnTo>
                <a:lnTo>
                  <a:pt x="495494" y="652228"/>
                </a:lnTo>
                <a:lnTo>
                  <a:pt x="490692" y="647344"/>
                </a:lnTo>
                <a:lnTo>
                  <a:pt x="479226" y="635073"/>
                </a:lnTo>
                <a:lnTo>
                  <a:pt x="469651" y="621425"/>
                </a:lnTo>
                <a:lnTo>
                  <a:pt x="472763" y="623083"/>
                </a:lnTo>
                <a:close/>
                <a:moveTo>
                  <a:pt x="475539" y="583449"/>
                </a:moveTo>
                <a:cubicBezTo>
                  <a:pt x="474149" y="581450"/>
                  <a:pt x="477093" y="584231"/>
                  <a:pt x="482044" y="589283"/>
                </a:cubicBezTo>
                <a:lnTo>
                  <a:pt x="490915" y="598593"/>
                </a:lnTo>
                <a:lnTo>
                  <a:pt x="485834" y="594934"/>
                </a:lnTo>
                <a:lnTo>
                  <a:pt x="484099" y="593494"/>
                </a:lnTo>
                <a:lnTo>
                  <a:pt x="481967" y="591265"/>
                </a:lnTo>
                <a:lnTo>
                  <a:pt x="481167" y="590346"/>
                </a:lnTo>
                <a:cubicBezTo>
                  <a:pt x="478013" y="586643"/>
                  <a:pt x="476235" y="584448"/>
                  <a:pt x="475539" y="583449"/>
                </a:cubicBezTo>
                <a:close/>
                <a:moveTo>
                  <a:pt x="468904" y="595830"/>
                </a:moveTo>
                <a:lnTo>
                  <a:pt x="482270" y="611055"/>
                </a:lnTo>
                <a:lnTo>
                  <a:pt x="483693" y="615487"/>
                </a:lnTo>
                <a:lnTo>
                  <a:pt x="470104" y="600453"/>
                </a:lnTo>
                <a:lnTo>
                  <a:pt x="469364" y="599081"/>
                </a:lnTo>
                <a:close/>
                <a:moveTo>
                  <a:pt x="434987" y="657782"/>
                </a:moveTo>
                <a:lnTo>
                  <a:pt x="444105" y="665675"/>
                </a:lnTo>
                <a:lnTo>
                  <a:pt x="445808" y="667972"/>
                </a:lnTo>
                <a:lnTo>
                  <a:pt x="436159" y="660318"/>
                </a:lnTo>
                <a:close/>
                <a:moveTo>
                  <a:pt x="471165" y="579973"/>
                </a:moveTo>
                <a:lnTo>
                  <a:pt x="481967" y="591265"/>
                </a:lnTo>
                <a:lnTo>
                  <a:pt x="483405" y="592919"/>
                </a:lnTo>
                <a:lnTo>
                  <a:pt x="472874" y="584181"/>
                </a:lnTo>
                <a:close/>
                <a:moveTo>
                  <a:pt x="368251" y="794378"/>
                </a:moveTo>
                <a:lnTo>
                  <a:pt x="388613" y="817667"/>
                </a:lnTo>
                <a:lnTo>
                  <a:pt x="395161" y="829711"/>
                </a:lnTo>
                <a:lnTo>
                  <a:pt x="387846" y="828896"/>
                </a:lnTo>
                <a:lnTo>
                  <a:pt x="386590" y="824723"/>
                </a:lnTo>
                <a:close/>
                <a:moveTo>
                  <a:pt x="427955" y="668748"/>
                </a:moveTo>
                <a:lnTo>
                  <a:pt x="430441" y="671594"/>
                </a:lnTo>
                <a:lnTo>
                  <a:pt x="452175" y="700096"/>
                </a:lnTo>
                <a:lnTo>
                  <a:pt x="458238" y="708098"/>
                </a:lnTo>
                <a:lnTo>
                  <a:pt x="458775" y="709259"/>
                </a:lnTo>
                <a:lnTo>
                  <a:pt x="428006" y="669239"/>
                </a:lnTo>
                <a:close/>
                <a:moveTo>
                  <a:pt x="467711" y="579897"/>
                </a:moveTo>
                <a:lnTo>
                  <a:pt x="472874" y="584181"/>
                </a:lnTo>
                <a:lnTo>
                  <a:pt x="476246" y="592487"/>
                </a:lnTo>
                <a:lnTo>
                  <a:pt x="467764" y="581959"/>
                </a:lnTo>
                <a:close/>
                <a:moveTo>
                  <a:pt x="467479" y="570893"/>
                </a:moveTo>
                <a:lnTo>
                  <a:pt x="471165" y="579973"/>
                </a:lnTo>
                <a:lnTo>
                  <a:pt x="467617" y="576263"/>
                </a:lnTo>
                <a:close/>
                <a:moveTo>
                  <a:pt x="426124" y="652358"/>
                </a:moveTo>
                <a:lnTo>
                  <a:pt x="436159" y="660318"/>
                </a:lnTo>
                <a:lnTo>
                  <a:pt x="453646" y="698161"/>
                </a:lnTo>
                <a:lnTo>
                  <a:pt x="430441" y="671594"/>
                </a:lnTo>
                <a:lnTo>
                  <a:pt x="427906" y="668269"/>
                </a:lnTo>
                <a:lnTo>
                  <a:pt x="426399" y="653662"/>
                </a:lnTo>
                <a:close/>
                <a:moveTo>
                  <a:pt x="467199" y="560027"/>
                </a:moveTo>
                <a:lnTo>
                  <a:pt x="500926" y="601080"/>
                </a:lnTo>
                <a:lnTo>
                  <a:pt x="507352" y="610430"/>
                </a:lnTo>
                <a:lnTo>
                  <a:pt x="492665" y="599853"/>
                </a:lnTo>
                <a:lnTo>
                  <a:pt x="467277" y="563046"/>
                </a:lnTo>
                <a:close/>
                <a:moveTo>
                  <a:pt x="376628" y="747457"/>
                </a:moveTo>
                <a:lnTo>
                  <a:pt x="433410" y="802797"/>
                </a:lnTo>
                <a:lnTo>
                  <a:pt x="449552" y="827976"/>
                </a:lnTo>
                <a:lnTo>
                  <a:pt x="433045" y="828811"/>
                </a:lnTo>
                <a:lnTo>
                  <a:pt x="412006" y="815788"/>
                </a:lnTo>
                <a:lnTo>
                  <a:pt x="405690" y="808905"/>
                </a:lnTo>
                <a:lnTo>
                  <a:pt x="390546" y="781395"/>
                </a:lnTo>
                <a:close/>
                <a:moveTo>
                  <a:pt x="508767" y="470916"/>
                </a:moveTo>
                <a:lnTo>
                  <a:pt x="516287" y="479740"/>
                </a:lnTo>
                <a:lnTo>
                  <a:pt x="525385" y="495399"/>
                </a:lnTo>
                <a:close/>
                <a:moveTo>
                  <a:pt x="385162" y="727641"/>
                </a:moveTo>
                <a:lnTo>
                  <a:pt x="413545" y="756253"/>
                </a:lnTo>
                <a:lnTo>
                  <a:pt x="451782" y="820702"/>
                </a:lnTo>
                <a:lnTo>
                  <a:pt x="433410" y="802797"/>
                </a:lnTo>
                <a:lnTo>
                  <a:pt x="397658" y="747027"/>
                </a:lnTo>
                <a:close/>
                <a:moveTo>
                  <a:pt x="466986" y="549285"/>
                </a:moveTo>
                <a:lnTo>
                  <a:pt x="479404" y="566391"/>
                </a:lnTo>
                <a:lnTo>
                  <a:pt x="510627" y="612789"/>
                </a:lnTo>
                <a:lnTo>
                  <a:pt x="510428" y="612646"/>
                </a:lnTo>
                <a:lnTo>
                  <a:pt x="500926" y="601080"/>
                </a:lnTo>
                <a:lnTo>
                  <a:pt x="489691" y="584730"/>
                </a:lnTo>
                <a:lnTo>
                  <a:pt x="467118" y="556886"/>
                </a:lnTo>
                <a:lnTo>
                  <a:pt x="466990" y="551895"/>
                </a:lnTo>
                <a:close/>
                <a:moveTo>
                  <a:pt x="536046" y="403507"/>
                </a:moveTo>
                <a:lnTo>
                  <a:pt x="555696" y="428064"/>
                </a:lnTo>
                <a:lnTo>
                  <a:pt x="538892" y="408336"/>
                </a:lnTo>
                <a:close/>
                <a:moveTo>
                  <a:pt x="401168" y="683669"/>
                </a:moveTo>
                <a:lnTo>
                  <a:pt x="401331" y="683893"/>
                </a:lnTo>
                <a:lnTo>
                  <a:pt x="433375" y="722210"/>
                </a:lnTo>
                <a:lnTo>
                  <a:pt x="434606" y="737937"/>
                </a:lnTo>
                <a:lnTo>
                  <a:pt x="419867" y="717953"/>
                </a:lnTo>
                <a:lnTo>
                  <a:pt x="415474" y="711092"/>
                </a:lnTo>
                <a:close/>
                <a:moveTo>
                  <a:pt x="466981" y="546210"/>
                </a:moveTo>
                <a:lnTo>
                  <a:pt x="519675" y="619305"/>
                </a:lnTo>
                <a:lnTo>
                  <a:pt x="516861" y="617279"/>
                </a:lnTo>
                <a:lnTo>
                  <a:pt x="510887" y="609680"/>
                </a:lnTo>
                <a:lnTo>
                  <a:pt x="466984" y="547709"/>
                </a:lnTo>
                <a:close/>
                <a:moveTo>
                  <a:pt x="506587" y="463043"/>
                </a:moveTo>
                <a:lnTo>
                  <a:pt x="522707" y="473613"/>
                </a:lnTo>
                <a:lnTo>
                  <a:pt x="524294" y="474870"/>
                </a:lnTo>
                <a:lnTo>
                  <a:pt x="534564" y="494265"/>
                </a:lnTo>
                <a:lnTo>
                  <a:pt x="539806" y="505394"/>
                </a:lnTo>
                <a:lnTo>
                  <a:pt x="536512" y="503472"/>
                </a:lnTo>
                <a:lnTo>
                  <a:pt x="516287" y="479740"/>
                </a:lnTo>
                <a:close/>
                <a:moveTo>
                  <a:pt x="422899" y="637079"/>
                </a:moveTo>
                <a:lnTo>
                  <a:pt x="425443" y="640509"/>
                </a:lnTo>
                <a:lnTo>
                  <a:pt x="434987" y="657782"/>
                </a:lnTo>
                <a:lnTo>
                  <a:pt x="424095" y="642747"/>
                </a:lnTo>
                <a:close/>
                <a:moveTo>
                  <a:pt x="497958" y="479735"/>
                </a:moveTo>
                <a:lnTo>
                  <a:pt x="501061" y="481854"/>
                </a:lnTo>
                <a:lnTo>
                  <a:pt x="513477" y="489557"/>
                </a:lnTo>
                <a:lnTo>
                  <a:pt x="514819" y="491846"/>
                </a:lnTo>
                <a:lnTo>
                  <a:pt x="539579" y="533753"/>
                </a:lnTo>
                <a:lnTo>
                  <a:pt x="515748" y="519343"/>
                </a:lnTo>
                <a:lnTo>
                  <a:pt x="513616" y="515909"/>
                </a:lnTo>
                <a:close/>
                <a:moveTo>
                  <a:pt x="501270" y="468734"/>
                </a:moveTo>
                <a:lnTo>
                  <a:pt x="517388" y="486025"/>
                </a:lnTo>
                <a:lnTo>
                  <a:pt x="525420" y="495460"/>
                </a:lnTo>
                <a:lnTo>
                  <a:pt x="526770" y="497785"/>
                </a:lnTo>
                <a:lnTo>
                  <a:pt x="526249" y="497481"/>
                </a:lnTo>
                <a:lnTo>
                  <a:pt x="513477" y="489557"/>
                </a:lnTo>
                <a:close/>
                <a:moveTo>
                  <a:pt x="460025" y="552532"/>
                </a:moveTo>
                <a:lnTo>
                  <a:pt x="467277" y="563046"/>
                </a:lnTo>
                <a:lnTo>
                  <a:pt x="467479" y="570893"/>
                </a:lnTo>
                <a:close/>
                <a:moveTo>
                  <a:pt x="451972" y="566838"/>
                </a:moveTo>
                <a:lnTo>
                  <a:pt x="462860" y="575872"/>
                </a:lnTo>
                <a:lnTo>
                  <a:pt x="467764" y="581959"/>
                </a:lnTo>
                <a:lnTo>
                  <a:pt x="467948" y="589079"/>
                </a:lnTo>
                <a:lnTo>
                  <a:pt x="468904" y="595830"/>
                </a:lnTo>
                <a:lnTo>
                  <a:pt x="465550" y="592011"/>
                </a:lnTo>
                <a:lnTo>
                  <a:pt x="454892" y="572252"/>
                </a:lnTo>
                <a:close/>
                <a:moveTo>
                  <a:pt x="466961" y="532491"/>
                </a:moveTo>
                <a:lnTo>
                  <a:pt x="481984" y="548545"/>
                </a:lnTo>
                <a:lnTo>
                  <a:pt x="487688" y="554542"/>
                </a:lnTo>
                <a:lnTo>
                  <a:pt x="501423" y="578071"/>
                </a:lnTo>
                <a:lnTo>
                  <a:pt x="479512" y="553284"/>
                </a:lnTo>
                <a:lnTo>
                  <a:pt x="466969" y="537983"/>
                </a:lnTo>
                <a:close/>
                <a:moveTo>
                  <a:pt x="444475" y="572100"/>
                </a:moveTo>
                <a:lnTo>
                  <a:pt x="459360" y="584959"/>
                </a:lnTo>
                <a:lnTo>
                  <a:pt x="465550" y="592011"/>
                </a:lnTo>
                <a:lnTo>
                  <a:pt x="469364" y="599081"/>
                </a:lnTo>
                <a:lnTo>
                  <a:pt x="469457" y="599737"/>
                </a:lnTo>
                <a:close/>
                <a:moveTo>
                  <a:pt x="456226" y="547024"/>
                </a:moveTo>
                <a:lnTo>
                  <a:pt x="459193" y="550484"/>
                </a:lnTo>
                <a:lnTo>
                  <a:pt x="460025" y="552532"/>
                </a:lnTo>
                <a:close/>
                <a:moveTo>
                  <a:pt x="429851" y="600211"/>
                </a:moveTo>
                <a:lnTo>
                  <a:pt x="463376" y="618080"/>
                </a:lnTo>
                <a:lnTo>
                  <a:pt x="464175" y="618963"/>
                </a:lnTo>
                <a:lnTo>
                  <a:pt x="479226" y="635073"/>
                </a:lnTo>
                <a:lnTo>
                  <a:pt x="499860" y="664483"/>
                </a:lnTo>
                <a:lnTo>
                  <a:pt x="521213" y="720278"/>
                </a:lnTo>
                <a:lnTo>
                  <a:pt x="530194" y="733170"/>
                </a:lnTo>
                <a:lnTo>
                  <a:pt x="524407" y="727788"/>
                </a:lnTo>
                <a:cubicBezTo>
                  <a:pt x="511944" y="715961"/>
                  <a:pt x="499758" y="704209"/>
                  <a:pt x="489898" y="694599"/>
                </a:cubicBezTo>
                <a:lnTo>
                  <a:pt x="488908" y="693628"/>
                </a:lnTo>
                <a:lnTo>
                  <a:pt x="480924" y="683646"/>
                </a:lnTo>
                <a:lnTo>
                  <a:pt x="453306" y="637865"/>
                </a:lnTo>
                <a:close/>
                <a:moveTo>
                  <a:pt x="456450" y="543726"/>
                </a:moveTo>
                <a:lnTo>
                  <a:pt x="467118" y="556886"/>
                </a:lnTo>
                <a:lnTo>
                  <a:pt x="467199" y="560027"/>
                </a:lnTo>
                <a:lnTo>
                  <a:pt x="463132" y="555076"/>
                </a:lnTo>
                <a:lnTo>
                  <a:pt x="459193" y="550484"/>
                </a:lnTo>
                <a:close/>
                <a:moveTo>
                  <a:pt x="419265" y="619862"/>
                </a:moveTo>
                <a:lnTo>
                  <a:pt x="420363" y="621055"/>
                </a:lnTo>
                <a:lnTo>
                  <a:pt x="448281" y="669291"/>
                </a:lnTo>
                <a:lnTo>
                  <a:pt x="444105" y="665675"/>
                </a:lnTo>
                <a:lnTo>
                  <a:pt x="425443" y="640509"/>
                </a:lnTo>
                <a:lnTo>
                  <a:pt x="422498" y="635181"/>
                </a:lnTo>
                <a:close/>
                <a:moveTo>
                  <a:pt x="496320" y="456311"/>
                </a:moveTo>
                <a:lnTo>
                  <a:pt x="500886" y="459305"/>
                </a:lnTo>
                <a:lnTo>
                  <a:pt x="508767" y="470916"/>
                </a:lnTo>
                <a:close/>
                <a:moveTo>
                  <a:pt x="353589" y="753249"/>
                </a:moveTo>
                <a:lnTo>
                  <a:pt x="382475" y="787478"/>
                </a:lnTo>
                <a:lnTo>
                  <a:pt x="387237" y="792816"/>
                </a:lnTo>
                <a:lnTo>
                  <a:pt x="387367" y="793219"/>
                </a:lnTo>
                <a:lnTo>
                  <a:pt x="401437" y="830409"/>
                </a:lnTo>
                <a:lnTo>
                  <a:pt x="399572" y="830202"/>
                </a:lnTo>
                <a:lnTo>
                  <a:pt x="388613" y="817667"/>
                </a:lnTo>
                <a:close/>
                <a:moveTo>
                  <a:pt x="418687" y="617123"/>
                </a:moveTo>
                <a:lnTo>
                  <a:pt x="463515" y="661880"/>
                </a:lnTo>
                <a:lnTo>
                  <a:pt x="480924" y="683646"/>
                </a:lnTo>
                <a:lnTo>
                  <a:pt x="484099" y="688910"/>
                </a:lnTo>
                <a:lnTo>
                  <a:pt x="477107" y="682049"/>
                </a:lnTo>
                <a:cubicBezTo>
                  <a:pt x="473595" y="678574"/>
                  <a:pt x="470920" y="675892"/>
                  <a:pt x="469339" y="674262"/>
                </a:cubicBezTo>
                <a:lnTo>
                  <a:pt x="420363" y="621055"/>
                </a:lnTo>
                <a:lnTo>
                  <a:pt x="419031" y="618753"/>
                </a:lnTo>
                <a:close/>
                <a:moveTo>
                  <a:pt x="456802" y="535256"/>
                </a:moveTo>
                <a:lnTo>
                  <a:pt x="462409" y="541252"/>
                </a:lnTo>
                <a:lnTo>
                  <a:pt x="466984" y="547709"/>
                </a:lnTo>
                <a:lnTo>
                  <a:pt x="466986" y="549285"/>
                </a:lnTo>
                <a:close/>
                <a:moveTo>
                  <a:pt x="390450" y="668955"/>
                </a:moveTo>
                <a:lnTo>
                  <a:pt x="396945" y="675573"/>
                </a:lnTo>
                <a:lnTo>
                  <a:pt x="401168" y="683669"/>
                </a:lnTo>
                <a:close/>
                <a:moveTo>
                  <a:pt x="443290" y="550742"/>
                </a:moveTo>
                <a:lnTo>
                  <a:pt x="458583" y="566818"/>
                </a:lnTo>
                <a:lnTo>
                  <a:pt x="467617" y="576263"/>
                </a:lnTo>
                <a:lnTo>
                  <a:pt x="467711" y="579897"/>
                </a:lnTo>
                <a:lnTo>
                  <a:pt x="462860" y="575872"/>
                </a:lnTo>
                <a:lnTo>
                  <a:pt x="460214" y="572588"/>
                </a:lnTo>
                <a:lnTo>
                  <a:pt x="445635" y="555090"/>
                </a:lnTo>
                <a:close/>
                <a:moveTo>
                  <a:pt x="520546" y="384182"/>
                </a:moveTo>
                <a:lnTo>
                  <a:pt x="528705" y="396375"/>
                </a:lnTo>
                <a:lnTo>
                  <a:pt x="538892" y="408336"/>
                </a:lnTo>
                <a:lnTo>
                  <a:pt x="541760" y="413203"/>
                </a:lnTo>
                <a:lnTo>
                  <a:pt x="611927" y="535829"/>
                </a:lnTo>
                <a:lnTo>
                  <a:pt x="598799" y="514518"/>
                </a:lnTo>
                <a:lnTo>
                  <a:pt x="542442" y="428915"/>
                </a:lnTo>
                <a:close/>
                <a:moveTo>
                  <a:pt x="520354" y="383895"/>
                </a:moveTo>
                <a:lnTo>
                  <a:pt x="520487" y="384061"/>
                </a:lnTo>
                <a:lnTo>
                  <a:pt x="520546" y="384182"/>
                </a:lnTo>
                <a:close/>
                <a:moveTo>
                  <a:pt x="463681" y="501135"/>
                </a:moveTo>
                <a:lnTo>
                  <a:pt x="466556" y="503897"/>
                </a:lnTo>
                <a:cubicBezTo>
                  <a:pt x="483759" y="522014"/>
                  <a:pt x="497014" y="536454"/>
                  <a:pt x="507426" y="548096"/>
                </a:cubicBezTo>
                <a:lnTo>
                  <a:pt x="526768" y="570369"/>
                </a:lnTo>
                <a:lnTo>
                  <a:pt x="565612" y="630216"/>
                </a:lnTo>
                <a:lnTo>
                  <a:pt x="548966" y="618012"/>
                </a:lnTo>
                <a:lnTo>
                  <a:pt x="537097" y="608861"/>
                </a:lnTo>
                <a:lnTo>
                  <a:pt x="527715" y="596624"/>
                </a:lnTo>
                <a:lnTo>
                  <a:pt x="487688" y="554542"/>
                </a:lnTo>
                <a:lnTo>
                  <a:pt x="465744" y="516949"/>
                </a:lnTo>
                <a:lnTo>
                  <a:pt x="463713" y="501245"/>
                </a:lnTo>
                <a:close/>
                <a:moveTo>
                  <a:pt x="399722" y="631414"/>
                </a:moveTo>
                <a:lnTo>
                  <a:pt x="400504" y="632034"/>
                </a:lnTo>
                <a:lnTo>
                  <a:pt x="424351" y="663607"/>
                </a:lnTo>
                <a:lnTo>
                  <a:pt x="427906" y="668269"/>
                </a:lnTo>
                <a:lnTo>
                  <a:pt x="427955" y="668748"/>
                </a:lnTo>
                <a:lnTo>
                  <a:pt x="425224" y="665621"/>
                </a:lnTo>
                <a:lnTo>
                  <a:pt x="422166" y="661644"/>
                </a:lnTo>
                <a:close/>
                <a:moveTo>
                  <a:pt x="448201" y="523409"/>
                </a:moveTo>
                <a:lnTo>
                  <a:pt x="456802" y="535256"/>
                </a:lnTo>
                <a:lnTo>
                  <a:pt x="450103" y="528094"/>
                </a:lnTo>
                <a:close/>
                <a:moveTo>
                  <a:pt x="483913" y="448175"/>
                </a:moveTo>
                <a:lnTo>
                  <a:pt x="491976" y="453462"/>
                </a:lnTo>
                <a:lnTo>
                  <a:pt x="493149" y="455047"/>
                </a:lnTo>
                <a:cubicBezTo>
                  <a:pt x="494359" y="456966"/>
                  <a:pt x="496222" y="460120"/>
                  <a:pt x="499560" y="465818"/>
                </a:cubicBezTo>
                <a:lnTo>
                  <a:pt x="501270" y="468734"/>
                </a:lnTo>
                <a:lnTo>
                  <a:pt x="486043" y="452398"/>
                </a:lnTo>
                <a:close/>
                <a:moveTo>
                  <a:pt x="406961" y="606495"/>
                </a:moveTo>
                <a:lnTo>
                  <a:pt x="417176" y="615615"/>
                </a:lnTo>
                <a:lnTo>
                  <a:pt x="417267" y="615706"/>
                </a:lnTo>
                <a:lnTo>
                  <a:pt x="419031" y="618753"/>
                </a:lnTo>
                <a:lnTo>
                  <a:pt x="419265" y="619862"/>
                </a:lnTo>
                <a:close/>
                <a:moveTo>
                  <a:pt x="467444" y="480362"/>
                </a:moveTo>
                <a:lnTo>
                  <a:pt x="496440" y="507669"/>
                </a:lnTo>
                <a:lnTo>
                  <a:pt x="509447" y="515534"/>
                </a:lnTo>
                <a:lnTo>
                  <a:pt x="511715" y="518236"/>
                </a:lnTo>
                <a:lnTo>
                  <a:pt x="530561" y="543265"/>
                </a:lnTo>
                <a:lnTo>
                  <a:pt x="530784" y="543565"/>
                </a:lnTo>
                <a:lnTo>
                  <a:pt x="546363" y="568662"/>
                </a:lnTo>
                <a:lnTo>
                  <a:pt x="575451" y="615270"/>
                </a:lnTo>
                <a:lnTo>
                  <a:pt x="566533" y="609901"/>
                </a:lnTo>
                <a:cubicBezTo>
                  <a:pt x="550548" y="599832"/>
                  <a:pt x="548718" y="596296"/>
                  <a:pt x="531233" y="575511"/>
                </a:cubicBezTo>
                <a:lnTo>
                  <a:pt x="526768" y="570369"/>
                </a:lnTo>
                <a:lnTo>
                  <a:pt x="525655" y="568654"/>
                </a:lnTo>
                <a:cubicBezTo>
                  <a:pt x="509980" y="545716"/>
                  <a:pt x="494130" y="522885"/>
                  <a:pt x="479264" y="499429"/>
                </a:cubicBezTo>
                <a:close/>
                <a:moveTo>
                  <a:pt x="529631" y="348652"/>
                </a:moveTo>
                <a:lnTo>
                  <a:pt x="546192" y="351888"/>
                </a:lnTo>
                <a:lnTo>
                  <a:pt x="547777" y="354966"/>
                </a:lnTo>
                <a:cubicBezTo>
                  <a:pt x="552521" y="365722"/>
                  <a:pt x="557774" y="375967"/>
                  <a:pt x="566828" y="382971"/>
                </a:cubicBezTo>
                <a:lnTo>
                  <a:pt x="573875" y="386003"/>
                </a:lnTo>
                <a:lnTo>
                  <a:pt x="580670" y="402406"/>
                </a:lnTo>
                <a:lnTo>
                  <a:pt x="589588" y="441206"/>
                </a:lnTo>
                <a:lnTo>
                  <a:pt x="575528" y="420174"/>
                </a:lnTo>
                <a:lnTo>
                  <a:pt x="548020" y="385132"/>
                </a:lnTo>
                <a:close/>
                <a:moveTo>
                  <a:pt x="406176" y="605642"/>
                </a:moveTo>
                <a:lnTo>
                  <a:pt x="406961" y="606495"/>
                </a:lnTo>
                <a:lnTo>
                  <a:pt x="406342" y="605942"/>
                </a:lnTo>
                <a:close/>
                <a:moveTo>
                  <a:pt x="357807" y="701695"/>
                </a:moveTo>
                <a:lnTo>
                  <a:pt x="359650" y="703393"/>
                </a:lnTo>
                <a:lnTo>
                  <a:pt x="370039" y="731390"/>
                </a:lnTo>
                <a:lnTo>
                  <a:pt x="376628" y="747457"/>
                </a:lnTo>
                <a:lnTo>
                  <a:pt x="371347" y="742309"/>
                </a:lnTo>
                <a:lnTo>
                  <a:pt x="370656" y="741610"/>
                </a:lnTo>
                <a:lnTo>
                  <a:pt x="359088" y="705885"/>
                </a:lnTo>
                <a:close/>
                <a:moveTo>
                  <a:pt x="514453" y="371733"/>
                </a:moveTo>
                <a:lnTo>
                  <a:pt x="527735" y="389404"/>
                </a:lnTo>
                <a:lnTo>
                  <a:pt x="536046" y="403507"/>
                </a:lnTo>
                <a:lnTo>
                  <a:pt x="520487" y="384061"/>
                </a:lnTo>
                <a:close/>
                <a:moveTo>
                  <a:pt x="357232" y="696877"/>
                </a:moveTo>
                <a:lnTo>
                  <a:pt x="368389" y="701619"/>
                </a:lnTo>
                <a:lnTo>
                  <a:pt x="385162" y="727641"/>
                </a:lnTo>
                <a:lnTo>
                  <a:pt x="376625" y="719035"/>
                </a:lnTo>
                <a:lnTo>
                  <a:pt x="359650" y="703393"/>
                </a:lnTo>
                <a:close/>
                <a:moveTo>
                  <a:pt x="442639" y="509709"/>
                </a:moveTo>
                <a:lnTo>
                  <a:pt x="449729" y="516952"/>
                </a:lnTo>
                <a:lnTo>
                  <a:pt x="466969" y="537983"/>
                </a:lnTo>
                <a:lnTo>
                  <a:pt x="466981" y="546210"/>
                </a:lnTo>
                <a:lnTo>
                  <a:pt x="466765" y="545910"/>
                </a:lnTo>
                <a:lnTo>
                  <a:pt x="462409" y="541252"/>
                </a:lnTo>
                <a:lnTo>
                  <a:pt x="454196" y="529660"/>
                </a:lnTo>
                <a:lnTo>
                  <a:pt x="446265" y="518641"/>
                </a:lnTo>
                <a:close/>
                <a:moveTo>
                  <a:pt x="374268" y="646739"/>
                </a:moveTo>
                <a:lnTo>
                  <a:pt x="390450" y="668955"/>
                </a:lnTo>
                <a:lnTo>
                  <a:pt x="384818" y="663215"/>
                </a:lnTo>
                <a:close/>
                <a:moveTo>
                  <a:pt x="475973" y="432437"/>
                </a:moveTo>
                <a:lnTo>
                  <a:pt x="496320" y="456311"/>
                </a:lnTo>
                <a:lnTo>
                  <a:pt x="491976" y="453462"/>
                </a:lnTo>
                <a:lnTo>
                  <a:pt x="490663" y="451690"/>
                </a:lnTo>
                <a:cubicBezTo>
                  <a:pt x="489221" y="450181"/>
                  <a:pt x="487114" y="448384"/>
                  <a:pt x="477779" y="435842"/>
                </a:cubicBezTo>
                <a:lnTo>
                  <a:pt x="477485" y="435433"/>
                </a:lnTo>
                <a:close/>
                <a:moveTo>
                  <a:pt x="408989" y="566443"/>
                </a:moveTo>
                <a:lnTo>
                  <a:pt x="427192" y="595942"/>
                </a:lnTo>
                <a:lnTo>
                  <a:pt x="429851" y="600211"/>
                </a:lnTo>
                <a:lnTo>
                  <a:pt x="413678" y="591591"/>
                </a:lnTo>
                <a:close/>
                <a:moveTo>
                  <a:pt x="348064" y="692716"/>
                </a:moveTo>
                <a:lnTo>
                  <a:pt x="350366" y="693958"/>
                </a:lnTo>
                <a:lnTo>
                  <a:pt x="356201" y="696438"/>
                </a:lnTo>
                <a:lnTo>
                  <a:pt x="357807" y="701695"/>
                </a:lnTo>
                <a:close/>
                <a:moveTo>
                  <a:pt x="352144" y="683166"/>
                </a:moveTo>
                <a:lnTo>
                  <a:pt x="357232" y="696877"/>
                </a:lnTo>
                <a:lnTo>
                  <a:pt x="356201" y="696438"/>
                </a:lnTo>
                <a:close/>
                <a:moveTo>
                  <a:pt x="396156" y="582252"/>
                </a:moveTo>
                <a:lnTo>
                  <a:pt x="413678" y="591591"/>
                </a:lnTo>
                <a:lnTo>
                  <a:pt x="416553" y="607016"/>
                </a:lnTo>
                <a:lnTo>
                  <a:pt x="418687" y="617123"/>
                </a:lnTo>
                <a:lnTo>
                  <a:pt x="417267" y="615706"/>
                </a:lnTo>
                <a:lnTo>
                  <a:pt x="409575" y="602415"/>
                </a:lnTo>
                <a:close/>
                <a:moveTo>
                  <a:pt x="407972" y="548668"/>
                </a:moveTo>
                <a:lnTo>
                  <a:pt x="433596" y="572599"/>
                </a:lnTo>
                <a:cubicBezTo>
                  <a:pt x="446841" y="587439"/>
                  <a:pt x="458032" y="603912"/>
                  <a:pt x="469033" y="620544"/>
                </a:cubicBezTo>
                <a:lnTo>
                  <a:pt x="469651" y="621425"/>
                </a:lnTo>
                <a:lnTo>
                  <a:pt x="463376" y="618080"/>
                </a:lnTo>
                <a:lnTo>
                  <a:pt x="425349" y="576042"/>
                </a:lnTo>
                <a:lnTo>
                  <a:pt x="407888" y="555644"/>
                </a:lnTo>
                <a:close/>
                <a:moveTo>
                  <a:pt x="346322" y="667475"/>
                </a:moveTo>
                <a:lnTo>
                  <a:pt x="348260" y="670457"/>
                </a:lnTo>
                <a:lnTo>
                  <a:pt x="352144" y="683166"/>
                </a:lnTo>
                <a:close/>
                <a:moveTo>
                  <a:pt x="384913" y="586810"/>
                </a:moveTo>
                <a:lnTo>
                  <a:pt x="406342" y="605942"/>
                </a:lnTo>
                <a:lnTo>
                  <a:pt x="422498" y="635181"/>
                </a:lnTo>
                <a:lnTo>
                  <a:pt x="422899" y="637079"/>
                </a:lnTo>
                <a:lnTo>
                  <a:pt x="414774" y="626122"/>
                </a:lnTo>
                <a:close/>
                <a:moveTo>
                  <a:pt x="500356" y="342933"/>
                </a:moveTo>
                <a:lnTo>
                  <a:pt x="517525" y="346287"/>
                </a:lnTo>
                <a:lnTo>
                  <a:pt x="548020" y="385132"/>
                </a:lnTo>
                <a:lnTo>
                  <a:pt x="587326" y="463110"/>
                </a:lnTo>
                <a:lnTo>
                  <a:pt x="589627" y="468480"/>
                </a:lnTo>
                <a:lnTo>
                  <a:pt x="563489" y="437318"/>
                </a:lnTo>
                <a:lnTo>
                  <a:pt x="555648" y="426540"/>
                </a:lnTo>
                <a:lnTo>
                  <a:pt x="527735" y="389404"/>
                </a:lnTo>
                <a:lnTo>
                  <a:pt x="515094" y="367955"/>
                </a:lnTo>
                <a:lnTo>
                  <a:pt x="501738" y="345756"/>
                </a:lnTo>
                <a:close/>
                <a:moveTo>
                  <a:pt x="408173" y="531939"/>
                </a:moveTo>
                <a:lnTo>
                  <a:pt x="444475" y="572100"/>
                </a:lnTo>
                <a:lnTo>
                  <a:pt x="429685" y="559322"/>
                </a:lnTo>
                <a:lnTo>
                  <a:pt x="408051" y="542107"/>
                </a:lnTo>
                <a:close/>
                <a:moveTo>
                  <a:pt x="311751" y="731203"/>
                </a:moveTo>
                <a:lnTo>
                  <a:pt x="316105" y="735975"/>
                </a:lnTo>
                <a:lnTo>
                  <a:pt x="320231" y="740577"/>
                </a:lnTo>
                <a:lnTo>
                  <a:pt x="343137" y="779993"/>
                </a:lnTo>
                <a:lnTo>
                  <a:pt x="372913" y="827234"/>
                </a:lnTo>
                <a:lnTo>
                  <a:pt x="355822" y="825331"/>
                </a:lnTo>
                <a:lnTo>
                  <a:pt x="337008" y="785029"/>
                </a:lnTo>
                <a:close/>
                <a:moveTo>
                  <a:pt x="449077" y="443603"/>
                </a:moveTo>
                <a:lnTo>
                  <a:pt x="465910" y="456462"/>
                </a:lnTo>
                <a:lnTo>
                  <a:pt x="510282" y="516039"/>
                </a:lnTo>
                <a:lnTo>
                  <a:pt x="509447" y="515534"/>
                </a:lnTo>
                <a:close/>
                <a:moveTo>
                  <a:pt x="380954" y="581598"/>
                </a:moveTo>
                <a:lnTo>
                  <a:pt x="384913" y="586810"/>
                </a:lnTo>
                <a:lnTo>
                  <a:pt x="384000" y="585995"/>
                </a:lnTo>
                <a:close/>
                <a:moveTo>
                  <a:pt x="383737" y="575632"/>
                </a:moveTo>
                <a:lnTo>
                  <a:pt x="392038" y="580057"/>
                </a:lnTo>
                <a:lnTo>
                  <a:pt x="406176" y="605642"/>
                </a:lnTo>
                <a:lnTo>
                  <a:pt x="401337" y="600385"/>
                </a:lnTo>
                <a:close/>
                <a:moveTo>
                  <a:pt x="317404" y="711797"/>
                </a:moveTo>
                <a:lnTo>
                  <a:pt x="346068" y="739416"/>
                </a:lnTo>
                <a:lnTo>
                  <a:pt x="353589" y="753249"/>
                </a:lnTo>
                <a:lnTo>
                  <a:pt x="342608" y="740236"/>
                </a:lnTo>
                <a:close/>
                <a:moveTo>
                  <a:pt x="474853" y="382975"/>
                </a:moveTo>
                <a:lnTo>
                  <a:pt x="491056" y="407636"/>
                </a:lnTo>
                <a:cubicBezTo>
                  <a:pt x="525462" y="461426"/>
                  <a:pt x="512324" y="450761"/>
                  <a:pt x="568915" y="510746"/>
                </a:cubicBezTo>
                <a:lnTo>
                  <a:pt x="572726" y="515011"/>
                </a:lnTo>
                <a:lnTo>
                  <a:pt x="560312" y="503399"/>
                </a:lnTo>
                <a:lnTo>
                  <a:pt x="524294" y="474870"/>
                </a:lnTo>
                <a:lnTo>
                  <a:pt x="490161" y="410407"/>
                </a:lnTo>
                <a:close/>
                <a:moveTo>
                  <a:pt x="422433" y="489066"/>
                </a:moveTo>
                <a:lnTo>
                  <a:pt x="432051" y="498893"/>
                </a:lnTo>
                <a:lnTo>
                  <a:pt x="446265" y="518641"/>
                </a:lnTo>
                <a:lnTo>
                  <a:pt x="448201" y="523409"/>
                </a:lnTo>
                <a:lnTo>
                  <a:pt x="432939" y="502386"/>
                </a:lnTo>
                <a:close/>
                <a:moveTo>
                  <a:pt x="492202" y="341339"/>
                </a:moveTo>
                <a:lnTo>
                  <a:pt x="499997" y="342862"/>
                </a:lnTo>
                <a:lnTo>
                  <a:pt x="501738" y="345756"/>
                </a:lnTo>
                <a:lnTo>
                  <a:pt x="514453" y="371733"/>
                </a:lnTo>
                <a:lnTo>
                  <a:pt x="498126" y="350011"/>
                </a:lnTo>
                <a:lnTo>
                  <a:pt x="496493" y="348234"/>
                </a:lnTo>
                <a:lnTo>
                  <a:pt x="494239" y="344865"/>
                </a:lnTo>
                <a:close/>
                <a:moveTo>
                  <a:pt x="443497" y="441734"/>
                </a:moveTo>
                <a:lnTo>
                  <a:pt x="467444" y="480362"/>
                </a:lnTo>
                <a:lnTo>
                  <a:pt x="453621" y="467344"/>
                </a:lnTo>
                <a:lnTo>
                  <a:pt x="453153" y="465773"/>
                </a:lnTo>
                <a:close/>
                <a:moveTo>
                  <a:pt x="408384" y="514344"/>
                </a:moveTo>
                <a:lnTo>
                  <a:pt x="415725" y="521768"/>
                </a:lnTo>
                <a:cubicBezTo>
                  <a:pt x="425721" y="532296"/>
                  <a:pt x="434113" y="541600"/>
                  <a:pt x="441370" y="549972"/>
                </a:cubicBezTo>
                <a:lnTo>
                  <a:pt x="445635" y="555090"/>
                </a:lnTo>
                <a:lnTo>
                  <a:pt x="451972" y="566838"/>
                </a:lnTo>
                <a:lnTo>
                  <a:pt x="433248" y="551304"/>
                </a:lnTo>
                <a:lnTo>
                  <a:pt x="408191" y="530441"/>
                </a:lnTo>
                <a:close/>
                <a:moveTo>
                  <a:pt x="447689" y="431997"/>
                </a:moveTo>
                <a:lnTo>
                  <a:pt x="448338" y="431769"/>
                </a:lnTo>
                <a:lnTo>
                  <a:pt x="480616" y="446576"/>
                </a:lnTo>
                <a:lnTo>
                  <a:pt x="486043" y="452398"/>
                </a:lnTo>
                <a:lnTo>
                  <a:pt x="486625" y="453551"/>
                </a:lnTo>
                <a:lnTo>
                  <a:pt x="497958" y="479735"/>
                </a:lnTo>
                <a:lnTo>
                  <a:pt x="483037" y="469545"/>
                </a:lnTo>
                <a:lnTo>
                  <a:pt x="465910" y="456462"/>
                </a:lnTo>
                <a:close/>
                <a:moveTo>
                  <a:pt x="402594" y="525781"/>
                </a:moveTo>
                <a:lnTo>
                  <a:pt x="408191" y="530441"/>
                </a:lnTo>
                <a:lnTo>
                  <a:pt x="408173" y="531939"/>
                </a:lnTo>
                <a:lnTo>
                  <a:pt x="403017" y="526236"/>
                </a:lnTo>
                <a:close/>
                <a:moveTo>
                  <a:pt x="341194" y="653656"/>
                </a:moveTo>
                <a:lnTo>
                  <a:pt x="346322" y="667475"/>
                </a:lnTo>
                <a:lnTo>
                  <a:pt x="341293" y="659738"/>
                </a:lnTo>
                <a:close/>
                <a:moveTo>
                  <a:pt x="377153" y="576594"/>
                </a:moveTo>
                <a:lnTo>
                  <a:pt x="378297" y="577763"/>
                </a:lnTo>
                <a:lnTo>
                  <a:pt x="380954" y="581598"/>
                </a:lnTo>
                <a:close/>
                <a:moveTo>
                  <a:pt x="440678" y="437187"/>
                </a:moveTo>
                <a:lnTo>
                  <a:pt x="442110" y="438281"/>
                </a:lnTo>
                <a:lnTo>
                  <a:pt x="443497" y="441734"/>
                </a:lnTo>
                <a:close/>
                <a:moveTo>
                  <a:pt x="381006" y="559487"/>
                </a:moveTo>
                <a:lnTo>
                  <a:pt x="396156" y="582252"/>
                </a:lnTo>
                <a:lnTo>
                  <a:pt x="392038" y="580057"/>
                </a:lnTo>
                <a:lnTo>
                  <a:pt x="381125" y="560307"/>
                </a:lnTo>
                <a:close/>
                <a:moveTo>
                  <a:pt x="440586" y="434488"/>
                </a:moveTo>
                <a:lnTo>
                  <a:pt x="441236" y="434260"/>
                </a:lnTo>
                <a:lnTo>
                  <a:pt x="449077" y="443603"/>
                </a:lnTo>
                <a:lnTo>
                  <a:pt x="442110" y="438281"/>
                </a:lnTo>
                <a:close/>
                <a:moveTo>
                  <a:pt x="340998" y="641697"/>
                </a:moveTo>
                <a:lnTo>
                  <a:pt x="343907" y="645956"/>
                </a:lnTo>
                <a:lnTo>
                  <a:pt x="349804" y="659173"/>
                </a:lnTo>
                <a:cubicBezTo>
                  <a:pt x="350305" y="659658"/>
                  <a:pt x="352406" y="661568"/>
                  <a:pt x="355391" y="664363"/>
                </a:cubicBezTo>
                <a:lnTo>
                  <a:pt x="358570" y="667428"/>
                </a:lnTo>
                <a:lnTo>
                  <a:pt x="375916" y="692829"/>
                </a:lnTo>
                <a:lnTo>
                  <a:pt x="383558" y="705710"/>
                </a:lnTo>
                <a:lnTo>
                  <a:pt x="377227" y="705376"/>
                </a:lnTo>
                <a:lnTo>
                  <a:pt x="368389" y="701619"/>
                </a:lnTo>
                <a:lnTo>
                  <a:pt x="353405" y="678373"/>
                </a:lnTo>
                <a:lnTo>
                  <a:pt x="348260" y="670457"/>
                </a:lnTo>
                <a:lnTo>
                  <a:pt x="341085" y="646978"/>
                </a:lnTo>
                <a:close/>
                <a:moveTo>
                  <a:pt x="485212" y="339974"/>
                </a:moveTo>
                <a:lnTo>
                  <a:pt x="489714" y="340853"/>
                </a:lnTo>
                <a:lnTo>
                  <a:pt x="496493" y="348234"/>
                </a:lnTo>
                <a:lnTo>
                  <a:pt x="520354" y="383895"/>
                </a:lnTo>
                <a:close/>
                <a:moveTo>
                  <a:pt x="438460" y="435233"/>
                </a:moveTo>
                <a:lnTo>
                  <a:pt x="439287" y="434943"/>
                </a:lnTo>
                <a:lnTo>
                  <a:pt x="440678" y="437187"/>
                </a:lnTo>
                <a:lnTo>
                  <a:pt x="439659" y="436409"/>
                </a:lnTo>
                <a:close/>
                <a:moveTo>
                  <a:pt x="410297" y="493478"/>
                </a:moveTo>
                <a:lnTo>
                  <a:pt x="415964" y="500085"/>
                </a:lnTo>
                <a:lnTo>
                  <a:pt x="443290" y="550742"/>
                </a:lnTo>
                <a:lnTo>
                  <a:pt x="415725" y="521768"/>
                </a:lnTo>
                <a:lnTo>
                  <a:pt x="408389" y="513919"/>
                </a:lnTo>
                <a:lnTo>
                  <a:pt x="408524" y="502687"/>
                </a:lnTo>
                <a:close/>
                <a:moveTo>
                  <a:pt x="358260" y="601419"/>
                </a:moveTo>
                <a:lnTo>
                  <a:pt x="360127" y="603043"/>
                </a:lnTo>
                <a:lnTo>
                  <a:pt x="360201" y="603095"/>
                </a:lnTo>
                <a:lnTo>
                  <a:pt x="375214" y="617171"/>
                </a:lnTo>
                <a:cubicBezTo>
                  <a:pt x="386965" y="628282"/>
                  <a:pt x="402281" y="642894"/>
                  <a:pt x="422279" y="662250"/>
                </a:cubicBezTo>
                <a:lnTo>
                  <a:pt x="425224" y="665621"/>
                </a:lnTo>
                <a:lnTo>
                  <a:pt x="428006" y="669239"/>
                </a:lnTo>
                <a:lnTo>
                  <a:pt x="432382" y="711675"/>
                </a:lnTo>
                <a:lnTo>
                  <a:pt x="431730" y="711023"/>
                </a:lnTo>
                <a:lnTo>
                  <a:pt x="396945" y="675573"/>
                </a:lnTo>
                <a:close/>
                <a:moveTo>
                  <a:pt x="410908" y="490300"/>
                </a:moveTo>
                <a:lnTo>
                  <a:pt x="422861" y="503223"/>
                </a:lnTo>
                <a:lnTo>
                  <a:pt x="451417" y="540053"/>
                </a:lnTo>
                <a:lnTo>
                  <a:pt x="456226" y="547024"/>
                </a:lnTo>
                <a:lnTo>
                  <a:pt x="415964" y="500085"/>
                </a:lnTo>
                <a:lnTo>
                  <a:pt x="410850" y="490604"/>
                </a:lnTo>
                <a:close/>
                <a:moveTo>
                  <a:pt x="423491" y="462547"/>
                </a:moveTo>
                <a:lnTo>
                  <a:pt x="449173" y="487205"/>
                </a:lnTo>
                <a:lnTo>
                  <a:pt x="461215" y="509189"/>
                </a:lnTo>
                <a:lnTo>
                  <a:pt x="465744" y="516949"/>
                </a:lnTo>
                <a:lnTo>
                  <a:pt x="466952" y="526285"/>
                </a:lnTo>
                <a:lnTo>
                  <a:pt x="466961" y="532491"/>
                </a:lnTo>
                <a:lnTo>
                  <a:pt x="440337" y="504040"/>
                </a:lnTo>
                <a:close/>
                <a:moveTo>
                  <a:pt x="411565" y="486887"/>
                </a:moveTo>
                <a:lnTo>
                  <a:pt x="450103" y="528094"/>
                </a:lnTo>
                <a:lnTo>
                  <a:pt x="456450" y="543726"/>
                </a:lnTo>
                <a:lnTo>
                  <a:pt x="428951" y="509806"/>
                </a:lnTo>
                <a:lnTo>
                  <a:pt x="422861" y="503223"/>
                </a:lnTo>
                <a:lnTo>
                  <a:pt x="411293" y="488302"/>
                </a:lnTo>
                <a:close/>
                <a:moveTo>
                  <a:pt x="315115" y="682486"/>
                </a:moveTo>
                <a:lnTo>
                  <a:pt x="328414" y="698850"/>
                </a:lnTo>
                <a:lnTo>
                  <a:pt x="370656" y="741610"/>
                </a:lnTo>
                <a:lnTo>
                  <a:pt x="385227" y="786610"/>
                </a:lnTo>
                <a:lnTo>
                  <a:pt x="380421" y="781373"/>
                </a:lnTo>
                <a:cubicBezTo>
                  <a:pt x="370995" y="768751"/>
                  <a:pt x="361961" y="755694"/>
                  <a:pt x="351195" y="744356"/>
                </a:cubicBezTo>
                <a:lnTo>
                  <a:pt x="346068" y="739416"/>
                </a:lnTo>
                <a:close/>
                <a:moveTo>
                  <a:pt x="413360" y="477564"/>
                </a:moveTo>
                <a:lnTo>
                  <a:pt x="422433" y="489066"/>
                </a:lnTo>
                <a:lnTo>
                  <a:pt x="413001" y="479430"/>
                </a:lnTo>
                <a:close/>
                <a:moveTo>
                  <a:pt x="306291" y="699258"/>
                </a:moveTo>
                <a:lnTo>
                  <a:pt x="317404" y="711797"/>
                </a:lnTo>
                <a:lnTo>
                  <a:pt x="308286" y="703013"/>
                </a:lnTo>
                <a:lnTo>
                  <a:pt x="307909" y="702460"/>
                </a:lnTo>
                <a:close/>
                <a:moveTo>
                  <a:pt x="414562" y="471317"/>
                </a:moveTo>
                <a:lnTo>
                  <a:pt x="436673" y="500124"/>
                </a:lnTo>
                <a:lnTo>
                  <a:pt x="440337" y="504040"/>
                </a:lnTo>
                <a:lnTo>
                  <a:pt x="442639" y="509709"/>
                </a:lnTo>
                <a:lnTo>
                  <a:pt x="432051" y="498893"/>
                </a:lnTo>
                <a:lnTo>
                  <a:pt x="414065" y="473903"/>
                </a:lnTo>
                <a:close/>
                <a:moveTo>
                  <a:pt x="368003" y="567246"/>
                </a:moveTo>
                <a:lnTo>
                  <a:pt x="371447" y="569082"/>
                </a:lnTo>
                <a:lnTo>
                  <a:pt x="377153" y="576594"/>
                </a:lnTo>
                <a:close/>
                <a:moveTo>
                  <a:pt x="425635" y="443485"/>
                </a:moveTo>
                <a:lnTo>
                  <a:pt x="428892" y="440716"/>
                </a:lnTo>
                <a:lnTo>
                  <a:pt x="439696" y="454230"/>
                </a:lnTo>
                <a:lnTo>
                  <a:pt x="453621" y="467344"/>
                </a:lnTo>
                <a:lnTo>
                  <a:pt x="463681" y="501135"/>
                </a:lnTo>
                <a:lnTo>
                  <a:pt x="449173" y="487205"/>
                </a:lnTo>
                <a:lnTo>
                  <a:pt x="437756" y="466363"/>
                </a:lnTo>
                <a:close/>
                <a:moveTo>
                  <a:pt x="405756" y="481160"/>
                </a:moveTo>
                <a:lnTo>
                  <a:pt x="411293" y="488302"/>
                </a:lnTo>
                <a:lnTo>
                  <a:pt x="410908" y="490300"/>
                </a:lnTo>
                <a:lnTo>
                  <a:pt x="410375" y="489723"/>
                </a:lnTo>
                <a:close/>
                <a:moveTo>
                  <a:pt x="432159" y="423446"/>
                </a:moveTo>
                <a:lnTo>
                  <a:pt x="439815" y="432567"/>
                </a:lnTo>
                <a:lnTo>
                  <a:pt x="440586" y="434488"/>
                </a:lnTo>
                <a:lnTo>
                  <a:pt x="439287" y="434943"/>
                </a:lnTo>
                <a:close/>
                <a:moveTo>
                  <a:pt x="418163" y="452610"/>
                </a:moveTo>
                <a:lnTo>
                  <a:pt x="423270" y="462001"/>
                </a:lnTo>
                <a:lnTo>
                  <a:pt x="423491" y="462547"/>
                </a:lnTo>
                <a:lnTo>
                  <a:pt x="417380" y="456679"/>
                </a:lnTo>
                <a:close/>
                <a:moveTo>
                  <a:pt x="334266" y="624668"/>
                </a:moveTo>
                <a:lnTo>
                  <a:pt x="340962" y="639449"/>
                </a:lnTo>
                <a:lnTo>
                  <a:pt x="340998" y="641697"/>
                </a:lnTo>
                <a:lnTo>
                  <a:pt x="338233" y="637646"/>
                </a:lnTo>
                <a:close/>
                <a:moveTo>
                  <a:pt x="471673" y="337329"/>
                </a:moveTo>
                <a:lnTo>
                  <a:pt x="482164" y="339378"/>
                </a:lnTo>
                <a:lnTo>
                  <a:pt x="510795" y="380846"/>
                </a:lnTo>
                <a:lnTo>
                  <a:pt x="542442" y="428915"/>
                </a:lnTo>
                <a:lnTo>
                  <a:pt x="551691" y="447811"/>
                </a:lnTo>
                <a:lnTo>
                  <a:pt x="498711" y="374738"/>
                </a:lnTo>
                <a:close/>
                <a:moveTo>
                  <a:pt x="403557" y="478325"/>
                </a:moveTo>
                <a:lnTo>
                  <a:pt x="405138" y="480015"/>
                </a:lnTo>
                <a:lnTo>
                  <a:pt x="405756" y="481160"/>
                </a:lnTo>
                <a:close/>
                <a:moveTo>
                  <a:pt x="331141" y="627261"/>
                </a:moveTo>
                <a:lnTo>
                  <a:pt x="338233" y="637646"/>
                </a:lnTo>
                <a:lnTo>
                  <a:pt x="341085" y="646978"/>
                </a:lnTo>
                <a:lnTo>
                  <a:pt x="341194" y="653656"/>
                </a:lnTo>
                <a:lnTo>
                  <a:pt x="332281" y="629637"/>
                </a:lnTo>
                <a:close/>
                <a:moveTo>
                  <a:pt x="363506" y="558693"/>
                </a:moveTo>
                <a:lnTo>
                  <a:pt x="377018" y="566182"/>
                </a:lnTo>
                <a:lnTo>
                  <a:pt x="383737" y="575632"/>
                </a:lnTo>
                <a:lnTo>
                  <a:pt x="371447" y="569082"/>
                </a:lnTo>
                <a:lnTo>
                  <a:pt x="367497" y="563882"/>
                </a:lnTo>
                <a:close/>
                <a:moveTo>
                  <a:pt x="380380" y="523018"/>
                </a:moveTo>
                <a:lnTo>
                  <a:pt x="386276" y="528405"/>
                </a:lnTo>
                <a:lnTo>
                  <a:pt x="386636" y="528742"/>
                </a:lnTo>
                <a:lnTo>
                  <a:pt x="386728" y="528887"/>
                </a:lnTo>
                <a:cubicBezTo>
                  <a:pt x="390362" y="534107"/>
                  <a:pt x="394886" y="540094"/>
                  <a:pt x="401067" y="547676"/>
                </a:cubicBezTo>
                <a:lnTo>
                  <a:pt x="407888" y="555644"/>
                </a:lnTo>
                <a:lnTo>
                  <a:pt x="407833" y="560239"/>
                </a:lnTo>
                <a:lnTo>
                  <a:pt x="408989" y="566443"/>
                </a:lnTo>
                <a:lnTo>
                  <a:pt x="394777" y="543411"/>
                </a:lnTo>
                <a:cubicBezTo>
                  <a:pt x="394378" y="542759"/>
                  <a:pt x="391317" y="538361"/>
                  <a:pt x="386137" y="531053"/>
                </a:cubicBezTo>
                <a:close/>
                <a:moveTo>
                  <a:pt x="308950" y="671146"/>
                </a:moveTo>
                <a:lnTo>
                  <a:pt x="327945" y="674176"/>
                </a:lnTo>
                <a:lnTo>
                  <a:pt x="348064" y="692716"/>
                </a:lnTo>
                <a:lnTo>
                  <a:pt x="309312" y="671811"/>
                </a:lnTo>
                <a:close/>
                <a:moveTo>
                  <a:pt x="336188" y="613013"/>
                </a:moveTo>
                <a:lnTo>
                  <a:pt x="354019" y="631828"/>
                </a:lnTo>
                <a:lnTo>
                  <a:pt x="384818" y="663215"/>
                </a:lnTo>
                <a:lnTo>
                  <a:pt x="415474" y="711092"/>
                </a:lnTo>
                <a:lnTo>
                  <a:pt x="423323" y="726137"/>
                </a:lnTo>
                <a:lnTo>
                  <a:pt x="435006" y="743052"/>
                </a:lnTo>
                <a:lnTo>
                  <a:pt x="436569" y="763029"/>
                </a:lnTo>
                <a:lnTo>
                  <a:pt x="443785" y="794273"/>
                </a:lnTo>
                <a:lnTo>
                  <a:pt x="415930" y="758658"/>
                </a:lnTo>
                <a:lnTo>
                  <a:pt x="413545" y="756253"/>
                </a:lnTo>
                <a:lnTo>
                  <a:pt x="383558" y="705710"/>
                </a:lnTo>
                <a:lnTo>
                  <a:pt x="387963" y="705942"/>
                </a:lnTo>
                <a:cubicBezTo>
                  <a:pt x="392065" y="702161"/>
                  <a:pt x="378409" y="686953"/>
                  <a:pt x="366287" y="674868"/>
                </a:cubicBezTo>
                <a:lnTo>
                  <a:pt x="358570" y="667428"/>
                </a:lnTo>
                <a:lnTo>
                  <a:pt x="343907" y="645956"/>
                </a:lnTo>
                <a:lnTo>
                  <a:pt x="343768" y="645644"/>
                </a:lnTo>
                <a:lnTo>
                  <a:pt x="340962" y="639449"/>
                </a:lnTo>
                <a:lnTo>
                  <a:pt x="340869" y="633757"/>
                </a:lnTo>
                <a:close/>
                <a:moveTo>
                  <a:pt x="305445" y="670587"/>
                </a:moveTo>
                <a:lnTo>
                  <a:pt x="307714" y="670949"/>
                </a:lnTo>
                <a:lnTo>
                  <a:pt x="309312" y="671811"/>
                </a:lnTo>
                <a:lnTo>
                  <a:pt x="315115" y="682486"/>
                </a:lnTo>
                <a:close/>
                <a:moveTo>
                  <a:pt x="379051" y="516782"/>
                </a:moveTo>
                <a:lnTo>
                  <a:pt x="398897" y="534823"/>
                </a:lnTo>
                <a:lnTo>
                  <a:pt x="408051" y="542107"/>
                </a:lnTo>
                <a:lnTo>
                  <a:pt x="407972" y="548668"/>
                </a:lnTo>
                <a:lnTo>
                  <a:pt x="386636" y="528742"/>
                </a:lnTo>
                <a:close/>
                <a:moveTo>
                  <a:pt x="356690" y="561217"/>
                </a:moveTo>
                <a:lnTo>
                  <a:pt x="356731" y="561238"/>
                </a:lnTo>
                <a:lnTo>
                  <a:pt x="367718" y="571458"/>
                </a:lnTo>
                <a:lnTo>
                  <a:pt x="384000" y="585995"/>
                </a:lnTo>
                <a:lnTo>
                  <a:pt x="406252" y="618115"/>
                </a:lnTo>
                <a:lnTo>
                  <a:pt x="424095" y="642747"/>
                </a:lnTo>
                <a:lnTo>
                  <a:pt x="426124" y="652358"/>
                </a:lnTo>
                <a:lnTo>
                  <a:pt x="400504" y="632034"/>
                </a:lnTo>
                <a:lnTo>
                  <a:pt x="395818" y="625829"/>
                </a:lnTo>
                <a:lnTo>
                  <a:pt x="385694" y="611020"/>
                </a:lnTo>
                <a:cubicBezTo>
                  <a:pt x="376343" y="596285"/>
                  <a:pt x="375176" y="590806"/>
                  <a:pt x="359043" y="564844"/>
                </a:cubicBezTo>
                <a:close/>
                <a:moveTo>
                  <a:pt x="426604" y="403994"/>
                </a:moveTo>
                <a:lnTo>
                  <a:pt x="432536" y="411652"/>
                </a:lnTo>
                <a:lnTo>
                  <a:pt x="447689" y="431997"/>
                </a:lnTo>
                <a:lnTo>
                  <a:pt x="441236" y="434260"/>
                </a:lnTo>
                <a:lnTo>
                  <a:pt x="439815" y="432567"/>
                </a:lnTo>
                <a:lnTo>
                  <a:pt x="438327" y="428862"/>
                </a:lnTo>
                <a:close/>
                <a:moveTo>
                  <a:pt x="465436" y="315151"/>
                </a:moveTo>
                <a:lnTo>
                  <a:pt x="476482" y="329063"/>
                </a:lnTo>
                <a:lnTo>
                  <a:pt x="485212" y="339974"/>
                </a:lnTo>
                <a:lnTo>
                  <a:pt x="482164" y="339378"/>
                </a:lnTo>
                <a:close/>
                <a:moveTo>
                  <a:pt x="394784" y="460820"/>
                </a:moveTo>
                <a:lnTo>
                  <a:pt x="413001" y="479430"/>
                </a:lnTo>
                <a:lnTo>
                  <a:pt x="411565" y="486887"/>
                </a:lnTo>
                <a:lnTo>
                  <a:pt x="405138" y="480015"/>
                </a:lnTo>
                <a:close/>
                <a:moveTo>
                  <a:pt x="350310" y="551378"/>
                </a:moveTo>
                <a:lnTo>
                  <a:pt x="355033" y="553996"/>
                </a:lnTo>
                <a:lnTo>
                  <a:pt x="368003" y="567246"/>
                </a:lnTo>
                <a:lnTo>
                  <a:pt x="356731" y="561238"/>
                </a:lnTo>
                <a:lnTo>
                  <a:pt x="356664" y="561176"/>
                </a:lnTo>
                <a:close/>
                <a:moveTo>
                  <a:pt x="251202" y="756144"/>
                </a:moveTo>
                <a:lnTo>
                  <a:pt x="262652" y="757517"/>
                </a:lnTo>
                <a:lnTo>
                  <a:pt x="287915" y="777251"/>
                </a:lnTo>
                <a:lnTo>
                  <a:pt x="310110" y="794793"/>
                </a:lnTo>
                <a:lnTo>
                  <a:pt x="334532" y="822941"/>
                </a:lnTo>
                <a:lnTo>
                  <a:pt x="307205" y="815251"/>
                </a:lnTo>
                <a:lnTo>
                  <a:pt x="270828" y="779751"/>
                </a:lnTo>
                <a:close/>
                <a:moveTo>
                  <a:pt x="285566" y="680927"/>
                </a:moveTo>
                <a:lnTo>
                  <a:pt x="307810" y="702553"/>
                </a:lnTo>
                <a:lnTo>
                  <a:pt x="308286" y="703013"/>
                </a:lnTo>
                <a:lnTo>
                  <a:pt x="349092" y="762676"/>
                </a:lnTo>
                <a:lnTo>
                  <a:pt x="368251" y="794378"/>
                </a:lnTo>
                <a:lnTo>
                  <a:pt x="359625" y="784512"/>
                </a:lnTo>
                <a:lnTo>
                  <a:pt x="320231" y="740577"/>
                </a:lnTo>
                <a:close/>
                <a:moveTo>
                  <a:pt x="367596" y="506349"/>
                </a:moveTo>
                <a:lnTo>
                  <a:pt x="368150" y="506871"/>
                </a:lnTo>
                <a:lnTo>
                  <a:pt x="370051" y="508600"/>
                </a:lnTo>
                <a:lnTo>
                  <a:pt x="380380" y="523018"/>
                </a:lnTo>
                <a:lnTo>
                  <a:pt x="370331" y="513835"/>
                </a:lnTo>
                <a:close/>
                <a:moveTo>
                  <a:pt x="461173" y="309782"/>
                </a:moveTo>
                <a:lnTo>
                  <a:pt x="463412" y="312219"/>
                </a:lnTo>
                <a:lnTo>
                  <a:pt x="465436" y="315151"/>
                </a:lnTo>
                <a:close/>
                <a:moveTo>
                  <a:pt x="504678" y="218946"/>
                </a:moveTo>
                <a:lnTo>
                  <a:pt x="513023" y="239091"/>
                </a:lnTo>
                <a:lnTo>
                  <a:pt x="510816" y="236902"/>
                </a:lnTo>
                <a:lnTo>
                  <a:pt x="506106" y="224787"/>
                </a:lnTo>
                <a:close/>
                <a:moveTo>
                  <a:pt x="322035" y="598078"/>
                </a:moveTo>
                <a:lnTo>
                  <a:pt x="329033" y="605462"/>
                </a:lnTo>
                <a:lnTo>
                  <a:pt x="331425" y="615371"/>
                </a:lnTo>
                <a:lnTo>
                  <a:pt x="334266" y="624668"/>
                </a:lnTo>
                <a:lnTo>
                  <a:pt x="328925" y="612878"/>
                </a:lnTo>
                <a:close/>
                <a:moveTo>
                  <a:pt x="325672" y="572647"/>
                </a:moveTo>
                <a:lnTo>
                  <a:pt x="327118" y="574338"/>
                </a:lnTo>
                <a:lnTo>
                  <a:pt x="330960" y="577679"/>
                </a:lnTo>
                <a:lnTo>
                  <a:pt x="369168" y="638773"/>
                </a:lnTo>
                <a:lnTo>
                  <a:pt x="374268" y="646739"/>
                </a:lnTo>
                <a:lnTo>
                  <a:pt x="329463" y="585228"/>
                </a:lnTo>
                <a:close/>
                <a:moveTo>
                  <a:pt x="438700" y="330886"/>
                </a:moveTo>
                <a:lnTo>
                  <a:pt x="446654" y="332440"/>
                </a:lnTo>
                <a:lnTo>
                  <a:pt x="474853" y="382975"/>
                </a:lnTo>
                <a:lnTo>
                  <a:pt x="473058" y="380242"/>
                </a:lnTo>
                <a:cubicBezTo>
                  <a:pt x="464643" y="367723"/>
                  <a:pt x="457479" y="357315"/>
                  <a:pt x="451269" y="348460"/>
                </a:cubicBezTo>
                <a:close/>
                <a:moveTo>
                  <a:pt x="321512" y="574313"/>
                </a:moveTo>
                <a:lnTo>
                  <a:pt x="329463" y="585228"/>
                </a:lnTo>
                <a:lnTo>
                  <a:pt x="331279" y="591256"/>
                </a:lnTo>
                <a:lnTo>
                  <a:pt x="336188" y="613013"/>
                </a:lnTo>
                <a:lnTo>
                  <a:pt x="329033" y="605462"/>
                </a:lnTo>
                <a:close/>
                <a:moveTo>
                  <a:pt x="403826" y="401298"/>
                </a:moveTo>
                <a:lnTo>
                  <a:pt x="438460" y="435233"/>
                </a:lnTo>
                <a:lnTo>
                  <a:pt x="433154" y="437094"/>
                </a:lnTo>
                <a:lnTo>
                  <a:pt x="428892" y="440716"/>
                </a:lnTo>
                <a:lnTo>
                  <a:pt x="415209" y="423603"/>
                </a:lnTo>
                <a:close/>
                <a:moveTo>
                  <a:pt x="331620" y="547854"/>
                </a:moveTo>
                <a:lnTo>
                  <a:pt x="341625" y="553187"/>
                </a:lnTo>
                <a:lnTo>
                  <a:pt x="359154" y="577285"/>
                </a:lnTo>
                <a:lnTo>
                  <a:pt x="395818" y="625829"/>
                </a:lnTo>
                <a:lnTo>
                  <a:pt x="398630" y="629942"/>
                </a:lnTo>
                <a:lnTo>
                  <a:pt x="399722" y="631414"/>
                </a:lnTo>
                <a:lnTo>
                  <a:pt x="396168" y="628594"/>
                </a:lnTo>
                <a:lnTo>
                  <a:pt x="360201" y="603095"/>
                </a:lnTo>
                <a:lnTo>
                  <a:pt x="358113" y="601137"/>
                </a:lnTo>
                <a:lnTo>
                  <a:pt x="351076" y="587649"/>
                </a:lnTo>
                <a:close/>
                <a:moveTo>
                  <a:pt x="422875" y="357469"/>
                </a:moveTo>
                <a:lnTo>
                  <a:pt x="437086" y="372734"/>
                </a:lnTo>
                <a:lnTo>
                  <a:pt x="440276" y="377247"/>
                </a:lnTo>
                <a:cubicBezTo>
                  <a:pt x="448550" y="388966"/>
                  <a:pt x="455484" y="398766"/>
                  <a:pt x="460698" y="406006"/>
                </a:cubicBezTo>
                <a:lnTo>
                  <a:pt x="466428" y="413515"/>
                </a:lnTo>
                <a:lnTo>
                  <a:pt x="475973" y="432437"/>
                </a:lnTo>
                <a:lnTo>
                  <a:pt x="471894" y="427650"/>
                </a:lnTo>
                <a:lnTo>
                  <a:pt x="457536" y="407663"/>
                </a:lnTo>
                <a:close/>
                <a:moveTo>
                  <a:pt x="333553" y="542090"/>
                </a:moveTo>
                <a:lnTo>
                  <a:pt x="339969" y="545646"/>
                </a:lnTo>
                <a:lnTo>
                  <a:pt x="356664" y="561176"/>
                </a:lnTo>
                <a:lnTo>
                  <a:pt x="356690" y="561217"/>
                </a:lnTo>
                <a:lnTo>
                  <a:pt x="341625" y="553187"/>
                </a:lnTo>
                <a:close/>
                <a:moveTo>
                  <a:pt x="275296" y="663254"/>
                </a:moveTo>
                <a:lnTo>
                  <a:pt x="289971" y="666952"/>
                </a:lnTo>
                <a:lnTo>
                  <a:pt x="306291" y="699258"/>
                </a:lnTo>
                <a:lnTo>
                  <a:pt x="277035" y="666248"/>
                </a:lnTo>
                <a:close/>
                <a:moveTo>
                  <a:pt x="456850" y="275974"/>
                </a:moveTo>
                <a:lnTo>
                  <a:pt x="480236" y="301827"/>
                </a:lnTo>
                <a:lnTo>
                  <a:pt x="500356" y="342933"/>
                </a:lnTo>
                <a:lnTo>
                  <a:pt x="499997" y="342862"/>
                </a:lnTo>
                <a:lnTo>
                  <a:pt x="494367" y="333505"/>
                </a:lnTo>
                <a:cubicBezTo>
                  <a:pt x="482057" y="313389"/>
                  <a:pt x="472290" y="298221"/>
                  <a:pt x="462236" y="283502"/>
                </a:cubicBezTo>
                <a:close/>
                <a:moveTo>
                  <a:pt x="355376" y="485352"/>
                </a:moveTo>
                <a:lnTo>
                  <a:pt x="366267" y="494872"/>
                </a:lnTo>
                <a:lnTo>
                  <a:pt x="369461" y="500119"/>
                </a:lnTo>
                <a:cubicBezTo>
                  <a:pt x="372605" y="505594"/>
                  <a:pt x="375105" y="510176"/>
                  <a:pt x="377727" y="514694"/>
                </a:cubicBezTo>
                <a:lnTo>
                  <a:pt x="379051" y="516782"/>
                </a:lnTo>
                <a:lnTo>
                  <a:pt x="370051" y="508600"/>
                </a:lnTo>
                <a:lnTo>
                  <a:pt x="366720" y="503949"/>
                </a:lnTo>
                <a:lnTo>
                  <a:pt x="364198" y="497048"/>
                </a:lnTo>
                <a:close/>
                <a:moveTo>
                  <a:pt x="270485" y="662042"/>
                </a:moveTo>
                <a:lnTo>
                  <a:pt x="274119" y="662958"/>
                </a:lnTo>
                <a:lnTo>
                  <a:pt x="277035" y="666248"/>
                </a:lnTo>
                <a:lnTo>
                  <a:pt x="285566" y="680927"/>
                </a:lnTo>
                <a:lnTo>
                  <a:pt x="277456" y="673042"/>
                </a:lnTo>
                <a:lnTo>
                  <a:pt x="273387" y="666342"/>
                </a:lnTo>
                <a:close/>
                <a:moveTo>
                  <a:pt x="277455" y="642178"/>
                </a:moveTo>
                <a:lnTo>
                  <a:pt x="277974" y="642842"/>
                </a:lnTo>
                <a:cubicBezTo>
                  <a:pt x="285076" y="652934"/>
                  <a:pt x="292593" y="662464"/>
                  <a:pt x="303093" y="668457"/>
                </a:cubicBezTo>
                <a:lnTo>
                  <a:pt x="304198" y="669053"/>
                </a:lnTo>
                <a:lnTo>
                  <a:pt x="305445" y="670587"/>
                </a:lnTo>
                <a:lnTo>
                  <a:pt x="302590" y="670132"/>
                </a:lnTo>
                <a:lnTo>
                  <a:pt x="289971" y="666952"/>
                </a:lnTo>
                <a:close/>
                <a:moveTo>
                  <a:pt x="317026" y="555728"/>
                </a:moveTo>
                <a:lnTo>
                  <a:pt x="319260" y="558972"/>
                </a:lnTo>
                <a:lnTo>
                  <a:pt x="323682" y="566043"/>
                </a:lnTo>
                <a:lnTo>
                  <a:pt x="325672" y="572647"/>
                </a:lnTo>
                <a:lnTo>
                  <a:pt x="319315" y="565209"/>
                </a:lnTo>
                <a:close/>
                <a:moveTo>
                  <a:pt x="378075" y="421087"/>
                </a:moveTo>
                <a:lnTo>
                  <a:pt x="411395" y="450933"/>
                </a:lnTo>
                <a:lnTo>
                  <a:pt x="417380" y="456679"/>
                </a:lnTo>
                <a:lnTo>
                  <a:pt x="414562" y="471317"/>
                </a:lnTo>
                <a:lnTo>
                  <a:pt x="394792" y="445559"/>
                </a:lnTo>
                <a:close/>
                <a:moveTo>
                  <a:pt x="376007" y="421097"/>
                </a:moveTo>
                <a:lnTo>
                  <a:pt x="394062" y="446113"/>
                </a:lnTo>
                <a:lnTo>
                  <a:pt x="414065" y="473903"/>
                </a:lnTo>
                <a:lnTo>
                  <a:pt x="413360" y="477564"/>
                </a:lnTo>
                <a:lnTo>
                  <a:pt x="386497" y="443508"/>
                </a:lnTo>
                <a:close/>
                <a:moveTo>
                  <a:pt x="343188" y="489031"/>
                </a:moveTo>
                <a:lnTo>
                  <a:pt x="370331" y="513835"/>
                </a:lnTo>
                <a:lnTo>
                  <a:pt x="377024" y="532153"/>
                </a:lnTo>
                <a:lnTo>
                  <a:pt x="381006" y="559487"/>
                </a:lnTo>
                <a:lnTo>
                  <a:pt x="379040" y="556534"/>
                </a:lnTo>
                <a:lnTo>
                  <a:pt x="372300" y="544337"/>
                </a:lnTo>
                <a:close/>
                <a:moveTo>
                  <a:pt x="321732" y="527629"/>
                </a:moveTo>
                <a:lnTo>
                  <a:pt x="326420" y="532282"/>
                </a:lnTo>
                <a:lnTo>
                  <a:pt x="333553" y="542090"/>
                </a:lnTo>
                <a:lnTo>
                  <a:pt x="327036" y="538477"/>
                </a:lnTo>
                <a:close/>
                <a:moveTo>
                  <a:pt x="349547" y="468755"/>
                </a:moveTo>
                <a:lnTo>
                  <a:pt x="402594" y="525781"/>
                </a:lnTo>
                <a:lnTo>
                  <a:pt x="382259" y="508850"/>
                </a:lnTo>
                <a:lnTo>
                  <a:pt x="366267" y="494872"/>
                </a:lnTo>
                <a:lnTo>
                  <a:pt x="357327" y="480185"/>
                </a:lnTo>
                <a:close/>
                <a:moveTo>
                  <a:pt x="315503" y="539578"/>
                </a:moveTo>
                <a:lnTo>
                  <a:pt x="326990" y="558058"/>
                </a:lnTo>
                <a:cubicBezTo>
                  <a:pt x="342892" y="586508"/>
                  <a:pt x="326613" y="571717"/>
                  <a:pt x="349547" y="593106"/>
                </a:cubicBezTo>
                <a:lnTo>
                  <a:pt x="358113" y="601137"/>
                </a:lnTo>
                <a:lnTo>
                  <a:pt x="358260" y="601419"/>
                </a:lnTo>
                <a:lnTo>
                  <a:pt x="330960" y="577679"/>
                </a:lnTo>
                <a:lnTo>
                  <a:pt x="323682" y="566043"/>
                </a:lnTo>
                <a:lnTo>
                  <a:pt x="317117" y="544253"/>
                </a:lnTo>
                <a:close/>
                <a:moveTo>
                  <a:pt x="314617" y="538153"/>
                </a:moveTo>
                <a:lnTo>
                  <a:pt x="315109" y="538436"/>
                </a:lnTo>
                <a:lnTo>
                  <a:pt x="315503" y="539578"/>
                </a:lnTo>
                <a:close/>
                <a:moveTo>
                  <a:pt x="362542" y="437803"/>
                </a:moveTo>
                <a:lnTo>
                  <a:pt x="368040" y="443954"/>
                </a:lnTo>
                <a:lnTo>
                  <a:pt x="410375" y="489723"/>
                </a:lnTo>
                <a:lnTo>
                  <a:pt x="410850" y="490604"/>
                </a:lnTo>
                <a:lnTo>
                  <a:pt x="410297" y="493478"/>
                </a:lnTo>
                <a:close/>
                <a:moveTo>
                  <a:pt x="372207" y="415831"/>
                </a:moveTo>
                <a:lnTo>
                  <a:pt x="374507" y="417892"/>
                </a:lnTo>
                <a:lnTo>
                  <a:pt x="376007" y="421097"/>
                </a:lnTo>
                <a:close/>
                <a:moveTo>
                  <a:pt x="371494" y="411455"/>
                </a:moveTo>
                <a:lnTo>
                  <a:pt x="378075" y="421087"/>
                </a:lnTo>
                <a:lnTo>
                  <a:pt x="374507" y="417892"/>
                </a:lnTo>
                <a:close/>
                <a:moveTo>
                  <a:pt x="311617" y="533327"/>
                </a:moveTo>
                <a:lnTo>
                  <a:pt x="314617" y="538153"/>
                </a:lnTo>
                <a:lnTo>
                  <a:pt x="312486" y="536926"/>
                </a:lnTo>
                <a:close/>
                <a:moveTo>
                  <a:pt x="312304" y="530311"/>
                </a:moveTo>
                <a:lnTo>
                  <a:pt x="327036" y="538477"/>
                </a:lnTo>
                <a:lnTo>
                  <a:pt x="331620" y="547854"/>
                </a:lnTo>
                <a:lnTo>
                  <a:pt x="329525" y="546738"/>
                </a:lnTo>
                <a:lnTo>
                  <a:pt x="315109" y="538436"/>
                </a:lnTo>
                <a:close/>
                <a:moveTo>
                  <a:pt x="267139" y="619074"/>
                </a:moveTo>
                <a:lnTo>
                  <a:pt x="293214" y="642204"/>
                </a:lnTo>
                <a:lnTo>
                  <a:pt x="308950" y="671146"/>
                </a:lnTo>
                <a:lnTo>
                  <a:pt x="307714" y="670949"/>
                </a:lnTo>
                <a:lnTo>
                  <a:pt x="304198" y="669053"/>
                </a:lnTo>
                <a:lnTo>
                  <a:pt x="290037" y="651629"/>
                </a:lnTo>
                <a:close/>
                <a:moveTo>
                  <a:pt x="308396" y="528145"/>
                </a:moveTo>
                <a:lnTo>
                  <a:pt x="310671" y="529406"/>
                </a:lnTo>
                <a:lnTo>
                  <a:pt x="311617" y="533327"/>
                </a:lnTo>
                <a:close/>
                <a:moveTo>
                  <a:pt x="355134" y="429515"/>
                </a:moveTo>
                <a:lnTo>
                  <a:pt x="356886" y="431209"/>
                </a:lnTo>
                <a:lnTo>
                  <a:pt x="362542" y="437803"/>
                </a:lnTo>
                <a:close/>
                <a:moveTo>
                  <a:pt x="314257" y="512338"/>
                </a:moveTo>
                <a:lnTo>
                  <a:pt x="339304" y="537927"/>
                </a:lnTo>
                <a:lnTo>
                  <a:pt x="346069" y="544838"/>
                </a:lnTo>
                <a:lnTo>
                  <a:pt x="350310" y="551378"/>
                </a:lnTo>
                <a:lnTo>
                  <a:pt x="339969" y="545646"/>
                </a:lnTo>
                <a:lnTo>
                  <a:pt x="338581" y="544355"/>
                </a:lnTo>
                <a:lnTo>
                  <a:pt x="326420" y="532282"/>
                </a:lnTo>
                <a:lnTo>
                  <a:pt x="319061" y="522166"/>
                </a:lnTo>
                <a:close/>
                <a:moveTo>
                  <a:pt x="308498" y="519286"/>
                </a:moveTo>
                <a:lnTo>
                  <a:pt x="312304" y="530311"/>
                </a:lnTo>
                <a:lnTo>
                  <a:pt x="310671" y="529406"/>
                </a:lnTo>
                <a:lnTo>
                  <a:pt x="309246" y="523507"/>
                </a:lnTo>
                <a:close/>
                <a:moveTo>
                  <a:pt x="402274" y="323769"/>
                </a:moveTo>
                <a:lnTo>
                  <a:pt x="430664" y="329316"/>
                </a:lnTo>
                <a:lnTo>
                  <a:pt x="459537" y="377449"/>
                </a:lnTo>
                <a:cubicBezTo>
                  <a:pt x="471430" y="399594"/>
                  <a:pt x="482850" y="422042"/>
                  <a:pt x="495397" y="443782"/>
                </a:cubicBezTo>
                <a:lnTo>
                  <a:pt x="506587" y="463043"/>
                </a:lnTo>
                <a:lnTo>
                  <a:pt x="500886" y="459305"/>
                </a:lnTo>
                <a:lnTo>
                  <a:pt x="496970" y="453536"/>
                </a:lnTo>
                <a:lnTo>
                  <a:pt x="466428" y="413515"/>
                </a:lnTo>
                <a:lnTo>
                  <a:pt x="456230" y="393298"/>
                </a:lnTo>
                <a:lnTo>
                  <a:pt x="437086" y="372734"/>
                </a:lnTo>
                <a:lnTo>
                  <a:pt x="411810" y="336977"/>
                </a:lnTo>
                <a:close/>
                <a:moveTo>
                  <a:pt x="262329" y="612235"/>
                </a:moveTo>
                <a:lnTo>
                  <a:pt x="267139" y="619074"/>
                </a:lnTo>
                <a:lnTo>
                  <a:pt x="264683" y="616895"/>
                </a:lnTo>
                <a:close/>
                <a:moveTo>
                  <a:pt x="386356" y="349562"/>
                </a:moveTo>
                <a:lnTo>
                  <a:pt x="408540" y="369252"/>
                </a:lnTo>
                <a:lnTo>
                  <a:pt x="409075" y="369826"/>
                </a:lnTo>
                <a:lnTo>
                  <a:pt x="419179" y="388243"/>
                </a:lnTo>
                <a:lnTo>
                  <a:pt x="426604" y="403994"/>
                </a:lnTo>
                <a:lnTo>
                  <a:pt x="394042" y="361961"/>
                </a:lnTo>
                <a:close/>
                <a:moveTo>
                  <a:pt x="323297" y="478041"/>
                </a:moveTo>
                <a:lnTo>
                  <a:pt x="356017" y="521940"/>
                </a:lnTo>
                <a:lnTo>
                  <a:pt x="379040" y="556534"/>
                </a:lnTo>
                <a:lnTo>
                  <a:pt x="381125" y="560307"/>
                </a:lnTo>
                <a:lnTo>
                  <a:pt x="382417" y="569175"/>
                </a:lnTo>
                <a:lnTo>
                  <a:pt x="377018" y="566182"/>
                </a:lnTo>
                <a:lnTo>
                  <a:pt x="343250" y="518691"/>
                </a:lnTo>
                <a:close/>
                <a:moveTo>
                  <a:pt x="298536" y="528893"/>
                </a:moveTo>
                <a:lnTo>
                  <a:pt x="312486" y="536926"/>
                </a:lnTo>
                <a:lnTo>
                  <a:pt x="317026" y="555728"/>
                </a:lnTo>
                <a:close/>
                <a:moveTo>
                  <a:pt x="305979" y="511990"/>
                </a:moveTo>
                <a:lnTo>
                  <a:pt x="307465" y="513466"/>
                </a:lnTo>
                <a:lnTo>
                  <a:pt x="308498" y="519286"/>
                </a:lnTo>
                <a:close/>
                <a:moveTo>
                  <a:pt x="329214" y="462485"/>
                </a:moveTo>
                <a:lnTo>
                  <a:pt x="349332" y="480069"/>
                </a:lnTo>
                <a:lnTo>
                  <a:pt x="364775" y="501235"/>
                </a:lnTo>
                <a:lnTo>
                  <a:pt x="366720" y="503949"/>
                </a:lnTo>
                <a:lnTo>
                  <a:pt x="367596" y="506349"/>
                </a:lnTo>
                <a:lnTo>
                  <a:pt x="349675" y="489434"/>
                </a:lnTo>
                <a:cubicBezTo>
                  <a:pt x="345118" y="484967"/>
                  <a:pt x="341943" y="481642"/>
                  <a:pt x="339483" y="478849"/>
                </a:cubicBezTo>
                <a:lnTo>
                  <a:pt x="334617" y="472749"/>
                </a:lnTo>
                <a:close/>
                <a:moveTo>
                  <a:pt x="202045" y="724265"/>
                </a:moveTo>
                <a:lnTo>
                  <a:pt x="206023" y="729117"/>
                </a:lnTo>
                <a:lnTo>
                  <a:pt x="215545" y="736975"/>
                </a:lnTo>
                <a:lnTo>
                  <a:pt x="234382" y="767588"/>
                </a:lnTo>
                <a:lnTo>
                  <a:pt x="252267" y="796585"/>
                </a:lnTo>
                <a:lnTo>
                  <a:pt x="244995" y="793159"/>
                </a:lnTo>
                <a:lnTo>
                  <a:pt x="225851" y="767282"/>
                </a:lnTo>
                <a:lnTo>
                  <a:pt x="210273" y="744514"/>
                </a:lnTo>
                <a:close/>
                <a:moveTo>
                  <a:pt x="372314" y="368285"/>
                </a:moveTo>
                <a:lnTo>
                  <a:pt x="383791" y="384307"/>
                </a:lnTo>
                <a:lnTo>
                  <a:pt x="415209" y="423603"/>
                </a:lnTo>
                <a:lnTo>
                  <a:pt x="418023" y="429116"/>
                </a:lnTo>
                <a:lnTo>
                  <a:pt x="425635" y="443485"/>
                </a:lnTo>
                <a:lnTo>
                  <a:pt x="418802" y="449293"/>
                </a:lnTo>
                <a:lnTo>
                  <a:pt x="418163" y="452610"/>
                </a:lnTo>
                <a:close/>
                <a:moveTo>
                  <a:pt x="305766" y="503887"/>
                </a:moveTo>
                <a:lnTo>
                  <a:pt x="319061" y="522166"/>
                </a:lnTo>
                <a:lnTo>
                  <a:pt x="321732" y="527629"/>
                </a:lnTo>
                <a:lnTo>
                  <a:pt x="307465" y="513466"/>
                </a:lnTo>
                <a:close/>
                <a:moveTo>
                  <a:pt x="305134" y="503019"/>
                </a:moveTo>
                <a:lnTo>
                  <a:pt x="305718" y="503615"/>
                </a:lnTo>
                <a:lnTo>
                  <a:pt x="305766" y="503887"/>
                </a:lnTo>
                <a:close/>
                <a:moveTo>
                  <a:pt x="395182" y="313947"/>
                </a:moveTo>
                <a:lnTo>
                  <a:pt x="402274" y="323769"/>
                </a:lnTo>
                <a:lnTo>
                  <a:pt x="401284" y="323576"/>
                </a:lnTo>
                <a:close/>
                <a:moveTo>
                  <a:pt x="289932" y="530889"/>
                </a:moveTo>
                <a:lnTo>
                  <a:pt x="295827" y="537732"/>
                </a:lnTo>
                <a:lnTo>
                  <a:pt x="319315" y="565209"/>
                </a:lnTo>
                <a:lnTo>
                  <a:pt x="321512" y="574313"/>
                </a:lnTo>
                <a:lnTo>
                  <a:pt x="318530" y="570218"/>
                </a:lnTo>
                <a:close/>
                <a:moveTo>
                  <a:pt x="379185" y="343198"/>
                </a:moveTo>
                <a:lnTo>
                  <a:pt x="380216" y="344113"/>
                </a:lnTo>
                <a:lnTo>
                  <a:pt x="394042" y="361961"/>
                </a:lnTo>
                <a:lnTo>
                  <a:pt x="432159" y="423446"/>
                </a:lnTo>
                <a:lnTo>
                  <a:pt x="418106" y="406701"/>
                </a:lnTo>
                <a:lnTo>
                  <a:pt x="394544" y="381027"/>
                </a:lnTo>
                <a:close/>
                <a:moveTo>
                  <a:pt x="234931" y="642361"/>
                </a:moveTo>
                <a:lnTo>
                  <a:pt x="236592" y="643590"/>
                </a:lnTo>
                <a:cubicBezTo>
                  <a:pt x="248351" y="651783"/>
                  <a:pt x="258380" y="658066"/>
                  <a:pt x="264622" y="660564"/>
                </a:cubicBezTo>
                <a:lnTo>
                  <a:pt x="277456" y="673042"/>
                </a:lnTo>
                <a:lnTo>
                  <a:pt x="308256" y="723756"/>
                </a:lnTo>
                <a:lnTo>
                  <a:pt x="311751" y="731203"/>
                </a:lnTo>
                <a:lnTo>
                  <a:pt x="273795" y="689603"/>
                </a:lnTo>
                <a:lnTo>
                  <a:pt x="252270" y="666350"/>
                </a:lnTo>
                <a:lnTo>
                  <a:pt x="241273" y="651165"/>
                </a:lnTo>
                <a:close/>
                <a:moveTo>
                  <a:pt x="386022" y="320594"/>
                </a:moveTo>
                <a:lnTo>
                  <a:pt x="401284" y="323576"/>
                </a:lnTo>
                <a:lnTo>
                  <a:pt x="421531" y="355522"/>
                </a:lnTo>
                <a:lnTo>
                  <a:pt x="422875" y="357469"/>
                </a:lnTo>
                <a:lnTo>
                  <a:pt x="408122" y="341622"/>
                </a:lnTo>
                <a:lnTo>
                  <a:pt x="386110" y="320711"/>
                </a:lnTo>
                <a:close/>
                <a:moveTo>
                  <a:pt x="300762" y="497007"/>
                </a:moveTo>
                <a:lnTo>
                  <a:pt x="305134" y="503019"/>
                </a:lnTo>
                <a:lnTo>
                  <a:pt x="301654" y="499463"/>
                </a:lnTo>
                <a:lnTo>
                  <a:pt x="301341" y="498555"/>
                </a:lnTo>
                <a:close/>
                <a:moveTo>
                  <a:pt x="303284" y="489894"/>
                </a:moveTo>
                <a:lnTo>
                  <a:pt x="314257" y="512338"/>
                </a:lnTo>
                <a:lnTo>
                  <a:pt x="305718" y="503615"/>
                </a:lnTo>
                <a:close/>
                <a:moveTo>
                  <a:pt x="285151" y="524313"/>
                </a:moveTo>
                <a:lnTo>
                  <a:pt x="289932" y="530889"/>
                </a:lnTo>
                <a:lnTo>
                  <a:pt x="287105" y="527606"/>
                </a:lnTo>
                <a:close/>
                <a:moveTo>
                  <a:pt x="381591" y="319728"/>
                </a:moveTo>
                <a:lnTo>
                  <a:pt x="385977" y="320585"/>
                </a:lnTo>
                <a:lnTo>
                  <a:pt x="386110" y="320711"/>
                </a:lnTo>
                <a:lnTo>
                  <a:pt x="391937" y="328464"/>
                </a:lnTo>
                <a:cubicBezTo>
                  <a:pt x="412443" y="355044"/>
                  <a:pt x="437435" y="386241"/>
                  <a:pt x="463127" y="417363"/>
                </a:cubicBezTo>
                <a:lnTo>
                  <a:pt x="471894" y="427650"/>
                </a:lnTo>
                <a:lnTo>
                  <a:pt x="477485" y="435433"/>
                </a:lnTo>
                <a:lnTo>
                  <a:pt x="483913" y="448175"/>
                </a:lnTo>
                <a:lnTo>
                  <a:pt x="483472" y="447887"/>
                </a:lnTo>
                <a:lnTo>
                  <a:pt x="480616" y="446576"/>
                </a:lnTo>
                <a:lnTo>
                  <a:pt x="409075" y="369826"/>
                </a:lnTo>
                <a:close/>
                <a:moveTo>
                  <a:pt x="424116" y="230395"/>
                </a:moveTo>
                <a:lnTo>
                  <a:pt x="428380" y="236187"/>
                </a:lnTo>
                <a:lnTo>
                  <a:pt x="456850" y="275974"/>
                </a:lnTo>
                <a:lnTo>
                  <a:pt x="445063" y="262945"/>
                </a:lnTo>
                <a:close/>
                <a:moveTo>
                  <a:pt x="373066" y="328124"/>
                </a:moveTo>
                <a:lnTo>
                  <a:pt x="386356" y="349562"/>
                </a:lnTo>
                <a:lnTo>
                  <a:pt x="380216" y="344113"/>
                </a:lnTo>
                <a:lnTo>
                  <a:pt x="378831" y="342324"/>
                </a:lnTo>
                <a:close/>
                <a:moveTo>
                  <a:pt x="301124" y="477719"/>
                </a:moveTo>
                <a:lnTo>
                  <a:pt x="316069" y="497008"/>
                </a:lnTo>
                <a:lnTo>
                  <a:pt x="363506" y="558693"/>
                </a:lnTo>
                <a:lnTo>
                  <a:pt x="355033" y="553996"/>
                </a:lnTo>
                <a:lnTo>
                  <a:pt x="346069" y="544838"/>
                </a:lnTo>
                <a:lnTo>
                  <a:pt x="337064" y="530952"/>
                </a:lnTo>
                <a:lnTo>
                  <a:pt x="301309" y="478759"/>
                </a:lnTo>
                <a:close/>
                <a:moveTo>
                  <a:pt x="281249" y="518938"/>
                </a:moveTo>
                <a:lnTo>
                  <a:pt x="282332" y="519561"/>
                </a:lnTo>
                <a:lnTo>
                  <a:pt x="285151" y="524313"/>
                </a:lnTo>
                <a:lnTo>
                  <a:pt x="283798" y="522452"/>
                </a:lnTo>
                <a:close/>
                <a:moveTo>
                  <a:pt x="359326" y="343468"/>
                </a:moveTo>
                <a:lnTo>
                  <a:pt x="373280" y="357857"/>
                </a:lnTo>
                <a:lnTo>
                  <a:pt x="394544" y="381027"/>
                </a:lnTo>
                <a:lnTo>
                  <a:pt x="396463" y="385754"/>
                </a:lnTo>
                <a:cubicBezTo>
                  <a:pt x="397505" y="388322"/>
                  <a:pt x="400010" y="393619"/>
                  <a:pt x="403697" y="401046"/>
                </a:cubicBezTo>
                <a:lnTo>
                  <a:pt x="403826" y="401298"/>
                </a:lnTo>
                <a:lnTo>
                  <a:pt x="400931" y="398461"/>
                </a:lnTo>
                <a:lnTo>
                  <a:pt x="362997" y="351133"/>
                </a:lnTo>
                <a:close/>
                <a:moveTo>
                  <a:pt x="315331" y="434024"/>
                </a:moveTo>
                <a:lnTo>
                  <a:pt x="315635" y="434324"/>
                </a:lnTo>
                <a:lnTo>
                  <a:pt x="338570" y="463073"/>
                </a:lnTo>
                <a:lnTo>
                  <a:pt x="355376" y="485352"/>
                </a:lnTo>
                <a:lnTo>
                  <a:pt x="349332" y="480069"/>
                </a:lnTo>
                <a:lnTo>
                  <a:pt x="333936" y="458969"/>
                </a:lnTo>
                <a:close/>
                <a:moveTo>
                  <a:pt x="275183" y="515445"/>
                </a:moveTo>
                <a:lnTo>
                  <a:pt x="278055" y="517098"/>
                </a:lnTo>
                <a:lnTo>
                  <a:pt x="278190" y="517257"/>
                </a:lnTo>
                <a:lnTo>
                  <a:pt x="287105" y="527606"/>
                </a:lnTo>
                <a:lnTo>
                  <a:pt x="292419" y="536562"/>
                </a:lnTo>
                <a:cubicBezTo>
                  <a:pt x="297628" y="546569"/>
                  <a:pt x="303819" y="559235"/>
                  <a:pt x="310176" y="572606"/>
                </a:cubicBezTo>
                <a:lnTo>
                  <a:pt x="322035" y="598078"/>
                </a:lnTo>
                <a:lnTo>
                  <a:pt x="321494" y="597508"/>
                </a:lnTo>
                <a:lnTo>
                  <a:pt x="311583" y="586501"/>
                </a:lnTo>
                <a:lnTo>
                  <a:pt x="289477" y="540430"/>
                </a:lnTo>
                <a:close/>
                <a:moveTo>
                  <a:pt x="276069" y="509005"/>
                </a:moveTo>
                <a:lnTo>
                  <a:pt x="290166" y="518040"/>
                </a:lnTo>
                <a:lnTo>
                  <a:pt x="291610" y="518841"/>
                </a:lnTo>
                <a:lnTo>
                  <a:pt x="298536" y="528893"/>
                </a:lnTo>
                <a:lnTo>
                  <a:pt x="282332" y="519561"/>
                </a:lnTo>
                <a:close/>
                <a:moveTo>
                  <a:pt x="398719" y="250661"/>
                </a:moveTo>
                <a:lnTo>
                  <a:pt x="422888" y="269828"/>
                </a:lnTo>
                <a:lnTo>
                  <a:pt x="471673" y="337329"/>
                </a:lnTo>
                <a:lnTo>
                  <a:pt x="446654" y="332440"/>
                </a:lnTo>
                <a:lnTo>
                  <a:pt x="435601" y="312632"/>
                </a:lnTo>
                <a:close/>
                <a:moveTo>
                  <a:pt x="311975" y="429736"/>
                </a:moveTo>
                <a:lnTo>
                  <a:pt x="314389" y="432761"/>
                </a:lnTo>
                <a:lnTo>
                  <a:pt x="315331" y="434024"/>
                </a:lnTo>
                <a:lnTo>
                  <a:pt x="313054" y="431785"/>
                </a:lnTo>
                <a:close/>
                <a:moveTo>
                  <a:pt x="365968" y="316676"/>
                </a:moveTo>
                <a:lnTo>
                  <a:pt x="368629" y="317195"/>
                </a:lnTo>
                <a:lnTo>
                  <a:pt x="373066" y="328124"/>
                </a:lnTo>
                <a:close/>
                <a:moveTo>
                  <a:pt x="311088" y="428336"/>
                </a:moveTo>
                <a:lnTo>
                  <a:pt x="311795" y="429284"/>
                </a:lnTo>
                <a:lnTo>
                  <a:pt x="311975" y="429736"/>
                </a:lnTo>
                <a:close/>
                <a:moveTo>
                  <a:pt x="291810" y="466426"/>
                </a:moveTo>
                <a:lnTo>
                  <a:pt x="299963" y="476795"/>
                </a:lnTo>
                <a:lnTo>
                  <a:pt x="301309" y="478759"/>
                </a:lnTo>
                <a:lnTo>
                  <a:pt x="303284" y="489894"/>
                </a:lnTo>
                <a:close/>
                <a:moveTo>
                  <a:pt x="231343" y="590336"/>
                </a:moveTo>
                <a:lnTo>
                  <a:pt x="242283" y="597025"/>
                </a:lnTo>
                <a:lnTo>
                  <a:pt x="264683" y="616895"/>
                </a:lnTo>
                <a:lnTo>
                  <a:pt x="277455" y="642178"/>
                </a:lnTo>
                <a:lnTo>
                  <a:pt x="255338" y="613853"/>
                </a:lnTo>
                <a:lnTo>
                  <a:pt x="235125" y="596570"/>
                </a:lnTo>
                <a:close/>
                <a:moveTo>
                  <a:pt x="303446" y="438577"/>
                </a:moveTo>
                <a:lnTo>
                  <a:pt x="322679" y="456717"/>
                </a:lnTo>
                <a:lnTo>
                  <a:pt x="327992" y="463590"/>
                </a:lnTo>
                <a:cubicBezTo>
                  <a:pt x="330249" y="466697"/>
                  <a:pt x="331891" y="469115"/>
                  <a:pt x="333585" y="471455"/>
                </a:cubicBezTo>
                <a:lnTo>
                  <a:pt x="334617" y="472749"/>
                </a:lnTo>
                <a:lnTo>
                  <a:pt x="343188" y="489031"/>
                </a:lnTo>
                <a:lnTo>
                  <a:pt x="338434" y="484687"/>
                </a:lnTo>
                <a:cubicBezTo>
                  <a:pt x="327550" y="473016"/>
                  <a:pt x="318810" y="463140"/>
                  <a:pt x="311665" y="454646"/>
                </a:cubicBezTo>
                <a:lnTo>
                  <a:pt x="311428" y="454346"/>
                </a:lnTo>
                <a:close/>
                <a:moveTo>
                  <a:pt x="185590" y="681036"/>
                </a:moveTo>
                <a:lnTo>
                  <a:pt x="207941" y="703871"/>
                </a:lnTo>
                <a:lnTo>
                  <a:pt x="227240" y="727323"/>
                </a:lnTo>
                <a:lnTo>
                  <a:pt x="251202" y="756144"/>
                </a:lnTo>
                <a:lnTo>
                  <a:pt x="250629" y="756076"/>
                </a:lnTo>
                <a:cubicBezTo>
                  <a:pt x="244011" y="755283"/>
                  <a:pt x="237599" y="753967"/>
                  <a:pt x="232009" y="750563"/>
                </a:cubicBezTo>
                <a:lnTo>
                  <a:pt x="215545" y="736975"/>
                </a:lnTo>
                <a:lnTo>
                  <a:pt x="192842" y="700079"/>
                </a:lnTo>
                <a:lnTo>
                  <a:pt x="192310" y="699344"/>
                </a:lnTo>
                <a:close/>
                <a:moveTo>
                  <a:pt x="268853" y="504381"/>
                </a:moveTo>
                <a:lnTo>
                  <a:pt x="272288" y="506582"/>
                </a:lnTo>
                <a:lnTo>
                  <a:pt x="281249" y="518938"/>
                </a:lnTo>
                <a:lnTo>
                  <a:pt x="278055" y="517098"/>
                </a:lnTo>
                <a:lnTo>
                  <a:pt x="272218" y="510262"/>
                </a:lnTo>
                <a:close/>
                <a:moveTo>
                  <a:pt x="306879" y="416943"/>
                </a:moveTo>
                <a:lnTo>
                  <a:pt x="315562" y="425552"/>
                </a:lnTo>
                <a:lnTo>
                  <a:pt x="325213" y="434334"/>
                </a:lnTo>
                <a:lnTo>
                  <a:pt x="336721" y="449911"/>
                </a:lnTo>
                <a:lnTo>
                  <a:pt x="349547" y="468755"/>
                </a:lnTo>
                <a:lnTo>
                  <a:pt x="337757" y="456080"/>
                </a:lnTo>
                <a:lnTo>
                  <a:pt x="315635" y="434324"/>
                </a:lnTo>
                <a:lnTo>
                  <a:pt x="314389" y="432761"/>
                </a:lnTo>
                <a:lnTo>
                  <a:pt x="311795" y="429284"/>
                </a:lnTo>
                <a:close/>
                <a:moveTo>
                  <a:pt x="286405" y="458723"/>
                </a:moveTo>
                <a:lnTo>
                  <a:pt x="290846" y="464455"/>
                </a:lnTo>
                <a:lnTo>
                  <a:pt x="291810" y="466426"/>
                </a:lnTo>
                <a:lnTo>
                  <a:pt x="287067" y="460393"/>
                </a:lnTo>
                <a:lnTo>
                  <a:pt x="286907" y="459967"/>
                </a:lnTo>
                <a:close/>
                <a:moveTo>
                  <a:pt x="359977" y="295886"/>
                </a:moveTo>
                <a:lnTo>
                  <a:pt x="377559" y="312589"/>
                </a:lnTo>
                <a:lnTo>
                  <a:pt x="378244" y="313626"/>
                </a:lnTo>
                <a:lnTo>
                  <a:pt x="381591" y="319728"/>
                </a:lnTo>
                <a:lnTo>
                  <a:pt x="368629" y="317195"/>
                </a:lnTo>
                <a:close/>
                <a:moveTo>
                  <a:pt x="293407" y="431287"/>
                </a:moveTo>
                <a:lnTo>
                  <a:pt x="294471" y="432900"/>
                </a:lnTo>
                <a:lnTo>
                  <a:pt x="311428" y="454346"/>
                </a:lnTo>
                <a:lnTo>
                  <a:pt x="319311" y="469919"/>
                </a:lnTo>
                <a:lnTo>
                  <a:pt x="323297" y="478041"/>
                </a:lnTo>
                <a:lnTo>
                  <a:pt x="297193" y="443018"/>
                </a:lnTo>
                <a:lnTo>
                  <a:pt x="294820" y="440044"/>
                </a:lnTo>
                <a:close/>
                <a:moveTo>
                  <a:pt x="341005" y="324576"/>
                </a:moveTo>
                <a:lnTo>
                  <a:pt x="345080" y="328778"/>
                </a:lnTo>
                <a:lnTo>
                  <a:pt x="362997" y="351133"/>
                </a:lnTo>
                <a:lnTo>
                  <a:pt x="363061" y="351268"/>
                </a:lnTo>
                <a:lnTo>
                  <a:pt x="372314" y="368285"/>
                </a:lnTo>
                <a:close/>
                <a:moveTo>
                  <a:pt x="344482" y="312478"/>
                </a:moveTo>
                <a:lnTo>
                  <a:pt x="357712" y="315063"/>
                </a:lnTo>
                <a:lnTo>
                  <a:pt x="378831" y="342324"/>
                </a:lnTo>
                <a:lnTo>
                  <a:pt x="379185" y="343198"/>
                </a:lnTo>
                <a:lnTo>
                  <a:pt x="348174" y="315673"/>
                </a:lnTo>
                <a:lnTo>
                  <a:pt x="344837" y="313219"/>
                </a:lnTo>
                <a:close/>
                <a:moveTo>
                  <a:pt x="289602" y="425520"/>
                </a:moveTo>
                <a:lnTo>
                  <a:pt x="292992" y="428716"/>
                </a:lnTo>
                <a:lnTo>
                  <a:pt x="293407" y="431287"/>
                </a:lnTo>
                <a:close/>
                <a:moveTo>
                  <a:pt x="291717" y="420821"/>
                </a:moveTo>
                <a:lnTo>
                  <a:pt x="297848" y="427517"/>
                </a:lnTo>
                <a:lnTo>
                  <a:pt x="303446" y="438577"/>
                </a:lnTo>
                <a:lnTo>
                  <a:pt x="292992" y="428716"/>
                </a:lnTo>
                <a:close/>
                <a:moveTo>
                  <a:pt x="213947" y="579698"/>
                </a:moveTo>
                <a:lnTo>
                  <a:pt x="218721" y="582618"/>
                </a:lnTo>
                <a:lnTo>
                  <a:pt x="219256" y="583001"/>
                </a:lnTo>
                <a:lnTo>
                  <a:pt x="235125" y="596570"/>
                </a:lnTo>
                <a:lnTo>
                  <a:pt x="268742" y="651976"/>
                </a:lnTo>
                <a:lnTo>
                  <a:pt x="275296" y="663254"/>
                </a:lnTo>
                <a:lnTo>
                  <a:pt x="274119" y="662958"/>
                </a:lnTo>
                <a:lnTo>
                  <a:pt x="261474" y="648690"/>
                </a:lnTo>
                <a:lnTo>
                  <a:pt x="231045" y="603597"/>
                </a:lnTo>
                <a:close/>
                <a:moveTo>
                  <a:pt x="390311" y="203092"/>
                </a:moveTo>
                <a:lnTo>
                  <a:pt x="414436" y="229089"/>
                </a:lnTo>
                <a:lnTo>
                  <a:pt x="445063" y="262945"/>
                </a:lnTo>
                <a:lnTo>
                  <a:pt x="463079" y="290940"/>
                </a:lnTo>
                <a:lnTo>
                  <a:pt x="492202" y="341339"/>
                </a:lnTo>
                <a:lnTo>
                  <a:pt x="489714" y="340853"/>
                </a:lnTo>
                <a:lnTo>
                  <a:pt x="463412" y="312219"/>
                </a:lnTo>
                <a:lnTo>
                  <a:pt x="419792" y="249044"/>
                </a:lnTo>
                <a:close/>
                <a:moveTo>
                  <a:pt x="290035" y="409146"/>
                </a:moveTo>
                <a:lnTo>
                  <a:pt x="313054" y="431785"/>
                </a:lnTo>
                <a:lnTo>
                  <a:pt x="329214" y="462485"/>
                </a:lnTo>
                <a:lnTo>
                  <a:pt x="323484" y="457476"/>
                </a:lnTo>
                <a:lnTo>
                  <a:pt x="322679" y="456717"/>
                </a:lnTo>
                <a:lnTo>
                  <a:pt x="318716" y="451592"/>
                </a:lnTo>
                <a:cubicBezTo>
                  <a:pt x="314567" y="446497"/>
                  <a:pt x="309139" y="440102"/>
                  <a:pt x="301767" y="431798"/>
                </a:cubicBezTo>
                <a:lnTo>
                  <a:pt x="297848" y="427517"/>
                </a:lnTo>
                <a:lnTo>
                  <a:pt x="294800" y="421496"/>
                </a:lnTo>
                <a:lnTo>
                  <a:pt x="291065" y="416603"/>
                </a:lnTo>
                <a:close/>
                <a:moveTo>
                  <a:pt x="383180" y="214887"/>
                </a:moveTo>
                <a:lnTo>
                  <a:pt x="387337" y="218865"/>
                </a:lnTo>
                <a:cubicBezTo>
                  <a:pt x="396348" y="229052"/>
                  <a:pt x="412951" y="249233"/>
                  <a:pt x="442466" y="286221"/>
                </a:cubicBezTo>
                <a:lnTo>
                  <a:pt x="461173" y="309782"/>
                </a:lnTo>
                <a:lnTo>
                  <a:pt x="428728" y="274459"/>
                </a:lnTo>
                <a:lnTo>
                  <a:pt x="422888" y="269828"/>
                </a:lnTo>
                <a:close/>
                <a:moveTo>
                  <a:pt x="296580" y="391093"/>
                </a:moveTo>
                <a:lnTo>
                  <a:pt x="307012" y="402235"/>
                </a:lnTo>
                <a:cubicBezTo>
                  <a:pt x="331227" y="429035"/>
                  <a:pt x="353473" y="454649"/>
                  <a:pt x="383181" y="486948"/>
                </a:cubicBezTo>
                <a:lnTo>
                  <a:pt x="408389" y="513919"/>
                </a:lnTo>
                <a:lnTo>
                  <a:pt x="408384" y="514344"/>
                </a:lnTo>
                <a:lnTo>
                  <a:pt x="373710" y="479276"/>
                </a:lnTo>
                <a:cubicBezTo>
                  <a:pt x="361498" y="467465"/>
                  <a:pt x="350901" y="457699"/>
                  <a:pt x="341387" y="449053"/>
                </a:cubicBezTo>
                <a:lnTo>
                  <a:pt x="325213" y="434334"/>
                </a:lnTo>
                <a:lnTo>
                  <a:pt x="303040" y="404320"/>
                </a:lnTo>
                <a:lnTo>
                  <a:pt x="300770" y="401608"/>
                </a:lnTo>
                <a:close/>
                <a:moveTo>
                  <a:pt x="288465" y="397773"/>
                </a:moveTo>
                <a:lnTo>
                  <a:pt x="293042" y="403225"/>
                </a:lnTo>
                <a:lnTo>
                  <a:pt x="298778" y="408912"/>
                </a:lnTo>
                <a:lnTo>
                  <a:pt x="311088" y="428336"/>
                </a:lnTo>
                <a:lnTo>
                  <a:pt x="296867" y="409269"/>
                </a:lnTo>
                <a:lnTo>
                  <a:pt x="288599" y="398744"/>
                </a:lnTo>
                <a:close/>
                <a:moveTo>
                  <a:pt x="330238" y="309695"/>
                </a:moveTo>
                <a:lnTo>
                  <a:pt x="343594" y="312304"/>
                </a:lnTo>
                <a:lnTo>
                  <a:pt x="344837" y="313219"/>
                </a:lnTo>
                <a:lnTo>
                  <a:pt x="359326" y="343468"/>
                </a:lnTo>
                <a:lnTo>
                  <a:pt x="345080" y="328778"/>
                </a:lnTo>
                <a:lnTo>
                  <a:pt x="335059" y="316275"/>
                </a:lnTo>
                <a:lnTo>
                  <a:pt x="334221" y="315107"/>
                </a:lnTo>
                <a:close/>
                <a:moveTo>
                  <a:pt x="349367" y="269753"/>
                </a:moveTo>
                <a:lnTo>
                  <a:pt x="365016" y="292643"/>
                </a:lnTo>
                <a:lnTo>
                  <a:pt x="386022" y="320594"/>
                </a:lnTo>
                <a:lnTo>
                  <a:pt x="385977" y="320585"/>
                </a:lnTo>
                <a:lnTo>
                  <a:pt x="377559" y="312589"/>
                </a:lnTo>
                <a:lnTo>
                  <a:pt x="349464" y="269990"/>
                </a:lnTo>
                <a:close/>
                <a:moveTo>
                  <a:pt x="398732" y="161013"/>
                </a:moveTo>
                <a:lnTo>
                  <a:pt x="407046" y="170817"/>
                </a:lnTo>
                <a:cubicBezTo>
                  <a:pt x="413872" y="179150"/>
                  <a:pt x="421982" y="189325"/>
                  <a:pt x="431804" y="201984"/>
                </a:cubicBezTo>
                <a:cubicBezTo>
                  <a:pt x="447495" y="222209"/>
                  <a:pt x="459208" y="245383"/>
                  <a:pt x="475439" y="265176"/>
                </a:cubicBezTo>
                <a:lnTo>
                  <a:pt x="490067" y="280219"/>
                </a:lnTo>
                <a:lnTo>
                  <a:pt x="527744" y="344910"/>
                </a:lnTo>
                <a:lnTo>
                  <a:pt x="529631" y="348652"/>
                </a:lnTo>
                <a:lnTo>
                  <a:pt x="517525" y="346287"/>
                </a:lnTo>
                <a:lnTo>
                  <a:pt x="498286" y="321780"/>
                </a:lnTo>
                <a:lnTo>
                  <a:pt x="480236" y="301827"/>
                </a:lnTo>
                <a:lnTo>
                  <a:pt x="458263" y="256936"/>
                </a:lnTo>
                <a:cubicBezTo>
                  <a:pt x="450020" y="241509"/>
                  <a:pt x="439256" y="223386"/>
                  <a:pt x="427088" y="204057"/>
                </a:cubicBezTo>
                <a:close/>
                <a:moveTo>
                  <a:pt x="327017" y="309065"/>
                </a:moveTo>
                <a:lnTo>
                  <a:pt x="329700" y="309590"/>
                </a:lnTo>
                <a:lnTo>
                  <a:pt x="335059" y="316275"/>
                </a:lnTo>
                <a:lnTo>
                  <a:pt x="341005" y="324576"/>
                </a:lnTo>
                <a:lnTo>
                  <a:pt x="327582" y="310735"/>
                </a:lnTo>
                <a:close/>
                <a:moveTo>
                  <a:pt x="155260" y="664381"/>
                </a:moveTo>
                <a:lnTo>
                  <a:pt x="176292" y="694849"/>
                </a:lnTo>
                <a:lnTo>
                  <a:pt x="210273" y="744514"/>
                </a:lnTo>
                <a:lnTo>
                  <a:pt x="215117" y="756435"/>
                </a:lnTo>
                <a:lnTo>
                  <a:pt x="229126" y="785683"/>
                </a:lnTo>
                <a:lnTo>
                  <a:pt x="216411" y="779692"/>
                </a:lnTo>
                <a:lnTo>
                  <a:pt x="211061" y="772206"/>
                </a:lnTo>
                <a:cubicBezTo>
                  <a:pt x="191453" y="739156"/>
                  <a:pt x="174222" y="704800"/>
                  <a:pt x="157838" y="669998"/>
                </a:cubicBezTo>
                <a:close/>
                <a:moveTo>
                  <a:pt x="286669" y="384763"/>
                </a:moveTo>
                <a:lnTo>
                  <a:pt x="300770" y="401608"/>
                </a:lnTo>
                <a:lnTo>
                  <a:pt x="306879" y="416943"/>
                </a:lnTo>
                <a:lnTo>
                  <a:pt x="298778" y="408912"/>
                </a:lnTo>
                <a:lnTo>
                  <a:pt x="287559" y="391210"/>
                </a:lnTo>
                <a:close/>
                <a:moveTo>
                  <a:pt x="324671" y="302131"/>
                </a:moveTo>
                <a:lnTo>
                  <a:pt x="330238" y="309695"/>
                </a:lnTo>
                <a:lnTo>
                  <a:pt x="329700" y="309590"/>
                </a:lnTo>
                <a:lnTo>
                  <a:pt x="325364" y="304180"/>
                </a:lnTo>
                <a:close/>
                <a:moveTo>
                  <a:pt x="365493" y="210864"/>
                </a:moveTo>
                <a:lnTo>
                  <a:pt x="367509" y="213012"/>
                </a:lnTo>
                <a:cubicBezTo>
                  <a:pt x="378869" y="224568"/>
                  <a:pt x="381855" y="225674"/>
                  <a:pt x="381788" y="223146"/>
                </a:cubicBezTo>
                <a:lnTo>
                  <a:pt x="381083" y="221027"/>
                </a:lnTo>
                <a:lnTo>
                  <a:pt x="398719" y="250661"/>
                </a:lnTo>
                <a:lnTo>
                  <a:pt x="377221" y="233611"/>
                </a:lnTo>
                <a:close/>
                <a:moveTo>
                  <a:pt x="228735" y="488698"/>
                </a:moveTo>
                <a:lnTo>
                  <a:pt x="237742" y="493885"/>
                </a:lnTo>
                <a:lnTo>
                  <a:pt x="297234" y="570566"/>
                </a:lnTo>
                <a:lnTo>
                  <a:pt x="311583" y="586501"/>
                </a:lnTo>
                <a:lnTo>
                  <a:pt x="331141" y="627261"/>
                </a:lnTo>
                <a:lnTo>
                  <a:pt x="309247" y="595199"/>
                </a:lnTo>
                <a:cubicBezTo>
                  <a:pt x="285056" y="561770"/>
                  <a:pt x="259323" y="527821"/>
                  <a:pt x="233319" y="494449"/>
                </a:cubicBezTo>
                <a:close/>
                <a:moveTo>
                  <a:pt x="355447" y="217617"/>
                </a:moveTo>
                <a:lnTo>
                  <a:pt x="364085" y="223194"/>
                </a:lnTo>
                <a:lnTo>
                  <a:pt x="377221" y="233611"/>
                </a:lnTo>
                <a:lnTo>
                  <a:pt x="378425" y="235948"/>
                </a:lnTo>
                <a:cubicBezTo>
                  <a:pt x="405631" y="287735"/>
                  <a:pt x="412202" y="294448"/>
                  <a:pt x="435202" y="325994"/>
                </a:cubicBezTo>
                <a:lnTo>
                  <a:pt x="438700" y="330886"/>
                </a:lnTo>
                <a:lnTo>
                  <a:pt x="430664" y="329316"/>
                </a:lnTo>
                <a:lnTo>
                  <a:pt x="420835" y="312931"/>
                </a:lnTo>
                <a:close/>
                <a:moveTo>
                  <a:pt x="318659" y="293963"/>
                </a:moveTo>
                <a:lnTo>
                  <a:pt x="322984" y="297144"/>
                </a:lnTo>
                <a:lnTo>
                  <a:pt x="324671" y="302131"/>
                </a:lnTo>
                <a:close/>
                <a:moveTo>
                  <a:pt x="189969" y="562024"/>
                </a:moveTo>
                <a:lnTo>
                  <a:pt x="190208" y="562191"/>
                </a:lnTo>
                <a:lnTo>
                  <a:pt x="213212" y="578671"/>
                </a:lnTo>
                <a:lnTo>
                  <a:pt x="213947" y="579698"/>
                </a:lnTo>
                <a:lnTo>
                  <a:pt x="193696" y="567315"/>
                </a:lnTo>
                <a:lnTo>
                  <a:pt x="191928" y="565134"/>
                </a:lnTo>
                <a:close/>
                <a:moveTo>
                  <a:pt x="284129" y="360217"/>
                </a:moveTo>
                <a:lnTo>
                  <a:pt x="284382" y="360474"/>
                </a:lnTo>
                <a:lnTo>
                  <a:pt x="296580" y="391093"/>
                </a:lnTo>
                <a:lnTo>
                  <a:pt x="286141" y="379942"/>
                </a:lnTo>
                <a:close/>
                <a:moveTo>
                  <a:pt x="262550" y="399605"/>
                </a:moveTo>
                <a:lnTo>
                  <a:pt x="294820" y="440044"/>
                </a:lnTo>
                <a:lnTo>
                  <a:pt x="298651" y="463780"/>
                </a:lnTo>
                <a:lnTo>
                  <a:pt x="301124" y="477719"/>
                </a:lnTo>
                <a:lnTo>
                  <a:pt x="290846" y="464455"/>
                </a:lnTo>
                <a:lnTo>
                  <a:pt x="282440" y="447259"/>
                </a:lnTo>
                <a:lnTo>
                  <a:pt x="277650" y="437026"/>
                </a:lnTo>
                <a:close/>
                <a:moveTo>
                  <a:pt x="237386" y="449379"/>
                </a:moveTo>
                <a:lnTo>
                  <a:pt x="247384" y="460657"/>
                </a:lnTo>
                <a:lnTo>
                  <a:pt x="276069" y="509005"/>
                </a:lnTo>
                <a:lnTo>
                  <a:pt x="272288" y="506582"/>
                </a:lnTo>
                <a:lnTo>
                  <a:pt x="261989" y="492382"/>
                </a:lnTo>
                <a:close/>
                <a:moveTo>
                  <a:pt x="261424" y="398194"/>
                </a:moveTo>
                <a:lnTo>
                  <a:pt x="262416" y="399273"/>
                </a:lnTo>
                <a:lnTo>
                  <a:pt x="262550" y="399605"/>
                </a:lnTo>
                <a:close/>
                <a:moveTo>
                  <a:pt x="182245" y="560862"/>
                </a:moveTo>
                <a:lnTo>
                  <a:pt x="193381" y="567123"/>
                </a:lnTo>
                <a:lnTo>
                  <a:pt x="193696" y="567315"/>
                </a:lnTo>
                <a:lnTo>
                  <a:pt x="240278" y="624773"/>
                </a:lnTo>
                <a:lnTo>
                  <a:pt x="261474" y="648690"/>
                </a:lnTo>
                <a:lnTo>
                  <a:pt x="270485" y="662042"/>
                </a:lnTo>
                <a:lnTo>
                  <a:pt x="264622" y="660564"/>
                </a:lnTo>
                <a:cubicBezTo>
                  <a:pt x="249487" y="644334"/>
                  <a:pt x="228976" y="619967"/>
                  <a:pt x="206420" y="591940"/>
                </a:cubicBezTo>
                <a:close/>
                <a:moveTo>
                  <a:pt x="223171" y="475103"/>
                </a:moveTo>
                <a:lnTo>
                  <a:pt x="266131" y="502636"/>
                </a:lnTo>
                <a:lnTo>
                  <a:pt x="269751" y="507373"/>
                </a:lnTo>
                <a:lnTo>
                  <a:pt x="272218" y="510262"/>
                </a:lnTo>
                <a:lnTo>
                  <a:pt x="275183" y="515445"/>
                </a:lnTo>
                <a:lnTo>
                  <a:pt x="237742" y="493885"/>
                </a:lnTo>
                <a:close/>
                <a:moveTo>
                  <a:pt x="338154" y="234156"/>
                </a:moveTo>
                <a:lnTo>
                  <a:pt x="373428" y="279623"/>
                </a:lnTo>
                <a:lnTo>
                  <a:pt x="395182" y="313947"/>
                </a:lnTo>
                <a:lnTo>
                  <a:pt x="339854" y="237320"/>
                </a:lnTo>
                <a:lnTo>
                  <a:pt x="338504" y="235571"/>
                </a:lnTo>
                <a:close/>
                <a:moveTo>
                  <a:pt x="284062" y="344864"/>
                </a:moveTo>
                <a:lnTo>
                  <a:pt x="293756" y="357609"/>
                </a:lnTo>
                <a:cubicBezTo>
                  <a:pt x="307985" y="375350"/>
                  <a:pt x="321106" y="391005"/>
                  <a:pt x="333394" y="405190"/>
                </a:cubicBezTo>
                <a:lnTo>
                  <a:pt x="355134" y="429515"/>
                </a:lnTo>
                <a:lnTo>
                  <a:pt x="296689" y="372987"/>
                </a:lnTo>
                <a:lnTo>
                  <a:pt x="284382" y="360474"/>
                </a:lnTo>
                <a:lnTo>
                  <a:pt x="284077" y="359708"/>
                </a:lnTo>
                <a:lnTo>
                  <a:pt x="284076" y="359698"/>
                </a:lnTo>
                <a:close/>
                <a:moveTo>
                  <a:pt x="159760" y="602171"/>
                </a:moveTo>
                <a:lnTo>
                  <a:pt x="213790" y="678435"/>
                </a:lnTo>
                <a:cubicBezTo>
                  <a:pt x="266364" y="758147"/>
                  <a:pt x="226946" y="716319"/>
                  <a:pt x="270480" y="758455"/>
                </a:cubicBezTo>
                <a:lnTo>
                  <a:pt x="262652" y="757517"/>
                </a:lnTo>
                <a:lnTo>
                  <a:pt x="253305" y="750215"/>
                </a:lnTo>
                <a:lnTo>
                  <a:pt x="207941" y="703871"/>
                </a:lnTo>
                <a:lnTo>
                  <a:pt x="183907" y="674663"/>
                </a:lnTo>
                <a:lnTo>
                  <a:pt x="182837" y="673536"/>
                </a:lnTo>
                <a:lnTo>
                  <a:pt x="178516" y="661766"/>
                </a:lnTo>
                <a:cubicBezTo>
                  <a:pt x="173346" y="646964"/>
                  <a:pt x="169005" y="633764"/>
                  <a:pt x="166035" y="623832"/>
                </a:cubicBezTo>
                <a:close/>
                <a:moveTo>
                  <a:pt x="143898" y="632527"/>
                </a:moveTo>
                <a:lnTo>
                  <a:pt x="182837" y="673536"/>
                </a:lnTo>
                <a:lnTo>
                  <a:pt x="185590" y="681036"/>
                </a:lnTo>
                <a:lnTo>
                  <a:pt x="175319" y="670543"/>
                </a:lnTo>
                <a:lnTo>
                  <a:pt x="154292" y="646872"/>
                </a:lnTo>
                <a:close/>
                <a:moveTo>
                  <a:pt x="284056" y="338736"/>
                </a:moveTo>
                <a:lnTo>
                  <a:pt x="313689" y="372346"/>
                </a:lnTo>
                <a:cubicBezTo>
                  <a:pt x="321194" y="380785"/>
                  <a:pt x="329691" y="390311"/>
                  <a:pt x="339320" y="401081"/>
                </a:cubicBezTo>
                <a:lnTo>
                  <a:pt x="371680" y="437211"/>
                </a:lnTo>
                <a:lnTo>
                  <a:pt x="403557" y="478325"/>
                </a:lnTo>
                <a:lnTo>
                  <a:pt x="384195" y="457621"/>
                </a:lnTo>
                <a:lnTo>
                  <a:pt x="356886" y="431209"/>
                </a:lnTo>
                <a:lnTo>
                  <a:pt x="293756" y="357609"/>
                </a:lnTo>
                <a:lnTo>
                  <a:pt x="284060" y="343045"/>
                </a:lnTo>
                <a:close/>
                <a:moveTo>
                  <a:pt x="299676" y="303723"/>
                </a:moveTo>
                <a:lnTo>
                  <a:pt x="325968" y="308860"/>
                </a:lnTo>
                <a:lnTo>
                  <a:pt x="327065" y="310202"/>
                </a:lnTo>
                <a:lnTo>
                  <a:pt x="327582" y="310735"/>
                </a:lnTo>
                <a:lnTo>
                  <a:pt x="336000" y="335618"/>
                </a:lnTo>
                <a:lnTo>
                  <a:pt x="371494" y="411455"/>
                </a:lnTo>
                <a:lnTo>
                  <a:pt x="369268" y="408196"/>
                </a:lnTo>
                <a:cubicBezTo>
                  <a:pt x="343403" y="367218"/>
                  <a:pt x="344733" y="356340"/>
                  <a:pt x="307565" y="312475"/>
                </a:cubicBezTo>
                <a:close/>
                <a:moveTo>
                  <a:pt x="256712" y="392289"/>
                </a:moveTo>
                <a:lnTo>
                  <a:pt x="261424" y="398194"/>
                </a:lnTo>
                <a:lnTo>
                  <a:pt x="257455" y="393877"/>
                </a:lnTo>
                <a:close/>
                <a:moveTo>
                  <a:pt x="380138" y="133557"/>
                </a:moveTo>
                <a:lnTo>
                  <a:pt x="388170" y="138793"/>
                </a:lnTo>
                <a:cubicBezTo>
                  <a:pt x="406951" y="151094"/>
                  <a:pt x="426407" y="162484"/>
                  <a:pt x="444164" y="176221"/>
                </a:cubicBezTo>
                <a:cubicBezTo>
                  <a:pt x="462447" y="190363"/>
                  <a:pt x="479430" y="206162"/>
                  <a:pt x="496039" y="222237"/>
                </a:cubicBezTo>
                <a:lnTo>
                  <a:pt x="510816" y="236902"/>
                </a:lnTo>
                <a:lnTo>
                  <a:pt x="515316" y="248477"/>
                </a:lnTo>
                <a:cubicBezTo>
                  <a:pt x="519539" y="258343"/>
                  <a:pt x="525000" y="270315"/>
                  <a:pt x="531954" y="284808"/>
                </a:cubicBezTo>
                <a:lnTo>
                  <a:pt x="531986" y="284873"/>
                </a:lnTo>
                <a:lnTo>
                  <a:pt x="560938" y="354769"/>
                </a:lnTo>
                <a:lnTo>
                  <a:pt x="546192" y="351888"/>
                </a:lnTo>
                <a:lnTo>
                  <a:pt x="531782" y="323900"/>
                </a:lnTo>
                <a:cubicBezTo>
                  <a:pt x="523468" y="313183"/>
                  <a:pt x="513682" y="303746"/>
                  <a:pt x="503825" y="294367"/>
                </a:cubicBezTo>
                <a:lnTo>
                  <a:pt x="490067" y="280219"/>
                </a:lnTo>
                <a:lnTo>
                  <a:pt x="466503" y="239760"/>
                </a:lnTo>
                <a:cubicBezTo>
                  <a:pt x="454385" y="220531"/>
                  <a:pt x="439898" y="203016"/>
                  <a:pt x="424819" y="185930"/>
                </a:cubicBezTo>
                <a:lnTo>
                  <a:pt x="386369" y="142364"/>
                </a:lnTo>
                <a:close/>
                <a:moveTo>
                  <a:pt x="334118" y="228929"/>
                </a:moveTo>
                <a:lnTo>
                  <a:pt x="337245" y="230480"/>
                </a:lnTo>
                <a:lnTo>
                  <a:pt x="338154" y="234156"/>
                </a:lnTo>
                <a:lnTo>
                  <a:pt x="334261" y="229139"/>
                </a:lnTo>
                <a:close/>
                <a:moveTo>
                  <a:pt x="286418" y="328099"/>
                </a:moveTo>
                <a:lnTo>
                  <a:pt x="300041" y="345996"/>
                </a:lnTo>
                <a:lnTo>
                  <a:pt x="326097" y="371836"/>
                </a:lnTo>
                <a:lnTo>
                  <a:pt x="328108" y="374089"/>
                </a:lnTo>
                <a:cubicBezTo>
                  <a:pt x="348529" y="397732"/>
                  <a:pt x="366933" y="419502"/>
                  <a:pt x="384134" y="440513"/>
                </a:cubicBezTo>
                <a:lnTo>
                  <a:pt x="386497" y="443508"/>
                </a:lnTo>
                <a:lnTo>
                  <a:pt x="393386" y="458228"/>
                </a:lnTo>
                <a:lnTo>
                  <a:pt x="394784" y="460820"/>
                </a:lnTo>
                <a:lnTo>
                  <a:pt x="371743" y="437281"/>
                </a:lnTo>
                <a:lnTo>
                  <a:pt x="371680" y="437211"/>
                </a:lnTo>
                <a:lnTo>
                  <a:pt x="358687" y="420453"/>
                </a:lnTo>
                <a:lnTo>
                  <a:pt x="285277" y="330935"/>
                </a:lnTo>
                <a:close/>
                <a:moveTo>
                  <a:pt x="306450" y="284983"/>
                </a:moveTo>
                <a:lnTo>
                  <a:pt x="315044" y="291304"/>
                </a:lnTo>
                <a:lnTo>
                  <a:pt x="325364" y="304180"/>
                </a:lnTo>
                <a:lnTo>
                  <a:pt x="327017" y="309065"/>
                </a:lnTo>
                <a:lnTo>
                  <a:pt x="325968" y="308860"/>
                </a:lnTo>
                <a:close/>
                <a:moveTo>
                  <a:pt x="139665" y="630406"/>
                </a:moveTo>
                <a:lnTo>
                  <a:pt x="154292" y="646872"/>
                </a:lnTo>
                <a:lnTo>
                  <a:pt x="192310" y="699344"/>
                </a:lnTo>
                <a:lnTo>
                  <a:pt x="195965" y="709303"/>
                </a:lnTo>
                <a:lnTo>
                  <a:pt x="202045" y="724265"/>
                </a:lnTo>
                <a:lnTo>
                  <a:pt x="183564" y="701725"/>
                </a:lnTo>
                <a:lnTo>
                  <a:pt x="149630" y="652116"/>
                </a:lnTo>
                <a:close/>
                <a:moveTo>
                  <a:pt x="268427" y="361022"/>
                </a:moveTo>
                <a:lnTo>
                  <a:pt x="286141" y="379942"/>
                </a:lnTo>
                <a:lnTo>
                  <a:pt x="286531" y="383766"/>
                </a:lnTo>
                <a:lnTo>
                  <a:pt x="286669" y="384763"/>
                </a:lnTo>
                <a:lnTo>
                  <a:pt x="273513" y="369047"/>
                </a:lnTo>
                <a:close/>
                <a:moveTo>
                  <a:pt x="256337" y="385003"/>
                </a:moveTo>
                <a:lnTo>
                  <a:pt x="271097" y="398645"/>
                </a:lnTo>
                <a:lnTo>
                  <a:pt x="275652" y="404370"/>
                </a:lnTo>
                <a:lnTo>
                  <a:pt x="289602" y="425520"/>
                </a:lnTo>
                <a:lnTo>
                  <a:pt x="266599" y="403823"/>
                </a:lnTo>
                <a:lnTo>
                  <a:pt x="262416" y="399273"/>
                </a:lnTo>
                <a:lnTo>
                  <a:pt x="259078" y="391002"/>
                </a:lnTo>
                <a:close/>
                <a:moveTo>
                  <a:pt x="334419" y="219050"/>
                </a:moveTo>
                <a:lnTo>
                  <a:pt x="342849" y="233259"/>
                </a:lnTo>
                <a:lnTo>
                  <a:pt x="337245" y="230480"/>
                </a:lnTo>
                <a:close/>
                <a:moveTo>
                  <a:pt x="159228" y="583842"/>
                </a:moveTo>
                <a:lnTo>
                  <a:pt x="159585" y="584798"/>
                </a:lnTo>
                <a:lnTo>
                  <a:pt x="159567" y="584784"/>
                </a:lnTo>
                <a:close/>
                <a:moveTo>
                  <a:pt x="282701" y="323216"/>
                </a:moveTo>
                <a:lnTo>
                  <a:pt x="286617" y="327604"/>
                </a:lnTo>
                <a:lnTo>
                  <a:pt x="286418" y="328099"/>
                </a:lnTo>
                <a:close/>
                <a:moveTo>
                  <a:pt x="158199" y="581085"/>
                </a:moveTo>
                <a:lnTo>
                  <a:pt x="158248" y="581118"/>
                </a:lnTo>
                <a:lnTo>
                  <a:pt x="159228" y="583842"/>
                </a:lnTo>
                <a:close/>
                <a:moveTo>
                  <a:pt x="289666" y="301768"/>
                </a:moveTo>
                <a:lnTo>
                  <a:pt x="290503" y="301931"/>
                </a:lnTo>
                <a:lnTo>
                  <a:pt x="331380" y="359264"/>
                </a:lnTo>
                <a:lnTo>
                  <a:pt x="372207" y="415831"/>
                </a:lnTo>
                <a:lnTo>
                  <a:pt x="354158" y="399665"/>
                </a:lnTo>
                <a:lnTo>
                  <a:pt x="326097" y="371836"/>
                </a:lnTo>
                <a:lnTo>
                  <a:pt x="286617" y="327604"/>
                </a:lnTo>
                <a:lnTo>
                  <a:pt x="287441" y="325557"/>
                </a:lnTo>
                <a:cubicBezTo>
                  <a:pt x="288726" y="323948"/>
                  <a:pt x="289961" y="322700"/>
                  <a:pt x="290524" y="319291"/>
                </a:cubicBezTo>
                <a:close/>
                <a:moveTo>
                  <a:pt x="135003" y="620250"/>
                </a:moveTo>
                <a:lnTo>
                  <a:pt x="143898" y="632527"/>
                </a:lnTo>
                <a:lnTo>
                  <a:pt x="137588" y="625881"/>
                </a:lnTo>
                <a:close/>
                <a:moveTo>
                  <a:pt x="153272" y="579775"/>
                </a:moveTo>
                <a:lnTo>
                  <a:pt x="159567" y="584784"/>
                </a:lnTo>
                <a:lnTo>
                  <a:pt x="161815" y="591030"/>
                </a:lnTo>
                <a:cubicBezTo>
                  <a:pt x="162081" y="591722"/>
                  <a:pt x="161292" y="589469"/>
                  <a:pt x="159973" y="585837"/>
                </a:cubicBezTo>
                <a:lnTo>
                  <a:pt x="159585" y="584798"/>
                </a:lnTo>
                <a:lnTo>
                  <a:pt x="161729" y="586503"/>
                </a:lnTo>
                <a:cubicBezTo>
                  <a:pt x="172182" y="594841"/>
                  <a:pt x="185018" y="605016"/>
                  <a:pt x="198181" y="615155"/>
                </a:cubicBezTo>
                <a:lnTo>
                  <a:pt x="218551" y="630235"/>
                </a:lnTo>
                <a:lnTo>
                  <a:pt x="236839" y="649679"/>
                </a:lnTo>
                <a:lnTo>
                  <a:pt x="252270" y="666350"/>
                </a:lnTo>
                <a:lnTo>
                  <a:pt x="264079" y="682655"/>
                </a:lnTo>
                <a:cubicBezTo>
                  <a:pt x="332918" y="777397"/>
                  <a:pt x="249262" y="658950"/>
                  <a:pt x="347226" y="813817"/>
                </a:cubicBezTo>
                <a:lnTo>
                  <a:pt x="354469" y="825180"/>
                </a:lnTo>
                <a:lnTo>
                  <a:pt x="342066" y="823799"/>
                </a:lnTo>
                <a:lnTo>
                  <a:pt x="322355" y="804471"/>
                </a:lnTo>
                <a:lnTo>
                  <a:pt x="310110" y="794793"/>
                </a:lnTo>
                <a:lnTo>
                  <a:pt x="252957" y="728919"/>
                </a:lnTo>
                <a:cubicBezTo>
                  <a:pt x="225356" y="691027"/>
                  <a:pt x="195250" y="654840"/>
                  <a:pt x="170155" y="615244"/>
                </a:cubicBezTo>
                <a:lnTo>
                  <a:pt x="155881" y="588780"/>
                </a:lnTo>
                <a:close/>
                <a:moveTo>
                  <a:pt x="322253" y="223045"/>
                </a:moveTo>
                <a:lnTo>
                  <a:pt x="332911" y="228331"/>
                </a:lnTo>
                <a:lnTo>
                  <a:pt x="338504" y="235571"/>
                </a:lnTo>
                <a:lnTo>
                  <a:pt x="343197" y="254555"/>
                </a:lnTo>
                <a:lnTo>
                  <a:pt x="349367" y="269753"/>
                </a:lnTo>
                <a:lnTo>
                  <a:pt x="347665" y="267263"/>
                </a:lnTo>
                <a:lnTo>
                  <a:pt x="347665" y="267262"/>
                </a:lnTo>
                <a:close/>
                <a:moveTo>
                  <a:pt x="288077" y="290857"/>
                </a:moveTo>
                <a:lnTo>
                  <a:pt x="299676" y="303723"/>
                </a:lnTo>
                <a:lnTo>
                  <a:pt x="290503" y="301931"/>
                </a:lnTo>
                <a:lnTo>
                  <a:pt x="289613" y="300683"/>
                </a:lnTo>
                <a:lnTo>
                  <a:pt x="289583" y="300057"/>
                </a:lnTo>
                <a:close/>
                <a:moveTo>
                  <a:pt x="249477" y="369989"/>
                </a:moveTo>
                <a:lnTo>
                  <a:pt x="260603" y="380199"/>
                </a:lnTo>
                <a:lnTo>
                  <a:pt x="271333" y="390752"/>
                </a:lnTo>
                <a:lnTo>
                  <a:pt x="291065" y="416603"/>
                </a:lnTo>
                <a:lnTo>
                  <a:pt x="291234" y="417830"/>
                </a:lnTo>
                <a:lnTo>
                  <a:pt x="291717" y="420821"/>
                </a:lnTo>
                <a:lnTo>
                  <a:pt x="273156" y="400548"/>
                </a:lnTo>
                <a:lnTo>
                  <a:pt x="271097" y="398645"/>
                </a:lnTo>
                <a:lnTo>
                  <a:pt x="255672" y="379254"/>
                </a:lnTo>
                <a:lnTo>
                  <a:pt x="252240" y="376036"/>
                </a:lnTo>
                <a:close/>
                <a:moveTo>
                  <a:pt x="164459" y="544211"/>
                </a:moveTo>
                <a:lnTo>
                  <a:pt x="175038" y="551598"/>
                </a:lnTo>
                <a:lnTo>
                  <a:pt x="182245" y="560862"/>
                </a:lnTo>
                <a:lnTo>
                  <a:pt x="172432" y="555346"/>
                </a:lnTo>
                <a:lnTo>
                  <a:pt x="166950" y="547699"/>
                </a:lnTo>
                <a:close/>
                <a:moveTo>
                  <a:pt x="126516" y="622741"/>
                </a:moveTo>
                <a:lnTo>
                  <a:pt x="145087" y="645475"/>
                </a:lnTo>
                <a:lnTo>
                  <a:pt x="149630" y="652116"/>
                </a:lnTo>
                <a:lnTo>
                  <a:pt x="155260" y="664381"/>
                </a:lnTo>
                <a:close/>
                <a:moveTo>
                  <a:pt x="148811" y="575674"/>
                </a:moveTo>
                <a:lnTo>
                  <a:pt x="152700" y="577803"/>
                </a:lnTo>
                <a:lnTo>
                  <a:pt x="153272" y="579775"/>
                </a:lnTo>
                <a:lnTo>
                  <a:pt x="149333" y="576642"/>
                </a:lnTo>
                <a:close/>
                <a:moveTo>
                  <a:pt x="246654" y="370799"/>
                </a:moveTo>
                <a:lnTo>
                  <a:pt x="252240" y="376036"/>
                </a:lnTo>
                <a:lnTo>
                  <a:pt x="256337" y="385003"/>
                </a:lnTo>
                <a:lnTo>
                  <a:pt x="250987" y="380058"/>
                </a:lnTo>
                <a:close/>
                <a:moveTo>
                  <a:pt x="364502" y="123365"/>
                </a:moveTo>
                <a:lnTo>
                  <a:pt x="377636" y="131926"/>
                </a:lnTo>
                <a:lnTo>
                  <a:pt x="379582" y="134673"/>
                </a:lnTo>
                <a:lnTo>
                  <a:pt x="386369" y="142364"/>
                </a:lnTo>
                <a:lnTo>
                  <a:pt x="387490" y="143947"/>
                </a:lnTo>
                <a:lnTo>
                  <a:pt x="398732" y="161013"/>
                </a:lnTo>
                <a:lnTo>
                  <a:pt x="389992" y="150706"/>
                </a:lnTo>
                <a:cubicBezTo>
                  <a:pt x="380620" y="140127"/>
                  <a:pt x="374673" y="134350"/>
                  <a:pt x="368729" y="128236"/>
                </a:cubicBezTo>
                <a:close/>
                <a:moveTo>
                  <a:pt x="305047" y="247078"/>
                </a:moveTo>
                <a:lnTo>
                  <a:pt x="326296" y="274507"/>
                </a:lnTo>
                <a:lnTo>
                  <a:pt x="344482" y="312478"/>
                </a:lnTo>
                <a:lnTo>
                  <a:pt x="343594" y="312304"/>
                </a:lnTo>
                <a:lnTo>
                  <a:pt x="322984" y="297144"/>
                </a:lnTo>
                <a:lnTo>
                  <a:pt x="318715" y="284526"/>
                </a:lnTo>
                <a:close/>
                <a:moveTo>
                  <a:pt x="201725" y="461358"/>
                </a:moveTo>
                <a:lnTo>
                  <a:pt x="212391" y="468195"/>
                </a:lnTo>
                <a:lnTo>
                  <a:pt x="228735" y="488698"/>
                </a:lnTo>
                <a:lnTo>
                  <a:pt x="214089" y="480264"/>
                </a:lnTo>
                <a:close/>
                <a:moveTo>
                  <a:pt x="308300" y="236523"/>
                </a:moveTo>
                <a:lnTo>
                  <a:pt x="326050" y="258003"/>
                </a:lnTo>
                <a:lnTo>
                  <a:pt x="338011" y="271578"/>
                </a:lnTo>
                <a:lnTo>
                  <a:pt x="365968" y="316676"/>
                </a:lnTo>
                <a:lnTo>
                  <a:pt x="357712" y="315063"/>
                </a:lnTo>
                <a:lnTo>
                  <a:pt x="326296" y="274507"/>
                </a:lnTo>
                <a:lnTo>
                  <a:pt x="308846" y="238075"/>
                </a:lnTo>
                <a:close/>
                <a:moveTo>
                  <a:pt x="267331" y="319190"/>
                </a:moveTo>
                <a:lnTo>
                  <a:pt x="271301" y="323881"/>
                </a:lnTo>
                <a:lnTo>
                  <a:pt x="284060" y="343045"/>
                </a:lnTo>
                <a:lnTo>
                  <a:pt x="284062" y="344864"/>
                </a:lnTo>
                <a:lnTo>
                  <a:pt x="271328" y="328124"/>
                </a:lnTo>
                <a:close/>
                <a:moveTo>
                  <a:pt x="147953" y="558237"/>
                </a:moveTo>
                <a:cubicBezTo>
                  <a:pt x="147506" y="553839"/>
                  <a:pt x="151237" y="562730"/>
                  <a:pt x="154948" y="572373"/>
                </a:cubicBezTo>
                <a:lnTo>
                  <a:pt x="158199" y="581085"/>
                </a:lnTo>
                <a:lnTo>
                  <a:pt x="156062" y="579643"/>
                </a:lnTo>
                <a:lnTo>
                  <a:pt x="152700" y="577803"/>
                </a:lnTo>
                <a:lnTo>
                  <a:pt x="152284" y="576368"/>
                </a:lnTo>
                <a:cubicBezTo>
                  <a:pt x="149446" y="565958"/>
                  <a:pt x="148177" y="560436"/>
                  <a:pt x="147953" y="558237"/>
                </a:cubicBezTo>
                <a:close/>
                <a:moveTo>
                  <a:pt x="139914" y="570805"/>
                </a:moveTo>
                <a:lnTo>
                  <a:pt x="146586" y="574457"/>
                </a:lnTo>
                <a:lnTo>
                  <a:pt x="149333" y="576642"/>
                </a:lnTo>
                <a:lnTo>
                  <a:pt x="155881" y="588780"/>
                </a:lnTo>
                <a:lnTo>
                  <a:pt x="159760" y="602171"/>
                </a:lnTo>
                <a:lnTo>
                  <a:pt x="157100" y="598416"/>
                </a:lnTo>
                <a:close/>
                <a:moveTo>
                  <a:pt x="319987" y="194725"/>
                </a:moveTo>
                <a:lnTo>
                  <a:pt x="330004" y="201192"/>
                </a:lnTo>
                <a:lnTo>
                  <a:pt x="334419" y="219050"/>
                </a:lnTo>
                <a:lnTo>
                  <a:pt x="325326" y="203723"/>
                </a:lnTo>
                <a:close/>
                <a:moveTo>
                  <a:pt x="338643" y="151213"/>
                </a:moveTo>
                <a:lnTo>
                  <a:pt x="377911" y="207597"/>
                </a:lnTo>
                <a:lnTo>
                  <a:pt x="383180" y="214887"/>
                </a:lnTo>
                <a:lnTo>
                  <a:pt x="377859" y="209795"/>
                </a:lnTo>
                <a:cubicBezTo>
                  <a:pt x="377022" y="209868"/>
                  <a:pt x="377982" y="212362"/>
                  <a:pt x="379163" y="215260"/>
                </a:cubicBezTo>
                <a:lnTo>
                  <a:pt x="381083" y="221027"/>
                </a:lnTo>
                <a:lnTo>
                  <a:pt x="376835" y="213889"/>
                </a:lnTo>
                <a:lnTo>
                  <a:pt x="344761" y="165086"/>
                </a:lnTo>
                <a:lnTo>
                  <a:pt x="341948" y="158557"/>
                </a:lnTo>
                <a:close/>
                <a:moveTo>
                  <a:pt x="186606" y="463923"/>
                </a:moveTo>
                <a:lnTo>
                  <a:pt x="189017" y="465826"/>
                </a:lnTo>
                <a:lnTo>
                  <a:pt x="214089" y="480264"/>
                </a:lnTo>
                <a:lnTo>
                  <a:pt x="232393" y="508251"/>
                </a:lnTo>
                <a:cubicBezTo>
                  <a:pt x="335020" y="664031"/>
                  <a:pt x="209985" y="458763"/>
                  <a:pt x="320580" y="627871"/>
                </a:cubicBezTo>
                <a:lnTo>
                  <a:pt x="341293" y="659738"/>
                </a:lnTo>
                <a:lnTo>
                  <a:pt x="341564" y="676349"/>
                </a:lnTo>
                <a:lnTo>
                  <a:pt x="327945" y="674176"/>
                </a:lnTo>
                <a:lnTo>
                  <a:pt x="294157" y="643041"/>
                </a:lnTo>
                <a:lnTo>
                  <a:pt x="293214" y="642204"/>
                </a:lnTo>
                <a:lnTo>
                  <a:pt x="254643" y="571261"/>
                </a:lnTo>
                <a:close/>
                <a:moveTo>
                  <a:pt x="234010" y="363841"/>
                </a:moveTo>
                <a:lnTo>
                  <a:pt x="239894" y="369806"/>
                </a:lnTo>
                <a:lnTo>
                  <a:pt x="250987" y="380058"/>
                </a:lnTo>
                <a:lnTo>
                  <a:pt x="256712" y="392289"/>
                </a:lnTo>
                <a:close/>
                <a:moveTo>
                  <a:pt x="323678" y="172718"/>
                </a:moveTo>
                <a:lnTo>
                  <a:pt x="343612" y="200366"/>
                </a:lnTo>
                <a:lnTo>
                  <a:pt x="355447" y="217617"/>
                </a:lnTo>
                <a:lnTo>
                  <a:pt x="330004" y="201192"/>
                </a:lnTo>
                <a:lnTo>
                  <a:pt x="328569" y="195390"/>
                </a:lnTo>
                <a:close/>
                <a:moveTo>
                  <a:pt x="405345" y="716"/>
                </a:moveTo>
                <a:lnTo>
                  <a:pt x="413911" y="0"/>
                </a:lnTo>
                <a:lnTo>
                  <a:pt x="414019" y="76"/>
                </a:lnTo>
                <a:lnTo>
                  <a:pt x="433993" y="48298"/>
                </a:lnTo>
                <a:lnTo>
                  <a:pt x="419400" y="23899"/>
                </a:lnTo>
                <a:close/>
                <a:moveTo>
                  <a:pt x="281544" y="256018"/>
                </a:moveTo>
                <a:lnTo>
                  <a:pt x="297331" y="273827"/>
                </a:lnTo>
                <a:lnTo>
                  <a:pt x="306450" y="284983"/>
                </a:lnTo>
                <a:lnTo>
                  <a:pt x="283999" y="268469"/>
                </a:lnTo>
                <a:close/>
                <a:moveTo>
                  <a:pt x="301562" y="212785"/>
                </a:moveTo>
                <a:lnTo>
                  <a:pt x="316548" y="220217"/>
                </a:lnTo>
                <a:lnTo>
                  <a:pt x="317086" y="220899"/>
                </a:lnTo>
                <a:lnTo>
                  <a:pt x="347665" y="267262"/>
                </a:lnTo>
                <a:lnTo>
                  <a:pt x="347665" y="267263"/>
                </a:lnTo>
                <a:lnTo>
                  <a:pt x="347665" y="267263"/>
                </a:lnTo>
                <a:lnTo>
                  <a:pt x="349464" y="269990"/>
                </a:lnTo>
                <a:lnTo>
                  <a:pt x="359977" y="295886"/>
                </a:lnTo>
                <a:lnTo>
                  <a:pt x="356600" y="292678"/>
                </a:lnTo>
                <a:lnTo>
                  <a:pt x="338011" y="271578"/>
                </a:lnTo>
                <a:close/>
                <a:moveTo>
                  <a:pt x="221877" y="375736"/>
                </a:moveTo>
                <a:lnTo>
                  <a:pt x="223484" y="377792"/>
                </a:lnTo>
                <a:lnTo>
                  <a:pt x="233604" y="390787"/>
                </a:lnTo>
                <a:lnTo>
                  <a:pt x="234685" y="392656"/>
                </a:lnTo>
                <a:cubicBezTo>
                  <a:pt x="244457" y="407472"/>
                  <a:pt x="255700" y="421228"/>
                  <a:pt x="267038" y="434919"/>
                </a:cubicBezTo>
                <a:lnTo>
                  <a:pt x="287067" y="460393"/>
                </a:lnTo>
                <a:lnTo>
                  <a:pt x="300762" y="497007"/>
                </a:lnTo>
                <a:lnTo>
                  <a:pt x="292793" y="486052"/>
                </a:lnTo>
                <a:cubicBezTo>
                  <a:pt x="272022" y="456539"/>
                  <a:pt x="253370" y="428785"/>
                  <a:pt x="239153" y="405364"/>
                </a:cubicBezTo>
                <a:close/>
                <a:moveTo>
                  <a:pt x="143349" y="538997"/>
                </a:moveTo>
                <a:lnTo>
                  <a:pt x="172432" y="555346"/>
                </a:lnTo>
                <a:lnTo>
                  <a:pt x="209398" y="606911"/>
                </a:lnTo>
                <a:lnTo>
                  <a:pt x="234931" y="642361"/>
                </a:lnTo>
                <a:lnTo>
                  <a:pt x="218551" y="630235"/>
                </a:lnTo>
                <a:lnTo>
                  <a:pt x="209383" y="620486"/>
                </a:lnTo>
                <a:cubicBezTo>
                  <a:pt x="202274" y="613020"/>
                  <a:pt x="197440" y="608056"/>
                  <a:pt x="195571" y="606308"/>
                </a:cubicBezTo>
                <a:lnTo>
                  <a:pt x="158248" y="581118"/>
                </a:lnTo>
                <a:lnTo>
                  <a:pt x="157324" y="578550"/>
                </a:lnTo>
                <a:cubicBezTo>
                  <a:pt x="154421" y="570400"/>
                  <a:pt x="149938" y="557738"/>
                  <a:pt x="143349" y="538997"/>
                </a:cubicBezTo>
                <a:close/>
                <a:moveTo>
                  <a:pt x="258042" y="295589"/>
                </a:moveTo>
                <a:lnTo>
                  <a:pt x="262305" y="296422"/>
                </a:lnTo>
                <a:lnTo>
                  <a:pt x="282701" y="323216"/>
                </a:lnTo>
                <a:close/>
                <a:moveTo>
                  <a:pt x="257268" y="296692"/>
                </a:moveTo>
                <a:lnTo>
                  <a:pt x="258710" y="298537"/>
                </a:lnTo>
                <a:lnTo>
                  <a:pt x="285277" y="330935"/>
                </a:lnTo>
                <a:lnTo>
                  <a:pt x="284051" y="333983"/>
                </a:lnTo>
                <a:lnTo>
                  <a:pt x="284056" y="338736"/>
                </a:lnTo>
                <a:lnTo>
                  <a:pt x="279445" y="333507"/>
                </a:lnTo>
                <a:lnTo>
                  <a:pt x="271301" y="323881"/>
                </a:lnTo>
                <a:lnTo>
                  <a:pt x="265599" y="315318"/>
                </a:lnTo>
                <a:close/>
                <a:moveTo>
                  <a:pt x="239998" y="331482"/>
                </a:moveTo>
                <a:lnTo>
                  <a:pt x="253066" y="344621"/>
                </a:lnTo>
                <a:lnTo>
                  <a:pt x="273513" y="369047"/>
                </a:lnTo>
                <a:lnTo>
                  <a:pt x="287559" y="391210"/>
                </a:lnTo>
                <a:lnTo>
                  <a:pt x="288465" y="397773"/>
                </a:lnTo>
                <a:lnTo>
                  <a:pt x="278660" y="386091"/>
                </a:lnTo>
                <a:lnTo>
                  <a:pt x="266620" y="370764"/>
                </a:lnTo>
                <a:lnTo>
                  <a:pt x="245141" y="339913"/>
                </a:lnTo>
                <a:close/>
                <a:moveTo>
                  <a:pt x="256111" y="295212"/>
                </a:moveTo>
                <a:lnTo>
                  <a:pt x="256653" y="295318"/>
                </a:lnTo>
                <a:lnTo>
                  <a:pt x="257268" y="296692"/>
                </a:lnTo>
                <a:close/>
                <a:moveTo>
                  <a:pt x="233163" y="341974"/>
                </a:moveTo>
                <a:lnTo>
                  <a:pt x="241517" y="352570"/>
                </a:lnTo>
                <a:lnTo>
                  <a:pt x="249477" y="369989"/>
                </a:lnTo>
                <a:lnTo>
                  <a:pt x="243864" y="364839"/>
                </a:lnTo>
                <a:close/>
                <a:moveTo>
                  <a:pt x="297848" y="206794"/>
                </a:moveTo>
                <a:lnTo>
                  <a:pt x="301562" y="212785"/>
                </a:lnTo>
                <a:lnTo>
                  <a:pt x="299615" y="211819"/>
                </a:lnTo>
                <a:close/>
                <a:moveTo>
                  <a:pt x="255500" y="292741"/>
                </a:moveTo>
                <a:lnTo>
                  <a:pt x="258042" y="295589"/>
                </a:lnTo>
                <a:lnTo>
                  <a:pt x="256653" y="295318"/>
                </a:lnTo>
                <a:close/>
                <a:moveTo>
                  <a:pt x="278481" y="241554"/>
                </a:moveTo>
                <a:lnTo>
                  <a:pt x="296485" y="263838"/>
                </a:lnTo>
                <a:lnTo>
                  <a:pt x="318659" y="293963"/>
                </a:lnTo>
                <a:lnTo>
                  <a:pt x="315044" y="291304"/>
                </a:lnTo>
                <a:lnTo>
                  <a:pt x="295181" y="266521"/>
                </a:lnTo>
                <a:lnTo>
                  <a:pt x="278878" y="243390"/>
                </a:lnTo>
                <a:close/>
                <a:moveTo>
                  <a:pt x="328047" y="135999"/>
                </a:moveTo>
                <a:lnTo>
                  <a:pt x="335324" y="143840"/>
                </a:lnTo>
                <a:lnTo>
                  <a:pt x="338643" y="151213"/>
                </a:lnTo>
                <a:close/>
                <a:moveTo>
                  <a:pt x="107454" y="594144"/>
                </a:moveTo>
                <a:lnTo>
                  <a:pt x="137588" y="625881"/>
                </a:lnTo>
                <a:lnTo>
                  <a:pt x="139665" y="630406"/>
                </a:lnTo>
                <a:close/>
                <a:moveTo>
                  <a:pt x="201937" y="394817"/>
                </a:moveTo>
                <a:lnTo>
                  <a:pt x="209269" y="401591"/>
                </a:lnTo>
                <a:lnTo>
                  <a:pt x="222507" y="416752"/>
                </a:lnTo>
                <a:lnTo>
                  <a:pt x="232726" y="429185"/>
                </a:lnTo>
                <a:cubicBezTo>
                  <a:pt x="245728" y="443370"/>
                  <a:pt x="258870" y="457457"/>
                  <a:pt x="270080" y="473023"/>
                </a:cubicBezTo>
                <a:cubicBezTo>
                  <a:pt x="286562" y="495910"/>
                  <a:pt x="298802" y="513612"/>
                  <a:pt x="307915" y="527371"/>
                </a:cubicBezTo>
                <a:lnTo>
                  <a:pt x="308396" y="528145"/>
                </a:lnTo>
                <a:lnTo>
                  <a:pt x="291610" y="518841"/>
                </a:lnTo>
                <a:lnTo>
                  <a:pt x="265960" y="481611"/>
                </a:lnTo>
                <a:lnTo>
                  <a:pt x="247384" y="460657"/>
                </a:lnTo>
                <a:lnTo>
                  <a:pt x="239848" y="447955"/>
                </a:lnTo>
                <a:lnTo>
                  <a:pt x="205466" y="400213"/>
                </a:lnTo>
                <a:close/>
                <a:moveTo>
                  <a:pt x="249638" y="293947"/>
                </a:moveTo>
                <a:lnTo>
                  <a:pt x="249865" y="293991"/>
                </a:lnTo>
                <a:lnTo>
                  <a:pt x="260508" y="307670"/>
                </a:lnTo>
                <a:lnTo>
                  <a:pt x="265599" y="315318"/>
                </a:lnTo>
                <a:lnTo>
                  <a:pt x="267331" y="319190"/>
                </a:lnTo>
                <a:lnTo>
                  <a:pt x="262295" y="313238"/>
                </a:lnTo>
                <a:cubicBezTo>
                  <a:pt x="255067" y="304243"/>
                  <a:pt x="254758" y="302613"/>
                  <a:pt x="252413" y="298314"/>
                </a:cubicBezTo>
                <a:close/>
                <a:moveTo>
                  <a:pt x="195981" y="405311"/>
                </a:moveTo>
                <a:lnTo>
                  <a:pt x="196523" y="405833"/>
                </a:lnTo>
                <a:lnTo>
                  <a:pt x="206475" y="418601"/>
                </a:lnTo>
                <a:cubicBezTo>
                  <a:pt x="232888" y="452479"/>
                  <a:pt x="236532" y="457290"/>
                  <a:pt x="260929" y="490921"/>
                </a:cubicBezTo>
                <a:lnTo>
                  <a:pt x="261989" y="492382"/>
                </a:lnTo>
                <a:lnTo>
                  <a:pt x="268853" y="504381"/>
                </a:lnTo>
                <a:lnTo>
                  <a:pt x="266131" y="502636"/>
                </a:lnTo>
                <a:lnTo>
                  <a:pt x="266057" y="502539"/>
                </a:lnTo>
                <a:cubicBezTo>
                  <a:pt x="262313" y="496998"/>
                  <a:pt x="259339" y="490148"/>
                  <a:pt x="209617" y="422887"/>
                </a:cubicBezTo>
                <a:close/>
                <a:moveTo>
                  <a:pt x="298489" y="181906"/>
                </a:moveTo>
                <a:lnTo>
                  <a:pt x="307373" y="190412"/>
                </a:lnTo>
                <a:cubicBezTo>
                  <a:pt x="325500" y="207544"/>
                  <a:pt x="308758" y="190520"/>
                  <a:pt x="323789" y="213797"/>
                </a:cubicBezTo>
                <a:lnTo>
                  <a:pt x="334118" y="228929"/>
                </a:lnTo>
                <a:lnTo>
                  <a:pt x="332911" y="228331"/>
                </a:lnTo>
                <a:lnTo>
                  <a:pt x="303130" y="189771"/>
                </a:lnTo>
                <a:lnTo>
                  <a:pt x="299522" y="183494"/>
                </a:lnTo>
                <a:close/>
                <a:moveTo>
                  <a:pt x="102120" y="588140"/>
                </a:moveTo>
                <a:lnTo>
                  <a:pt x="107454" y="594144"/>
                </a:lnTo>
                <a:lnTo>
                  <a:pt x="103221" y="589686"/>
                </a:lnTo>
                <a:close/>
                <a:moveTo>
                  <a:pt x="295094" y="178655"/>
                </a:moveTo>
                <a:lnTo>
                  <a:pt x="297301" y="180080"/>
                </a:lnTo>
                <a:lnTo>
                  <a:pt x="298489" y="181906"/>
                </a:lnTo>
                <a:close/>
                <a:moveTo>
                  <a:pt x="281850" y="203010"/>
                </a:moveTo>
                <a:lnTo>
                  <a:pt x="299615" y="211819"/>
                </a:lnTo>
                <a:lnTo>
                  <a:pt x="308300" y="236523"/>
                </a:lnTo>
                <a:lnTo>
                  <a:pt x="303915" y="231216"/>
                </a:lnTo>
                <a:close/>
                <a:moveTo>
                  <a:pt x="175887" y="419847"/>
                </a:moveTo>
                <a:lnTo>
                  <a:pt x="180976" y="426199"/>
                </a:lnTo>
                <a:cubicBezTo>
                  <a:pt x="193762" y="440547"/>
                  <a:pt x="206878" y="454652"/>
                  <a:pt x="218900" y="469598"/>
                </a:cubicBezTo>
                <a:lnTo>
                  <a:pt x="223171" y="475103"/>
                </a:lnTo>
                <a:lnTo>
                  <a:pt x="212391" y="468195"/>
                </a:lnTo>
                <a:lnTo>
                  <a:pt x="183134" y="431491"/>
                </a:lnTo>
                <a:close/>
                <a:moveTo>
                  <a:pt x="280137" y="200820"/>
                </a:moveTo>
                <a:lnTo>
                  <a:pt x="281850" y="203010"/>
                </a:lnTo>
                <a:lnTo>
                  <a:pt x="281302" y="202738"/>
                </a:lnTo>
                <a:close/>
                <a:moveTo>
                  <a:pt x="223910" y="316394"/>
                </a:moveTo>
                <a:lnTo>
                  <a:pt x="266620" y="370764"/>
                </a:lnTo>
                <a:lnTo>
                  <a:pt x="270633" y="376528"/>
                </a:lnTo>
                <a:lnTo>
                  <a:pt x="278660" y="386091"/>
                </a:lnTo>
                <a:lnTo>
                  <a:pt x="288599" y="398744"/>
                </a:lnTo>
                <a:lnTo>
                  <a:pt x="290035" y="409146"/>
                </a:lnTo>
                <a:lnTo>
                  <a:pt x="271333" y="390752"/>
                </a:lnTo>
                <a:lnTo>
                  <a:pt x="262513" y="379197"/>
                </a:lnTo>
                <a:lnTo>
                  <a:pt x="241517" y="352570"/>
                </a:lnTo>
                <a:lnTo>
                  <a:pt x="235303" y="338969"/>
                </a:lnTo>
                <a:close/>
                <a:moveTo>
                  <a:pt x="325312" y="98455"/>
                </a:moveTo>
                <a:lnTo>
                  <a:pt x="329709" y="101039"/>
                </a:lnTo>
                <a:lnTo>
                  <a:pt x="342055" y="108909"/>
                </a:lnTo>
                <a:lnTo>
                  <a:pt x="384397" y="168676"/>
                </a:lnTo>
                <a:lnTo>
                  <a:pt x="424116" y="230395"/>
                </a:lnTo>
                <a:lnTo>
                  <a:pt x="405495" y="205099"/>
                </a:lnTo>
                <a:cubicBezTo>
                  <a:pt x="396852" y="193348"/>
                  <a:pt x="387074" y="180021"/>
                  <a:pt x="375809" y="164556"/>
                </a:cubicBezTo>
                <a:lnTo>
                  <a:pt x="341738" y="122351"/>
                </a:lnTo>
                <a:lnTo>
                  <a:pt x="339472" y="118508"/>
                </a:lnTo>
                <a:cubicBezTo>
                  <a:pt x="336385" y="113550"/>
                  <a:pt x="333200" y="108811"/>
                  <a:pt x="329167" y="103345"/>
                </a:cubicBezTo>
                <a:close/>
                <a:moveTo>
                  <a:pt x="208226" y="337704"/>
                </a:moveTo>
                <a:lnTo>
                  <a:pt x="217670" y="345597"/>
                </a:lnTo>
                <a:lnTo>
                  <a:pt x="223797" y="352024"/>
                </a:lnTo>
                <a:cubicBezTo>
                  <a:pt x="227085" y="355522"/>
                  <a:pt x="229220" y="357853"/>
                  <a:pt x="229869" y="358652"/>
                </a:cubicBezTo>
                <a:lnTo>
                  <a:pt x="234010" y="363841"/>
                </a:lnTo>
                <a:close/>
                <a:moveTo>
                  <a:pt x="219847" y="311221"/>
                </a:moveTo>
                <a:lnTo>
                  <a:pt x="222796" y="314187"/>
                </a:lnTo>
                <a:lnTo>
                  <a:pt x="223910" y="316394"/>
                </a:lnTo>
                <a:close/>
                <a:moveTo>
                  <a:pt x="91911" y="577775"/>
                </a:moveTo>
                <a:lnTo>
                  <a:pt x="103221" y="589686"/>
                </a:lnTo>
                <a:lnTo>
                  <a:pt x="118976" y="611819"/>
                </a:lnTo>
                <a:lnTo>
                  <a:pt x="126516" y="622741"/>
                </a:lnTo>
                <a:lnTo>
                  <a:pt x="111328" y="604150"/>
                </a:lnTo>
                <a:close/>
                <a:moveTo>
                  <a:pt x="251133" y="245890"/>
                </a:moveTo>
                <a:lnTo>
                  <a:pt x="283778" y="268306"/>
                </a:lnTo>
                <a:lnTo>
                  <a:pt x="283999" y="268469"/>
                </a:lnTo>
                <a:lnTo>
                  <a:pt x="286440" y="280850"/>
                </a:lnTo>
                <a:lnTo>
                  <a:pt x="288077" y="290857"/>
                </a:lnTo>
                <a:lnTo>
                  <a:pt x="271444" y="272405"/>
                </a:lnTo>
                <a:lnTo>
                  <a:pt x="264347" y="264994"/>
                </a:lnTo>
                <a:close/>
                <a:moveTo>
                  <a:pt x="310146" y="116372"/>
                </a:moveTo>
                <a:lnTo>
                  <a:pt x="319815" y="127128"/>
                </a:lnTo>
                <a:lnTo>
                  <a:pt x="344761" y="165086"/>
                </a:lnTo>
                <a:lnTo>
                  <a:pt x="359329" y="198908"/>
                </a:lnTo>
                <a:lnTo>
                  <a:pt x="365493" y="210864"/>
                </a:lnTo>
                <a:lnTo>
                  <a:pt x="353161" y="197721"/>
                </a:lnTo>
                <a:cubicBezTo>
                  <a:pt x="347317" y="191295"/>
                  <a:pt x="340345" y="183455"/>
                  <a:pt x="332048" y="173950"/>
                </a:cubicBezTo>
                <a:lnTo>
                  <a:pt x="321232" y="161383"/>
                </a:lnTo>
                <a:lnTo>
                  <a:pt x="315695" y="135716"/>
                </a:lnTo>
                <a:close/>
                <a:moveTo>
                  <a:pt x="268528" y="196404"/>
                </a:moveTo>
                <a:lnTo>
                  <a:pt x="281302" y="202738"/>
                </a:lnTo>
                <a:lnTo>
                  <a:pt x="300258" y="233955"/>
                </a:lnTo>
                <a:lnTo>
                  <a:pt x="305047" y="247078"/>
                </a:lnTo>
                <a:lnTo>
                  <a:pt x="304726" y="246662"/>
                </a:lnTo>
                <a:cubicBezTo>
                  <a:pt x="298228" y="238789"/>
                  <a:pt x="289128" y="229065"/>
                  <a:pt x="278115" y="218024"/>
                </a:cubicBezTo>
                <a:lnTo>
                  <a:pt x="272142" y="212293"/>
                </a:lnTo>
                <a:close/>
                <a:moveTo>
                  <a:pt x="222366" y="288619"/>
                </a:moveTo>
                <a:lnTo>
                  <a:pt x="243774" y="292801"/>
                </a:lnTo>
                <a:lnTo>
                  <a:pt x="261501" y="315207"/>
                </a:lnTo>
                <a:lnTo>
                  <a:pt x="271328" y="328124"/>
                </a:lnTo>
                <a:lnTo>
                  <a:pt x="272853" y="331534"/>
                </a:lnTo>
                <a:lnTo>
                  <a:pt x="284077" y="359708"/>
                </a:lnTo>
                <a:lnTo>
                  <a:pt x="284129" y="360217"/>
                </a:lnTo>
                <a:lnTo>
                  <a:pt x="238402" y="313725"/>
                </a:lnTo>
                <a:lnTo>
                  <a:pt x="236582" y="310857"/>
                </a:lnTo>
                <a:close/>
                <a:moveTo>
                  <a:pt x="282449" y="162995"/>
                </a:moveTo>
                <a:lnTo>
                  <a:pt x="303130" y="189771"/>
                </a:lnTo>
                <a:lnTo>
                  <a:pt x="322253" y="223045"/>
                </a:lnTo>
                <a:lnTo>
                  <a:pt x="316548" y="220217"/>
                </a:lnTo>
                <a:lnTo>
                  <a:pt x="291293" y="188150"/>
                </a:lnTo>
                <a:close/>
                <a:moveTo>
                  <a:pt x="214075" y="304220"/>
                </a:moveTo>
                <a:lnTo>
                  <a:pt x="217017" y="307619"/>
                </a:lnTo>
                <a:lnTo>
                  <a:pt x="219847" y="311221"/>
                </a:lnTo>
                <a:lnTo>
                  <a:pt x="219031" y="310401"/>
                </a:lnTo>
                <a:lnTo>
                  <a:pt x="215628" y="307111"/>
                </a:lnTo>
                <a:close/>
                <a:moveTo>
                  <a:pt x="215519" y="299767"/>
                </a:moveTo>
                <a:lnTo>
                  <a:pt x="234440" y="322370"/>
                </a:lnTo>
                <a:lnTo>
                  <a:pt x="239998" y="331482"/>
                </a:lnTo>
                <a:lnTo>
                  <a:pt x="222796" y="314187"/>
                </a:lnTo>
                <a:close/>
                <a:moveTo>
                  <a:pt x="199881" y="331955"/>
                </a:moveTo>
                <a:lnTo>
                  <a:pt x="207886" y="337470"/>
                </a:lnTo>
                <a:lnTo>
                  <a:pt x="221282" y="354532"/>
                </a:lnTo>
                <a:lnTo>
                  <a:pt x="257455" y="393877"/>
                </a:lnTo>
                <a:lnTo>
                  <a:pt x="277650" y="437026"/>
                </a:lnTo>
                <a:lnTo>
                  <a:pt x="286405" y="458723"/>
                </a:lnTo>
                <a:lnTo>
                  <a:pt x="266171" y="432608"/>
                </a:lnTo>
                <a:lnTo>
                  <a:pt x="233604" y="390787"/>
                </a:lnTo>
                <a:lnTo>
                  <a:pt x="205580" y="342365"/>
                </a:lnTo>
                <a:close/>
                <a:moveTo>
                  <a:pt x="99721" y="539974"/>
                </a:moveTo>
                <a:lnTo>
                  <a:pt x="100210" y="540355"/>
                </a:lnTo>
                <a:lnTo>
                  <a:pt x="138009" y="567744"/>
                </a:lnTo>
                <a:lnTo>
                  <a:pt x="139914" y="570805"/>
                </a:lnTo>
                <a:lnTo>
                  <a:pt x="113813" y="556520"/>
                </a:lnTo>
                <a:lnTo>
                  <a:pt x="103128" y="548560"/>
                </a:lnTo>
                <a:close/>
                <a:moveTo>
                  <a:pt x="306761" y="104570"/>
                </a:moveTo>
                <a:lnTo>
                  <a:pt x="317982" y="121548"/>
                </a:lnTo>
                <a:lnTo>
                  <a:pt x="328047" y="135999"/>
                </a:lnTo>
                <a:lnTo>
                  <a:pt x="319815" y="127128"/>
                </a:lnTo>
                <a:lnTo>
                  <a:pt x="309370" y="113666"/>
                </a:lnTo>
                <a:close/>
                <a:moveTo>
                  <a:pt x="199835" y="327216"/>
                </a:moveTo>
                <a:lnTo>
                  <a:pt x="205129" y="332610"/>
                </a:lnTo>
                <a:lnTo>
                  <a:pt x="208226" y="337704"/>
                </a:lnTo>
                <a:lnTo>
                  <a:pt x="207886" y="337470"/>
                </a:lnTo>
                <a:close/>
                <a:moveTo>
                  <a:pt x="200568" y="325109"/>
                </a:moveTo>
                <a:lnTo>
                  <a:pt x="243864" y="364839"/>
                </a:lnTo>
                <a:lnTo>
                  <a:pt x="246654" y="370799"/>
                </a:lnTo>
                <a:lnTo>
                  <a:pt x="237027" y="361773"/>
                </a:lnTo>
                <a:lnTo>
                  <a:pt x="217670" y="345597"/>
                </a:lnTo>
                <a:lnTo>
                  <a:pt x="210811" y="338401"/>
                </a:lnTo>
                <a:lnTo>
                  <a:pt x="205129" y="332610"/>
                </a:lnTo>
                <a:close/>
                <a:moveTo>
                  <a:pt x="326172" y="59283"/>
                </a:moveTo>
                <a:lnTo>
                  <a:pt x="346171" y="85553"/>
                </a:lnTo>
                <a:lnTo>
                  <a:pt x="380138" y="133557"/>
                </a:lnTo>
                <a:lnTo>
                  <a:pt x="377636" y="131926"/>
                </a:lnTo>
                <a:close/>
                <a:moveTo>
                  <a:pt x="214083" y="288998"/>
                </a:moveTo>
                <a:lnTo>
                  <a:pt x="238402" y="313725"/>
                </a:lnTo>
                <a:lnTo>
                  <a:pt x="263873" y="353836"/>
                </a:lnTo>
                <a:lnTo>
                  <a:pt x="268427" y="361022"/>
                </a:lnTo>
                <a:lnTo>
                  <a:pt x="253163" y="344719"/>
                </a:lnTo>
                <a:lnTo>
                  <a:pt x="253066" y="344621"/>
                </a:lnTo>
                <a:lnTo>
                  <a:pt x="234440" y="322370"/>
                </a:lnTo>
                <a:close/>
                <a:moveTo>
                  <a:pt x="271853" y="164862"/>
                </a:moveTo>
                <a:lnTo>
                  <a:pt x="281522" y="175744"/>
                </a:lnTo>
                <a:lnTo>
                  <a:pt x="291293" y="188150"/>
                </a:lnTo>
                <a:lnTo>
                  <a:pt x="297848" y="206794"/>
                </a:lnTo>
                <a:close/>
                <a:moveTo>
                  <a:pt x="207374" y="299128"/>
                </a:moveTo>
                <a:lnTo>
                  <a:pt x="215628" y="307111"/>
                </a:lnTo>
                <a:lnTo>
                  <a:pt x="225054" y="324648"/>
                </a:lnTo>
                <a:lnTo>
                  <a:pt x="233163" y="341974"/>
                </a:lnTo>
                <a:lnTo>
                  <a:pt x="229522" y="337356"/>
                </a:lnTo>
                <a:close/>
                <a:moveTo>
                  <a:pt x="211650" y="286525"/>
                </a:moveTo>
                <a:lnTo>
                  <a:pt x="212756" y="286741"/>
                </a:lnTo>
                <a:lnTo>
                  <a:pt x="213373" y="287835"/>
                </a:lnTo>
                <a:lnTo>
                  <a:pt x="214083" y="288998"/>
                </a:lnTo>
                <a:close/>
                <a:moveTo>
                  <a:pt x="263821" y="175708"/>
                </a:moveTo>
                <a:lnTo>
                  <a:pt x="276971" y="195607"/>
                </a:lnTo>
                <a:lnTo>
                  <a:pt x="280137" y="200820"/>
                </a:lnTo>
                <a:lnTo>
                  <a:pt x="273125" y="191856"/>
                </a:lnTo>
                <a:lnTo>
                  <a:pt x="265580" y="183440"/>
                </a:lnTo>
                <a:close/>
                <a:moveTo>
                  <a:pt x="303761" y="85793"/>
                </a:moveTo>
                <a:lnTo>
                  <a:pt x="319863" y="95254"/>
                </a:lnTo>
                <a:lnTo>
                  <a:pt x="341738" y="122351"/>
                </a:lnTo>
                <a:lnTo>
                  <a:pt x="349187" y="134984"/>
                </a:lnTo>
                <a:cubicBezTo>
                  <a:pt x="356467" y="147667"/>
                  <a:pt x="366354" y="165009"/>
                  <a:pt x="384848" y="194576"/>
                </a:cubicBezTo>
                <a:lnTo>
                  <a:pt x="390311" y="203092"/>
                </a:lnTo>
                <a:lnTo>
                  <a:pt x="335324" y="143840"/>
                </a:lnTo>
                <a:lnTo>
                  <a:pt x="323935" y="118540"/>
                </a:lnTo>
                <a:close/>
                <a:moveTo>
                  <a:pt x="191657" y="316932"/>
                </a:moveTo>
                <a:lnTo>
                  <a:pt x="192032" y="317277"/>
                </a:lnTo>
                <a:lnTo>
                  <a:pt x="199835" y="327216"/>
                </a:lnTo>
                <a:lnTo>
                  <a:pt x="194070" y="321340"/>
                </a:lnTo>
                <a:close/>
                <a:moveTo>
                  <a:pt x="339812" y="7037"/>
                </a:moveTo>
                <a:lnTo>
                  <a:pt x="344777" y="5773"/>
                </a:lnTo>
                <a:lnTo>
                  <a:pt x="369534" y="3706"/>
                </a:lnTo>
                <a:lnTo>
                  <a:pt x="383457" y="22972"/>
                </a:lnTo>
                <a:cubicBezTo>
                  <a:pt x="390408" y="32063"/>
                  <a:pt x="398476" y="42072"/>
                  <a:pt x="408074" y="53262"/>
                </a:cubicBezTo>
                <a:lnTo>
                  <a:pt x="456105" y="101680"/>
                </a:lnTo>
                <a:lnTo>
                  <a:pt x="504287" y="218001"/>
                </a:lnTo>
                <a:lnTo>
                  <a:pt x="462966" y="168591"/>
                </a:lnTo>
                <a:cubicBezTo>
                  <a:pt x="446511" y="149448"/>
                  <a:pt x="429749" y="129844"/>
                  <a:pt x="413238" y="108562"/>
                </a:cubicBezTo>
                <a:cubicBezTo>
                  <a:pt x="393377" y="82962"/>
                  <a:pt x="379690" y="63439"/>
                  <a:pt x="368559" y="47282"/>
                </a:cubicBezTo>
                <a:close/>
                <a:moveTo>
                  <a:pt x="185776" y="322830"/>
                </a:moveTo>
                <a:lnTo>
                  <a:pt x="194207" y="328284"/>
                </a:lnTo>
                <a:lnTo>
                  <a:pt x="221877" y="375736"/>
                </a:lnTo>
                <a:lnTo>
                  <a:pt x="195289" y="341717"/>
                </a:lnTo>
                <a:close/>
                <a:moveTo>
                  <a:pt x="299298" y="78549"/>
                </a:moveTo>
                <a:lnTo>
                  <a:pt x="303761" y="85793"/>
                </a:lnTo>
                <a:lnTo>
                  <a:pt x="300892" y="84108"/>
                </a:lnTo>
                <a:close/>
                <a:moveTo>
                  <a:pt x="184429" y="311514"/>
                </a:moveTo>
                <a:lnTo>
                  <a:pt x="194070" y="321340"/>
                </a:lnTo>
                <a:lnTo>
                  <a:pt x="199881" y="331955"/>
                </a:lnTo>
                <a:lnTo>
                  <a:pt x="199851" y="331935"/>
                </a:lnTo>
                <a:lnTo>
                  <a:pt x="194207" y="328284"/>
                </a:lnTo>
                <a:close/>
                <a:moveTo>
                  <a:pt x="70479" y="544113"/>
                </a:moveTo>
                <a:lnTo>
                  <a:pt x="72302" y="546584"/>
                </a:lnTo>
                <a:cubicBezTo>
                  <a:pt x="78145" y="554637"/>
                  <a:pt x="84848" y="563936"/>
                  <a:pt x="92572" y="574726"/>
                </a:cubicBezTo>
                <a:lnTo>
                  <a:pt x="102120" y="588140"/>
                </a:lnTo>
                <a:lnTo>
                  <a:pt x="87732" y="571942"/>
                </a:lnTo>
                <a:lnTo>
                  <a:pt x="85317" y="568818"/>
                </a:lnTo>
                <a:lnTo>
                  <a:pt x="79809" y="561336"/>
                </a:lnTo>
                <a:close/>
                <a:moveTo>
                  <a:pt x="195101" y="275180"/>
                </a:moveTo>
                <a:lnTo>
                  <a:pt x="204409" y="286496"/>
                </a:lnTo>
                <a:lnTo>
                  <a:pt x="204799" y="286961"/>
                </a:lnTo>
                <a:lnTo>
                  <a:pt x="214075" y="304220"/>
                </a:lnTo>
                <a:lnTo>
                  <a:pt x="202732" y="291116"/>
                </a:lnTo>
                <a:lnTo>
                  <a:pt x="202624" y="290930"/>
                </a:lnTo>
                <a:close/>
                <a:moveTo>
                  <a:pt x="134555" y="400746"/>
                </a:moveTo>
                <a:lnTo>
                  <a:pt x="156641" y="420676"/>
                </a:lnTo>
                <a:lnTo>
                  <a:pt x="169141" y="436370"/>
                </a:lnTo>
                <a:lnTo>
                  <a:pt x="186606" y="463923"/>
                </a:lnTo>
                <a:lnTo>
                  <a:pt x="160514" y="443331"/>
                </a:lnTo>
                <a:lnTo>
                  <a:pt x="158785" y="440758"/>
                </a:lnTo>
                <a:close/>
                <a:moveTo>
                  <a:pt x="288581" y="77063"/>
                </a:moveTo>
                <a:lnTo>
                  <a:pt x="292270" y="79042"/>
                </a:lnTo>
                <a:lnTo>
                  <a:pt x="300892" y="84108"/>
                </a:lnTo>
                <a:lnTo>
                  <a:pt x="306761" y="104570"/>
                </a:lnTo>
                <a:close/>
                <a:moveTo>
                  <a:pt x="236911" y="180725"/>
                </a:moveTo>
                <a:lnTo>
                  <a:pt x="241731" y="183115"/>
                </a:lnTo>
                <a:lnTo>
                  <a:pt x="272142" y="212293"/>
                </a:lnTo>
                <a:lnTo>
                  <a:pt x="272485" y="213800"/>
                </a:lnTo>
                <a:lnTo>
                  <a:pt x="278481" y="241554"/>
                </a:lnTo>
                <a:lnTo>
                  <a:pt x="271450" y="232851"/>
                </a:lnTo>
                <a:lnTo>
                  <a:pt x="246614" y="197614"/>
                </a:lnTo>
                <a:close/>
                <a:moveTo>
                  <a:pt x="294150" y="60600"/>
                </a:moveTo>
                <a:lnTo>
                  <a:pt x="313773" y="83821"/>
                </a:lnTo>
                <a:lnTo>
                  <a:pt x="325312" y="98455"/>
                </a:lnTo>
                <a:lnTo>
                  <a:pt x="319863" y="95254"/>
                </a:lnTo>
                <a:lnTo>
                  <a:pt x="304563" y="76301"/>
                </a:lnTo>
                <a:lnTo>
                  <a:pt x="296315" y="68148"/>
                </a:lnTo>
                <a:close/>
                <a:moveTo>
                  <a:pt x="233312" y="185648"/>
                </a:moveTo>
                <a:lnTo>
                  <a:pt x="271450" y="232851"/>
                </a:lnTo>
                <a:lnTo>
                  <a:pt x="278878" y="243390"/>
                </a:lnTo>
                <a:lnTo>
                  <a:pt x="280895" y="252728"/>
                </a:lnTo>
                <a:lnTo>
                  <a:pt x="281544" y="256018"/>
                </a:lnTo>
                <a:lnTo>
                  <a:pt x="266254" y="238770"/>
                </a:lnTo>
                <a:lnTo>
                  <a:pt x="239802" y="216740"/>
                </a:lnTo>
                <a:lnTo>
                  <a:pt x="244611" y="217822"/>
                </a:lnTo>
                <a:cubicBezTo>
                  <a:pt x="241294" y="208390"/>
                  <a:pt x="238639" y="200675"/>
                  <a:pt x="236381" y="194188"/>
                </a:cubicBezTo>
                <a:close/>
                <a:moveTo>
                  <a:pt x="176491" y="303425"/>
                </a:moveTo>
                <a:lnTo>
                  <a:pt x="182169" y="308225"/>
                </a:lnTo>
                <a:lnTo>
                  <a:pt x="182905" y="308901"/>
                </a:lnTo>
                <a:lnTo>
                  <a:pt x="184429" y="311514"/>
                </a:lnTo>
                <a:close/>
                <a:moveTo>
                  <a:pt x="153758" y="350309"/>
                </a:moveTo>
                <a:lnTo>
                  <a:pt x="200873" y="393834"/>
                </a:lnTo>
                <a:lnTo>
                  <a:pt x="205466" y="400213"/>
                </a:lnTo>
                <a:lnTo>
                  <a:pt x="235698" y="446428"/>
                </a:lnTo>
                <a:lnTo>
                  <a:pt x="237386" y="449379"/>
                </a:lnTo>
                <a:lnTo>
                  <a:pt x="212022" y="420766"/>
                </a:lnTo>
                <a:lnTo>
                  <a:pt x="196523" y="405833"/>
                </a:lnTo>
                <a:lnTo>
                  <a:pt x="181716" y="386838"/>
                </a:lnTo>
                <a:lnTo>
                  <a:pt x="157207" y="355303"/>
                </a:lnTo>
                <a:close/>
                <a:moveTo>
                  <a:pt x="215724" y="220366"/>
                </a:moveTo>
                <a:lnTo>
                  <a:pt x="232323" y="232974"/>
                </a:lnTo>
                <a:lnTo>
                  <a:pt x="235474" y="235138"/>
                </a:lnTo>
                <a:lnTo>
                  <a:pt x="246045" y="245883"/>
                </a:lnTo>
                <a:lnTo>
                  <a:pt x="264347" y="264994"/>
                </a:lnTo>
                <a:lnTo>
                  <a:pt x="270152" y="273387"/>
                </a:lnTo>
                <a:lnTo>
                  <a:pt x="289613" y="300683"/>
                </a:lnTo>
                <a:lnTo>
                  <a:pt x="289666" y="301768"/>
                </a:lnTo>
                <a:lnTo>
                  <a:pt x="262305" y="296422"/>
                </a:lnTo>
                <a:lnTo>
                  <a:pt x="254242" y="285829"/>
                </a:lnTo>
                <a:close/>
                <a:moveTo>
                  <a:pt x="206910" y="238302"/>
                </a:moveTo>
                <a:lnTo>
                  <a:pt x="244890" y="280853"/>
                </a:lnTo>
                <a:lnTo>
                  <a:pt x="256111" y="295212"/>
                </a:lnTo>
                <a:lnTo>
                  <a:pt x="249865" y="293991"/>
                </a:lnTo>
                <a:lnTo>
                  <a:pt x="248784" y="292602"/>
                </a:lnTo>
                <a:lnTo>
                  <a:pt x="246249" y="288612"/>
                </a:lnTo>
                <a:cubicBezTo>
                  <a:pt x="242940" y="283875"/>
                  <a:pt x="238002" y="277217"/>
                  <a:pt x="230317" y="267384"/>
                </a:cubicBezTo>
                <a:close/>
                <a:moveTo>
                  <a:pt x="175486" y="302400"/>
                </a:moveTo>
                <a:lnTo>
                  <a:pt x="176491" y="303425"/>
                </a:lnTo>
                <a:lnTo>
                  <a:pt x="175639" y="302704"/>
                </a:lnTo>
                <a:close/>
                <a:moveTo>
                  <a:pt x="252936" y="136062"/>
                </a:moveTo>
                <a:lnTo>
                  <a:pt x="264863" y="153587"/>
                </a:lnTo>
                <a:lnTo>
                  <a:pt x="271853" y="164862"/>
                </a:lnTo>
                <a:lnTo>
                  <a:pt x="256321" y="147383"/>
                </a:lnTo>
                <a:close/>
                <a:moveTo>
                  <a:pt x="175540" y="296270"/>
                </a:moveTo>
                <a:lnTo>
                  <a:pt x="191415" y="316491"/>
                </a:lnTo>
                <a:lnTo>
                  <a:pt x="191657" y="316932"/>
                </a:lnTo>
                <a:lnTo>
                  <a:pt x="182905" y="308901"/>
                </a:lnTo>
                <a:close/>
                <a:moveTo>
                  <a:pt x="287558" y="59492"/>
                </a:moveTo>
                <a:lnTo>
                  <a:pt x="296315" y="68148"/>
                </a:lnTo>
                <a:lnTo>
                  <a:pt x="299298" y="78549"/>
                </a:lnTo>
                <a:close/>
                <a:moveTo>
                  <a:pt x="156759" y="329254"/>
                </a:moveTo>
                <a:lnTo>
                  <a:pt x="175493" y="354394"/>
                </a:lnTo>
                <a:lnTo>
                  <a:pt x="201937" y="394817"/>
                </a:lnTo>
                <a:lnTo>
                  <a:pt x="200873" y="393834"/>
                </a:lnTo>
                <a:lnTo>
                  <a:pt x="170102" y="351108"/>
                </a:lnTo>
                <a:close/>
                <a:moveTo>
                  <a:pt x="218971" y="199393"/>
                </a:moveTo>
                <a:lnTo>
                  <a:pt x="239802" y="216740"/>
                </a:lnTo>
                <a:lnTo>
                  <a:pt x="229343" y="214388"/>
                </a:lnTo>
                <a:close/>
                <a:moveTo>
                  <a:pt x="195880" y="240624"/>
                </a:moveTo>
                <a:lnTo>
                  <a:pt x="224010" y="260761"/>
                </a:lnTo>
                <a:lnTo>
                  <a:pt x="248784" y="292602"/>
                </a:lnTo>
                <a:lnTo>
                  <a:pt x="249638" y="293947"/>
                </a:lnTo>
                <a:lnTo>
                  <a:pt x="243774" y="292801"/>
                </a:lnTo>
                <a:lnTo>
                  <a:pt x="228478" y="273469"/>
                </a:lnTo>
                <a:close/>
                <a:moveTo>
                  <a:pt x="115675" y="404047"/>
                </a:moveTo>
                <a:lnTo>
                  <a:pt x="134615" y="422891"/>
                </a:lnTo>
                <a:lnTo>
                  <a:pt x="160514" y="443331"/>
                </a:lnTo>
                <a:lnTo>
                  <a:pt x="199386" y="501189"/>
                </a:lnTo>
                <a:cubicBezTo>
                  <a:pt x="213173" y="521174"/>
                  <a:pt x="226540" y="541393"/>
                  <a:pt x="237467" y="563021"/>
                </a:cubicBezTo>
                <a:lnTo>
                  <a:pt x="262329" y="612235"/>
                </a:lnTo>
                <a:lnTo>
                  <a:pt x="133022" y="428398"/>
                </a:lnTo>
                <a:close/>
                <a:moveTo>
                  <a:pt x="208321" y="208625"/>
                </a:moveTo>
                <a:lnTo>
                  <a:pt x="216078" y="211404"/>
                </a:lnTo>
                <a:lnTo>
                  <a:pt x="229343" y="214388"/>
                </a:lnTo>
                <a:lnTo>
                  <a:pt x="251133" y="245890"/>
                </a:lnTo>
                <a:lnTo>
                  <a:pt x="235474" y="235138"/>
                </a:lnTo>
                <a:lnTo>
                  <a:pt x="214727" y="214050"/>
                </a:lnTo>
                <a:lnTo>
                  <a:pt x="208634" y="209110"/>
                </a:lnTo>
                <a:close/>
                <a:moveTo>
                  <a:pt x="224270" y="174457"/>
                </a:moveTo>
                <a:lnTo>
                  <a:pt x="230305" y="177449"/>
                </a:lnTo>
                <a:lnTo>
                  <a:pt x="230535" y="177919"/>
                </a:lnTo>
                <a:lnTo>
                  <a:pt x="233312" y="185648"/>
                </a:lnTo>
                <a:close/>
                <a:moveTo>
                  <a:pt x="226084" y="168816"/>
                </a:moveTo>
                <a:lnTo>
                  <a:pt x="234417" y="176385"/>
                </a:lnTo>
                <a:lnTo>
                  <a:pt x="236911" y="180725"/>
                </a:lnTo>
                <a:lnTo>
                  <a:pt x="230305" y="177449"/>
                </a:lnTo>
                <a:close/>
                <a:moveTo>
                  <a:pt x="56885" y="519021"/>
                </a:moveTo>
                <a:lnTo>
                  <a:pt x="57818" y="519092"/>
                </a:lnTo>
                <a:cubicBezTo>
                  <a:pt x="68337" y="523011"/>
                  <a:pt x="77593" y="529366"/>
                  <a:pt x="86591" y="536242"/>
                </a:cubicBezTo>
                <a:lnTo>
                  <a:pt x="103128" y="548560"/>
                </a:lnTo>
                <a:lnTo>
                  <a:pt x="109693" y="565108"/>
                </a:lnTo>
                <a:lnTo>
                  <a:pt x="135003" y="620250"/>
                </a:lnTo>
                <a:lnTo>
                  <a:pt x="116952" y="595336"/>
                </a:lnTo>
                <a:lnTo>
                  <a:pt x="59171" y="523240"/>
                </a:lnTo>
                <a:close/>
                <a:moveTo>
                  <a:pt x="292994" y="18956"/>
                </a:moveTo>
                <a:lnTo>
                  <a:pt x="294833" y="18488"/>
                </a:lnTo>
                <a:lnTo>
                  <a:pt x="322891" y="54653"/>
                </a:lnTo>
                <a:lnTo>
                  <a:pt x="326172" y="59283"/>
                </a:lnTo>
                <a:lnTo>
                  <a:pt x="309836" y="37825"/>
                </a:lnTo>
                <a:close/>
                <a:moveTo>
                  <a:pt x="51676" y="518624"/>
                </a:moveTo>
                <a:lnTo>
                  <a:pt x="55718" y="518932"/>
                </a:lnTo>
                <a:lnTo>
                  <a:pt x="59171" y="523240"/>
                </a:lnTo>
                <a:lnTo>
                  <a:pt x="70479" y="544113"/>
                </a:lnTo>
                <a:close/>
                <a:moveTo>
                  <a:pt x="235262" y="122970"/>
                </a:moveTo>
                <a:lnTo>
                  <a:pt x="243220" y="132639"/>
                </a:lnTo>
                <a:lnTo>
                  <a:pt x="256321" y="147383"/>
                </a:lnTo>
                <a:lnTo>
                  <a:pt x="260743" y="162175"/>
                </a:lnTo>
                <a:lnTo>
                  <a:pt x="263821" y="175708"/>
                </a:lnTo>
                <a:lnTo>
                  <a:pt x="252155" y="158055"/>
                </a:lnTo>
                <a:close/>
                <a:moveTo>
                  <a:pt x="283566" y="21357"/>
                </a:moveTo>
                <a:lnTo>
                  <a:pt x="289894" y="19746"/>
                </a:lnTo>
                <a:lnTo>
                  <a:pt x="305716" y="46413"/>
                </a:lnTo>
                <a:cubicBezTo>
                  <a:pt x="325339" y="74424"/>
                  <a:pt x="338120" y="91823"/>
                  <a:pt x="347481" y="103748"/>
                </a:cubicBezTo>
                <a:lnTo>
                  <a:pt x="364502" y="123365"/>
                </a:lnTo>
                <a:lnTo>
                  <a:pt x="354366" y="116758"/>
                </a:lnTo>
                <a:lnTo>
                  <a:pt x="342055" y="108909"/>
                </a:lnTo>
                <a:lnTo>
                  <a:pt x="284843" y="28154"/>
                </a:lnTo>
                <a:lnTo>
                  <a:pt x="284072" y="25465"/>
                </a:lnTo>
                <a:close/>
                <a:moveTo>
                  <a:pt x="195808" y="204142"/>
                </a:moveTo>
                <a:lnTo>
                  <a:pt x="207809" y="208441"/>
                </a:lnTo>
                <a:lnTo>
                  <a:pt x="208634" y="209110"/>
                </a:lnTo>
                <a:lnTo>
                  <a:pt x="214004" y="217443"/>
                </a:lnTo>
                <a:lnTo>
                  <a:pt x="215724" y="220366"/>
                </a:lnTo>
                <a:lnTo>
                  <a:pt x="197975" y="206884"/>
                </a:lnTo>
                <a:close/>
                <a:moveTo>
                  <a:pt x="263194" y="63522"/>
                </a:moveTo>
                <a:lnTo>
                  <a:pt x="271707" y="68010"/>
                </a:lnTo>
                <a:lnTo>
                  <a:pt x="275547" y="70070"/>
                </a:lnTo>
                <a:lnTo>
                  <a:pt x="309370" y="113666"/>
                </a:lnTo>
                <a:lnTo>
                  <a:pt x="310146" y="116372"/>
                </a:lnTo>
                <a:lnTo>
                  <a:pt x="293781" y="98164"/>
                </a:lnTo>
                <a:cubicBezTo>
                  <a:pt x="268121" y="69167"/>
                  <a:pt x="274795" y="74714"/>
                  <a:pt x="267341" y="67482"/>
                </a:cubicBezTo>
                <a:close/>
                <a:moveTo>
                  <a:pt x="126634" y="342563"/>
                </a:moveTo>
                <a:lnTo>
                  <a:pt x="136099" y="355923"/>
                </a:lnTo>
                <a:lnTo>
                  <a:pt x="175887" y="419847"/>
                </a:lnTo>
                <a:lnTo>
                  <a:pt x="145034" y="381339"/>
                </a:lnTo>
                <a:cubicBezTo>
                  <a:pt x="138118" y="371048"/>
                  <a:pt x="133428" y="359535"/>
                  <a:pt x="128946" y="347894"/>
                </a:cubicBezTo>
                <a:close/>
                <a:moveTo>
                  <a:pt x="180542" y="229644"/>
                </a:moveTo>
                <a:lnTo>
                  <a:pt x="186966" y="234243"/>
                </a:lnTo>
                <a:lnTo>
                  <a:pt x="214889" y="276920"/>
                </a:lnTo>
                <a:lnTo>
                  <a:pt x="222366" y="288619"/>
                </a:lnTo>
                <a:lnTo>
                  <a:pt x="212756" y="286741"/>
                </a:lnTo>
                <a:close/>
                <a:moveTo>
                  <a:pt x="252951" y="75690"/>
                </a:moveTo>
                <a:lnTo>
                  <a:pt x="259352" y="76992"/>
                </a:lnTo>
                <a:cubicBezTo>
                  <a:pt x="280297" y="91708"/>
                  <a:pt x="286394" y="120693"/>
                  <a:pt x="302987" y="140184"/>
                </a:cubicBezTo>
                <a:lnTo>
                  <a:pt x="321232" y="161383"/>
                </a:lnTo>
                <a:lnTo>
                  <a:pt x="323678" y="172718"/>
                </a:lnTo>
                <a:lnTo>
                  <a:pt x="263820" y="89700"/>
                </a:lnTo>
                <a:close/>
                <a:moveTo>
                  <a:pt x="180793" y="225422"/>
                </a:moveTo>
                <a:lnTo>
                  <a:pt x="195880" y="240624"/>
                </a:lnTo>
                <a:lnTo>
                  <a:pt x="186966" y="234243"/>
                </a:lnTo>
                <a:lnTo>
                  <a:pt x="185251" y="231622"/>
                </a:lnTo>
                <a:close/>
                <a:moveTo>
                  <a:pt x="240883" y="95744"/>
                </a:moveTo>
                <a:lnTo>
                  <a:pt x="246992" y="102756"/>
                </a:lnTo>
                <a:lnTo>
                  <a:pt x="278057" y="150503"/>
                </a:lnTo>
                <a:lnTo>
                  <a:pt x="282449" y="162995"/>
                </a:lnTo>
                <a:lnTo>
                  <a:pt x="263042" y="137867"/>
                </a:lnTo>
                <a:lnTo>
                  <a:pt x="248407" y="120910"/>
                </a:lnTo>
                <a:close/>
                <a:moveTo>
                  <a:pt x="78117" y="433544"/>
                </a:moveTo>
                <a:lnTo>
                  <a:pt x="112422" y="471337"/>
                </a:lnTo>
                <a:lnTo>
                  <a:pt x="164459" y="544211"/>
                </a:lnTo>
                <a:lnTo>
                  <a:pt x="144868" y="530531"/>
                </a:lnTo>
                <a:cubicBezTo>
                  <a:pt x="131199" y="518831"/>
                  <a:pt x="118046" y="503743"/>
                  <a:pt x="102628" y="478545"/>
                </a:cubicBezTo>
                <a:close/>
                <a:moveTo>
                  <a:pt x="34828" y="517709"/>
                </a:moveTo>
                <a:lnTo>
                  <a:pt x="36856" y="517494"/>
                </a:lnTo>
                <a:lnTo>
                  <a:pt x="46498" y="518229"/>
                </a:lnTo>
                <a:lnTo>
                  <a:pt x="48483" y="521157"/>
                </a:lnTo>
                <a:lnTo>
                  <a:pt x="85317" y="568818"/>
                </a:lnTo>
                <a:lnTo>
                  <a:pt x="91911" y="577775"/>
                </a:lnTo>
                <a:lnTo>
                  <a:pt x="36522" y="519440"/>
                </a:lnTo>
                <a:close/>
                <a:moveTo>
                  <a:pt x="21054" y="545578"/>
                </a:moveTo>
                <a:lnTo>
                  <a:pt x="36893" y="568043"/>
                </a:lnTo>
                <a:lnTo>
                  <a:pt x="55089" y="612863"/>
                </a:lnTo>
                <a:lnTo>
                  <a:pt x="75941" y="654349"/>
                </a:lnTo>
                <a:lnTo>
                  <a:pt x="74898" y="652932"/>
                </a:lnTo>
                <a:lnTo>
                  <a:pt x="53728" y="619988"/>
                </a:lnTo>
                <a:lnTo>
                  <a:pt x="30302" y="574216"/>
                </a:lnTo>
                <a:close/>
                <a:moveTo>
                  <a:pt x="267788" y="27401"/>
                </a:moveTo>
                <a:lnTo>
                  <a:pt x="278850" y="22557"/>
                </a:lnTo>
                <a:lnTo>
                  <a:pt x="280568" y="22120"/>
                </a:lnTo>
                <a:lnTo>
                  <a:pt x="284843" y="28154"/>
                </a:lnTo>
                <a:lnTo>
                  <a:pt x="294150" y="60600"/>
                </a:lnTo>
                <a:lnTo>
                  <a:pt x="288791" y="54259"/>
                </a:lnTo>
                <a:lnTo>
                  <a:pt x="273213" y="36208"/>
                </a:lnTo>
                <a:close/>
                <a:moveTo>
                  <a:pt x="120077" y="333308"/>
                </a:moveTo>
                <a:lnTo>
                  <a:pt x="124337" y="337268"/>
                </a:lnTo>
                <a:lnTo>
                  <a:pt x="126634" y="342563"/>
                </a:lnTo>
                <a:close/>
                <a:moveTo>
                  <a:pt x="247034" y="68064"/>
                </a:moveTo>
                <a:lnTo>
                  <a:pt x="252951" y="75690"/>
                </a:lnTo>
                <a:lnTo>
                  <a:pt x="248230" y="74730"/>
                </a:lnTo>
                <a:lnTo>
                  <a:pt x="247475" y="72644"/>
                </a:lnTo>
                <a:close/>
                <a:moveTo>
                  <a:pt x="174197" y="218777"/>
                </a:moveTo>
                <a:lnTo>
                  <a:pt x="174691" y="219275"/>
                </a:lnTo>
                <a:lnTo>
                  <a:pt x="180542" y="229644"/>
                </a:lnTo>
                <a:lnTo>
                  <a:pt x="179299" y="228755"/>
                </a:lnTo>
                <a:close/>
                <a:moveTo>
                  <a:pt x="170800" y="222670"/>
                </a:moveTo>
                <a:lnTo>
                  <a:pt x="179299" y="228755"/>
                </a:lnTo>
                <a:lnTo>
                  <a:pt x="208637" y="286130"/>
                </a:lnTo>
                <a:lnTo>
                  <a:pt x="215519" y="299767"/>
                </a:lnTo>
                <a:lnTo>
                  <a:pt x="204799" y="286961"/>
                </a:lnTo>
                <a:lnTo>
                  <a:pt x="197318" y="273042"/>
                </a:lnTo>
                <a:cubicBezTo>
                  <a:pt x="189468" y="258372"/>
                  <a:pt x="182948" y="246122"/>
                  <a:pt x="177566" y="235959"/>
                </a:cubicBezTo>
                <a:lnTo>
                  <a:pt x="171665" y="224751"/>
                </a:lnTo>
                <a:close/>
                <a:moveTo>
                  <a:pt x="152516" y="259508"/>
                </a:moveTo>
                <a:lnTo>
                  <a:pt x="173227" y="292304"/>
                </a:lnTo>
                <a:lnTo>
                  <a:pt x="175540" y="296270"/>
                </a:lnTo>
                <a:lnTo>
                  <a:pt x="165208" y="283111"/>
                </a:lnTo>
                <a:close/>
                <a:moveTo>
                  <a:pt x="228899" y="98307"/>
                </a:moveTo>
                <a:lnTo>
                  <a:pt x="248407" y="120910"/>
                </a:lnTo>
                <a:lnTo>
                  <a:pt x="252936" y="136062"/>
                </a:lnTo>
                <a:lnTo>
                  <a:pt x="239513" y="116337"/>
                </a:lnTo>
                <a:close/>
                <a:moveTo>
                  <a:pt x="258990" y="31253"/>
                </a:moveTo>
                <a:lnTo>
                  <a:pt x="266210" y="28092"/>
                </a:lnTo>
                <a:lnTo>
                  <a:pt x="273213" y="36208"/>
                </a:lnTo>
                <a:lnTo>
                  <a:pt x="287558" y="59492"/>
                </a:lnTo>
                <a:close/>
                <a:moveTo>
                  <a:pt x="238662" y="72784"/>
                </a:moveTo>
                <a:lnTo>
                  <a:pt x="248230" y="74730"/>
                </a:lnTo>
                <a:lnTo>
                  <a:pt x="252698" y="87086"/>
                </a:lnTo>
                <a:cubicBezTo>
                  <a:pt x="255349" y="93329"/>
                  <a:pt x="259042" y="101151"/>
                  <a:pt x="264168" y="110996"/>
                </a:cubicBezTo>
                <a:cubicBezTo>
                  <a:pt x="270724" y="123590"/>
                  <a:pt x="282461" y="132799"/>
                  <a:pt x="290279" y="144652"/>
                </a:cubicBezTo>
                <a:lnTo>
                  <a:pt x="319987" y="194725"/>
                </a:lnTo>
                <a:lnTo>
                  <a:pt x="297301" y="180080"/>
                </a:lnTo>
                <a:lnTo>
                  <a:pt x="278057" y="150503"/>
                </a:lnTo>
                <a:lnTo>
                  <a:pt x="268635" y="123704"/>
                </a:lnTo>
                <a:cubicBezTo>
                  <a:pt x="264079" y="113202"/>
                  <a:pt x="258034" y="103472"/>
                  <a:pt x="251770" y="93848"/>
                </a:cubicBezTo>
                <a:close/>
                <a:moveTo>
                  <a:pt x="134048" y="290146"/>
                </a:moveTo>
                <a:lnTo>
                  <a:pt x="137978" y="292601"/>
                </a:lnTo>
                <a:lnTo>
                  <a:pt x="172671" y="314518"/>
                </a:lnTo>
                <a:lnTo>
                  <a:pt x="182462" y="325344"/>
                </a:lnTo>
                <a:cubicBezTo>
                  <a:pt x="182478" y="325362"/>
                  <a:pt x="186535" y="330531"/>
                  <a:pt x="193687" y="339668"/>
                </a:cubicBezTo>
                <a:lnTo>
                  <a:pt x="195289" y="341717"/>
                </a:lnTo>
                <a:lnTo>
                  <a:pt x="195518" y="342172"/>
                </a:lnTo>
                <a:cubicBezTo>
                  <a:pt x="214248" y="374794"/>
                  <a:pt x="277458" y="470993"/>
                  <a:pt x="300311" y="498091"/>
                </a:cubicBezTo>
                <a:lnTo>
                  <a:pt x="301654" y="499463"/>
                </a:lnTo>
                <a:lnTo>
                  <a:pt x="305979" y="511990"/>
                </a:lnTo>
                <a:lnTo>
                  <a:pt x="304779" y="510799"/>
                </a:lnTo>
                <a:cubicBezTo>
                  <a:pt x="287911" y="493474"/>
                  <a:pt x="272439" y="474862"/>
                  <a:pt x="256982" y="456236"/>
                </a:cubicBezTo>
                <a:lnTo>
                  <a:pt x="222507" y="416752"/>
                </a:lnTo>
                <a:lnTo>
                  <a:pt x="196214" y="384763"/>
                </a:lnTo>
                <a:cubicBezTo>
                  <a:pt x="182812" y="364683"/>
                  <a:pt x="170977" y="346810"/>
                  <a:pt x="160543" y="330919"/>
                </a:cubicBezTo>
                <a:close/>
                <a:moveTo>
                  <a:pt x="150045" y="255595"/>
                </a:moveTo>
                <a:lnTo>
                  <a:pt x="151536" y="257685"/>
                </a:lnTo>
                <a:lnTo>
                  <a:pt x="152516" y="259508"/>
                </a:lnTo>
                <a:close/>
                <a:moveTo>
                  <a:pt x="151988" y="248715"/>
                </a:moveTo>
                <a:lnTo>
                  <a:pt x="153285" y="249665"/>
                </a:lnTo>
                <a:lnTo>
                  <a:pt x="158591" y="254168"/>
                </a:lnTo>
                <a:lnTo>
                  <a:pt x="181491" y="293734"/>
                </a:lnTo>
                <a:lnTo>
                  <a:pt x="200568" y="325109"/>
                </a:lnTo>
                <a:lnTo>
                  <a:pt x="192032" y="317277"/>
                </a:lnTo>
                <a:lnTo>
                  <a:pt x="191415" y="316491"/>
                </a:lnTo>
                <a:lnTo>
                  <a:pt x="177647" y="291340"/>
                </a:lnTo>
                <a:cubicBezTo>
                  <a:pt x="167500" y="274239"/>
                  <a:pt x="160121" y="261846"/>
                  <a:pt x="154175" y="252126"/>
                </a:cubicBezTo>
                <a:close/>
                <a:moveTo>
                  <a:pt x="19032" y="524051"/>
                </a:moveTo>
                <a:lnTo>
                  <a:pt x="97680" y="612167"/>
                </a:lnTo>
                <a:cubicBezTo>
                  <a:pt x="122896" y="640418"/>
                  <a:pt x="142170" y="673026"/>
                  <a:pt x="160278" y="706522"/>
                </a:cubicBezTo>
                <a:lnTo>
                  <a:pt x="193449" y="765998"/>
                </a:lnTo>
                <a:lnTo>
                  <a:pt x="159637" y="742521"/>
                </a:lnTo>
                <a:lnTo>
                  <a:pt x="156111" y="736704"/>
                </a:lnTo>
                <a:cubicBezTo>
                  <a:pt x="147744" y="723392"/>
                  <a:pt x="137472" y="707582"/>
                  <a:pt x="124487" y="688414"/>
                </a:cubicBezTo>
                <a:cubicBezTo>
                  <a:pt x="79716" y="622322"/>
                  <a:pt x="59725" y="598417"/>
                  <a:pt x="40737" y="573496"/>
                </a:cubicBezTo>
                <a:lnTo>
                  <a:pt x="36893" y="568043"/>
                </a:lnTo>
                <a:close/>
                <a:moveTo>
                  <a:pt x="168562" y="208530"/>
                </a:moveTo>
                <a:lnTo>
                  <a:pt x="168867" y="208840"/>
                </a:lnTo>
                <a:lnTo>
                  <a:pt x="180793" y="225422"/>
                </a:lnTo>
                <a:lnTo>
                  <a:pt x="174691" y="219275"/>
                </a:lnTo>
                <a:lnTo>
                  <a:pt x="172136" y="214745"/>
                </a:lnTo>
                <a:close/>
                <a:moveTo>
                  <a:pt x="248870" y="35685"/>
                </a:moveTo>
                <a:lnTo>
                  <a:pt x="258742" y="31362"/>
                </a:lnTo>
                <a:lnTo>
                  <a:pt x="262762" y="37997"/>
                </a:lnTo>
                <a:lnTo>
                  <a:pt x="288581" y="77063"/>
                </a:lnTo>
                <a:lnTo>
                  <a:pt x="275547" y="70070"/>
                </a:lnTo>
                <a:close/>
                <a:moveTo>
                  <a:pt x="114107" y="313679"/>
                </a:moveTo>
                <a:lnTo>
                  <a:pt x="152222" y="348890"/>
                </a:lnTo>
                <a:lnTo>
                  <a:pt x="157207" y="355303"/>
                </a:lnTo>
                <a:lnTo>
                  <a:pt x="157394" y="355575"/>
                </a:lnTo>
                <a:lnTo>
                  <a:pt x="195981" y="405311"/>
                </a:lnTo>
                <a:lnTo>
                  <a:pt x="153274" y="364163"/>
                </a:lnTo>
                <a:lnTo>
                  <a:pt x="124337" y="337268"/>
                </a:lnTo>
                <a:close/>
                <a:moveTo>
                  <a:pt x="85267" y="373794"/>
                </a:moveTo>
                <a:lnTo>
                  <a:pt x="86660" y="375180"/>
                </a:lnTo>
                <a:lnTo>
                  <a:pt x="89152" y="377889"/>
                </a:lnTo>
                <a:cubicBezTo>
                  <a:pt x="116598" y="406745"/>
                  <a:pt x="123890" y="413711"/>
                  <a:pt x="229671" y="587580"/>
                </a:cubicBezTo>
                <a:lnTo>
                  <a:pt x="231343" y="590336"/>
                </a:lnTo>
                <a:lnTo>
                  <a:pt x="218721" y="582618"/>
                </a:lnTo>
                <a:lnTo>
                  <a:pt x="213212" y="578671"/>
                </a:lnTo>
                <a:lnTo>
                  <a:pt x="186938" y="541946"/>
                </a:lnTo>
                <a:cubicBezTo>
                  <a:pt x="172576" y="522293"/>
                  <a:pt x="158870" y="503893"/>
                  <a:pt x="146773" y="487817"/>
                </a:cubicBezTo>
                <a:lnTo>
                  <a:pt x="140245" y="479403"/>
                </a:lnTo>
                <a:close/>
                <a:moveTo>
                  <a:pt x="15227" y="519787"/>
                </a:moveTo>
                <a:lnTo>
                  <a:pt x="17215" y="519577"/>
                </a:lnTo>
                <a:lnTo>
                  <a:pt x="19032" y="524051"/>
                </a:lnTo>
                <a:close/>
                <a:moveTo>
                  <a:pt x="202931" y="121060"/>
                </a:moveTo>
                <a:lnTo>
                  <a:pt x="216519" y="132890"/>
                </a:lnTo>
                <a:cubicBezTo>
                  <a:pt x="225954" y="141407"/>
                  <a:pt x="233851" y="148875"/>
                  <a:pt x="240699" y="155687"/>
                </a:cubicBezTo>
                <a:lnTo>
                  <a:pt x="265580" y="183440"/>
                </a:lnTo>
                <a:lnTo>
                  <a:pt x="268528" y="196404"/>
                </a:lnTo>
                <a:lnTo>
                  <a:pt x="241731" y="183115"/>
                </a:lnTo>
                <a:lnTo>
                  <a:pt x="240024" y="181477"/>
                </a:lnTo>
                <a:lnTo>
                  <a:pt x="234417" y="176385"/>
                </a:lnTo>
                <a:lnTo>
                  <a:pt x="204748" y="124747"/>
                </a:lnTo>
                <a:close/>
                <a:moveTo>
                  <a:pt x="82754" y="370933"/>
                </a:moveTo>
                <a:lnTo>
                  <a:pt x="84968" y="373341"/>
                </a:lnTo>
                <a:lnTo>
                  <a:pt x="85267" y="373794"/>
                </a:lnTo>
                <a:close/>
                <a:moveTo>
                  <a:pt x="161813" y="205947"/>
                </a:moveTo>
                <a:lnTo>
                  <a:pt x="165507" y="209950"/>
                </a:lnTo>
                <a:lnTo>
                  <a:pt x="170800" y="222670"/>
                </a:lnTo>
                <a:lnTo>
                  <a:pt x="170431" y="222406"/>
                </a:lnTo>
                <a:lnTo>
                  <a:pt x="164636" y="211399"/>
                </a:lnTo>
                <a:close/>
                <a:moveTo>
                  <a:pt x="162246" y="202116"/>
                </a:moveTo>
                <a:lnTo>
                  <a:pt x="168060" y="208020"/>
                </a:lnTo>
                <a:lnTo>
                  <a:pt x="172136" y="214745"/>
                </a:lnTo>
                <a:lnTo>
                  <a:pt x="174197" y="218777"/>
                </a:lnTo>
                <a:lnTo>
                  <a:pt x="166427" y="210948"/>
                </a:lnTo>
                <a:lnTo>
                  <a:pt x="165507" y="209950"/>
                </a:lnTo>
                <a:close/>
                <a:moveTo>
                  <a:pt x="223349" y="72691"/>
                </a:moveTo>
                <a:lnTo>
                  <a:pt x="233811" y="72086"/>
                </a:lnTo>
                <a:lnTo>
                  <a:pt x="240883" y="95744"/>
                </a:lnTo>
                <a:lnTo>
                  <a:pt x="232886" y="86564"/>
                </a:lnTo>
                <a:close/>
                <a:moveTo>
                  <a:pt x="122010" y="282626"/>
                </a:moveTo>
                <a:lnTo>
                  <a:pt x="131799" y="288741"/>
                </a:lnTo>
                <a:lnTo>
                  <a:pt x="137727" y="298086"/>
                </a:lnTo>
                <a:lnTo>
                  <a:pt x="156759" y="329254"/>
                </a:lnTo>
                <a:close/>
                <a:moveTo>
                  <a:pt x="167941" y="182412"/>
                </a:moveTo>
                <a:lnTo>
                  <a:pt x="168226" y="182638"/>
                </a:lnTo>
                <a:lnTo>
                  <a:pt x="188964" y="201690"/>
                </a:lnTo>
                <a:lnTo>
                  <a:pt x="193666" y="203374"/>
                </a:lnTo>
                <a:lnTo>
                  <a:pt x="197444" y="206481"/>
                </a:lnTo>
                <a:lnTo>
                  <a:pt x="197975" y="206884"/>
                </a:lnTo>
                <a:lnTo>
                  <a:pt x="199314" y="208578"/>
                </a:lnTo>
                <a:cubicBezTo>
                  <a:pt x="204575" y="215132"/>
                  <a:pt x="212117" y="224583"/>
                  <a:pt x="223663" y="239466"/>
                </a:cubicBezTo>
                <a:cubicBezTo>
                  <a:pt x="234378" y="253277"/>
                  <a:pt x="243415" y="268110"/>
                  <a:pt x="251404" y="283583"/>
                </a:cubicBezTo>
                <a:lnTo>
                  <a:pt x="255500" y="292741"/>
                </a:lnTo>
                <a:lnTo>
                  <a:pt x="244890" y="280853"/>
                </a:lnTo>
                <a:lnTo>
                  <a:pt x="210336" y="236638"/>
                </a:lnTo>
                <a:close/>
                <a:moveTo>
                  <a:pt x="228297" y="53642"/>
                </a:moveTo>
                <a:lnTo>
                  <a:pt x="233589" y="64632"/>
                </a:lnTo>
                <a:lnTo>
                  <a:pt x="238662" y="72784"/>
                </a:lnTo>
                <a:lnTo>
                  <a:pt x="234914" y="72022"/>
                </a:lnTo>
                <a:lnTo>
                  <a:pt x="233811" y="72086"/>
                </a:lnTo>
                <a:close/>
                <a:moveTo>
                  <a:pt x="230642" y="46936"/>
                </a:moveTo>
                <a:lnTo>
                  <a:pt x="233031" y="48876"/>
                </a:lnTo>
                <a:cubicBezTo>
                  <a:pt x="245697" y="58924"/>
                  <a:pt x="246636" y="59111"/>
                  <a:pt x="246398" y="61469"/>
                </a:cubicBezTo>
                <a:lnTo>
                  <a:pt x="247034" y="68064"/>
                </a:lnTo>
                <a:close/>
                <a:moveTo>
                  <a:pt x="157811" y="198337"/>
                </a:moveTo>
                <a:lnTo>
                  <a:pt x="157903" y="198394"/>
                </a:lnTo>
                <a:lnTo>
                  <a:pt x="161813" y="205947"/>
                </a:lnTo>
                <a:lnTo>
                  <a:pt x="161094" y="205167"/>
                </a:lnTo>
                <a:close/>
                <a:moveTo>
                  <a:pt x="137639" y="238204"/>
                </a:moveTo>
                <a:lnTo>
                  <a:pt x="140287" y="240143"/>
                </a:lnTo>
                <a:lnTo>
                  <a:pt x="150045" y="255595"/>
                </a:lnTo>
                <a:close/>
                <a:moveTo>
                  <a:pt x="228748" y="44495"/>
                </a:moveTo>
                <a:lnTo>
                  <a:pt x="238717" y="40130"/>
                </a:lnTo>
                <a:lnTo>
                  <a:pt x="239758" y="41134"/>
                </a:lnTo>
                <a:cubicBezTo>
                  <a:pt x="248057" y="49094"/>
                  <a:pt x="254021" y="54777"/>
                  <a:pt x="258376" y="58922"/>
                </a:cubicBezTo>
                <a:lnTo>
                  <a:pt x="263194" y="63522"/>
                </a:lnTo>
                <a:lnTo>
                  <a:pt x="244726" y="53786"/>
                </a:lnTo>
                <a:lnTo>
                  <a:pt x="229817" y="45873"/>
                </a:lnTo>
                <a:close/>
                <a:moveTo>
                  <a:pt x="228420" y="45131"/>
                </a:moveTo>
                <a:lnTo>
                  <a:pt x="229817" y="45873"/>
                </a:lnTo>
                <a:lnTo>
                  <a:pt x="230642" y="46936"/>
                </a:lnTo>
                <a:close/>
                <a:moveTo>
                  <a:pt x="139911" y="228763"/>
                </a:moveTo>
                <a:lnTo>
                  <a:pt x="151188" y="236389"/>
                </a:lnTo>
                <a:cubicBezTo>
                  <a:pt x="159549" y="243498"/>
                  <a:pt x="169575" y="253545"/>
                  <a:pt x="180727" y="265695"/>
                </a:cubicBezTo>
                <a:lnTo>
                  <a:pt x="202732" y="291116"/>
                </a:lnTo>
                <a:lnTo>
                  <a:pt x="207374" y="299128"/>
                </a:lnTo>
                <a:lnTo>
                  <a:pt x="177299" y="270045"/>
                </a:lnTo>
                <a:lnTo>
                  <a:pt x="158591" y="254168"/>
                </a:lnTo>
                <a:lnTo>
                  <a:pt x="155656" y="249097"/>
                </a:lnTo>
                <a:close/>
                <a:moveTo>
                  <a:pt x="227912" y="44861"/>
                </a:moveTo>
                <a:lnTo>
                  <a:pt x="228026" y="44811"/>
                </a:lnTo>
                <a:lnTo>
                  <a:pt x="228420" y="45131"/>
                </a:lnTo>
                <a:close/>
                <a:moveTo>
                  <a:pt x="224738" y="46251"/>
                </a:moveTo>
                <a:lnTo>
                  <a:pt x="225931" y="45729"/>
                </a:lnTo>
                <a:lnTo>
                  <a:pt x="228297" y="53642"/>
                </a:lnTo>
                <a:close/>
                <a:moveTo>
                  <a:pt x="155364" y="185576"/>
                </a:moveTo>
                <a:lnTo>
                  <a:pt x="168562" y="208530"/>
                </a:lnTo>
                <a:lnTo>
                  <a:pt x="168060" y="208020"/>
                </a:lnTo>
                <a:lnTo>
                  <a:pt x="157348" y="190344"/>
                </a:lnTo>
                <a:close/>
                <a:moveTo>
                  <a:pt x="208173" y="73568"/>
                </a:moveTo>
                <a:lnTo>
                  <a:pt x="214746" y="73188"/>
                </a:lnTo>
                <a:lnTo>
                  <a:pt x="216761" y="77688"/>
                </a:lnTo>
                <a:lnTo>
                  <a:pt x="228899" y="98307"/>
                </a:lnTo>
                <a:lnTo>
                  <a:pt x="228506" y="97851"/>
                </a:lnTo>
                <a:lnTo>
                  <a:pt x="214306" y="83906"/>
                </a:lnTo>
                <a:close/>
                <a:moveTo>
                  <a:pt x="166972" y="159446"/>
                </a:moveTo>
                <a:lnTo>
                  <a:pt x="186047" y="174063"/>
                </a:lnTo>
                <a:lnTo>
                  <a:pt x="208321" y="208625"/>
                </a:lnTo>
                <a:lnTo>
                  <a:pt x="207809" y="208441"/>
                </a:lnTo>
                <a:lnTo>
                  <a:pt x="185677" y="190498"/>
                </a:lnTo>
                <a:lnTo>
                  <a:pt x="181313" y="183766"/>
                </a:lnTo>
                <a:cubicBezTo>
                  <a:pt x="178276" y="178672"/>
                  <a:pt x="174070" y="171409"/>
                  <a:pt x="166972" y="159446"/>
                </a:cubicBezTo>
                <a:close/>
                <a:moveTo>
                  <a:pt x="159433" y="171529"/>
                </a:moveTo>
                <a:lnTo>
                  <a:pt x="173424" y="180564"/>
                </a:lnTo>
                <a:lnTo>
                  <a:pt x="185677" y="190498"/>
                </a:lnTo>
                <a:lnTo>
                  <a:pt x="188645" y="195077"/>
                </a:lnTo>
                <a:lnTo>
                  <a:pt x="195808" y="204142"/>
                </a:lnTo>
                <a:lnTo>
                  <a:pt x="193666" y="203374"/>
                </a:lnTo>
                <a:lnTo>
                  <a:pt x="174678" y="187762"/>
                </a:lnTo>
                <a:lnTo>
                  <a:pt x="168226" y="182638"/>
                </a:lnTo>
                <a:lnTo>
                  <a:pt x="167843" y="182286"/>
                </a:lnTo>
                <a:close/>
                <a:moveTo>
                  <a:pt x="6430" y="488697"/>
                </a:moveTo>
                <a:lnTo>
                  <a:pt x="34828" y="517709"/>
                </a:lnTo>
                <a:lnTo>
                  <a:pt x="17215" y="519577"/>
                </a:lnTo>
                <a:lnTo>
                  <a:pt x="7479" y="495595"/>
                </a:lnTo>
                <a:close/>
                <a:moveTo>
                  <a:pt x="152541" y="175242"/>
                </a:moveTo>
                <a:lnTo>
                  <a:pt x="197899" y="227106"/>
                </a:lnTo>
                <a:lnTo>
                  <a:pt x="206910" y="238302"/>
                </a:lnTo>
                <a:lnTo>
                  <a:pt x="163200" y="189330"/>
                </a:lnTo>
                <a:close/>
                <a:moveTo>
                  <a:pt x="138431" y="202704"/>
                </a:moveTo>
                <a:lnTo>
                  <a:pt x="152522" y="211126"/>
                </a:lnTo>
                <a:lnTo>
                  <a:pt x="155421" y="214885"/>
                </a:lnTo>
                <a:cubicBezTo>
                  <a:pt x="166690" y="228534"/>
                  <a:pt x="169056" y="227991"/>
                  <a:pt x="167737" y="222249"/>
                </a:cubicBezTo>
                <a:lnTo>
                  <a:pt x="166809" y="219813"/>
                </a:lnTo>
                <a:lnTo>
                  <a:pt x="170431" y="222406"/>
                </a:lnTo>
                <a:lnTo>
                  <a:pt x="171665" y="224751"/>
                </a:lnTo>
                <a:lnTo>
                  <a:pt x="176068" y="235330"/>
                </a:lnTo>
                <a:lnTo>
                  <a:pt x="195101" y="275180"/>
                </a:lnTo>
                <a:lnTo>
                  <a:pt x="155664" y="227239"/>
                </a:lnTo>
                <a:close/>
                <a:moveTo>
                  <a:pt x="207096" y="56105"/>
                </a:moveTo>
                <a:lnTo>
                  <a:pt x="217286" y="49514"/>
                </a:lnTo>
                <a:lnTo>
                  <a:pt x="218059" y="49176"/>
                </a:lnTo>
                <a:lnTo>
                  <a:pt x="220881" y="69100"/>
                </a:lnTo>
                <a:lnTo>
                  <a:pt x="223349" y="72691"/>
                </a:lnTo>
                <a:lnTo>
                  <a:pt x="214746" y="73188"/>
                </a:lnTo>
                <a:close/>
                <a:moveTo>
                  <a:pt x="128024" y="220725"/>
                </a:moveTo>
                <a:lnTo>
                  <a:pt x="138452" y="227777"/>
                </a:lnTo>
                <a:lnTo>
                  <a:pt x="139310" y="228942"/>
                </a:lnTo>
                <a:lnTo>
                  <a:pt x="151988" y="248715"/>
                </a:lnTo>
                <a:lnTo>
                  <a:pt x="140287" y="240143"/>
                </a:lnTo>
                <a:close/>
                <a:moveTo>
                  <a:pt x="164954" y="143687"/>
                </a:moveTo>
                <a:lnTo>
                  <a:pt x="194535" y="159583"/>
                </a:lnTo>
                <a:lnTo>
                  <a:pt x="214379" y="192754"/>
                </a:lnTo>
                <a:lnTo>
                  <a:pt x="218971" y="199393"/>
                </a:lnTo>
                <a:lnTo>
                  <a:pt x="217459" y="198133"/>
                </a:lnTo>
                <a:lnTo>
                  <a:pt x="186047" y="174063"/>
                </a:lnTo>
                <a:lnTo>
                  <a:pt x="171092" y="150858"/>
                </a:lnTo>
                <a:close/>
                <a:moveTo>
                  <a:pt x="150476" y="172814"/>
                </a:moveTo>
                <a:lnTo>
                  <a:pt x="150778" y="172912"/>
                </a:lnTo>
                <a:lnTo>
                  <a:pt x="152541" y="175242"/>
                </a:lnTo>
                <a:lnTo>
                  <a:pt x="150516" y="172927"/>
                </a:lnTo>
                <a:close/>
                <a:moveTo>
                  <a:pt x="50054" y="381508"/>
                </a:moveTo>
                <a:lnTo>
                  <a:pt x="50999" y="383081"/>
                </a:lnTo>
                <a:lnTo>
                  <a:pt x="62541" y="400016"/>
                </a:lnTo>
                <a:lnTo>
                  <a:pt x="77454" y="432326"/>
                </a:lnTo>
                <a:lnTo>
                  <a:pt x="78117" y="433544"/>
                </a:lnTo>
                <a:lnTo>
                  <a:pt x="72489" y="427343"/>
                </a:lnTo>
                <a:close/>
                <a:moveTo>
                  <a:pt x="8788" y="462279"/>
                </a:moveTo>
                <a:lnTo>
                  <a:pt x="15792" y="470353"/>
                </a:lnTo>
                <a:lnTo>
                  <a:pt x="24555" y="483086"/>
                </a:lnTo>
                <a:cubicBezTo>
                  <a:pt x="30248" y="490897"/>
                  <a:pt x="33988" y="495040"/>
                  <a:pt x="46237" y="511251"/>
                </a:cubicBezTo>
                <a:lnTo>
                  <a:pt x="51676" y="518624"/>
                </a:lnTo>
                <a:lnTo>
                  <a:pt x="46498" y="518229"/>
                </a:lnTo>
                <a:lnTo>
                  <a:pt x="10063" y="464488"/>
                </a:lnTo>
                <a:close/>
                <a:moveTo>
                  <a:pt x="108787" y="252467"/>
                </a:moveTo>
                <a:lnTo>
                  <a:pt x="112018" y="255201"/>
                </a:lnTo>
                <a:lnTo>
                  <a:pt x="113431" y="257542"/>
                </a:lnTo>
                <a:cubicBezTo>
                  <a:pt x="118922" y="266411"/>
                  <a:pt x="125483" y="276809"/>
                  <a:pt x="133280" y="288964"/>
                </a:cubicBezTo>
                <a:lnTo>
                  <a:pt x="134048" y="290146"/>
                </a:lnTo>
                <a:lnTo>
                  <a:pt x="131799" y="288741"/>
                </a:lnTo>
                <a:close/>
                <a:moveTo>
                  <a:pt x="147466" y="171840"/>
                </a:moveTo>
                <a:lnTo>
                  <a:pt x="150395" y="172788"/>
                </a:lnTo>
                <a:lnTo>
                  <a:pt x="150516" y="172927"/>
                </a:lnTo>
                <a:lnTo>
                  <a:pt x="153043" y="179999"/>
                </a:lnTo>
                <a:lnTo>
                  <a:pt x="155364" y="185576"/>
                </a:lnTo>
                <a:close/>
                <a:moveTo>
                  <a:pt x="169510" y="118144"/>
                </a:moveTo>
                <a:lnTo>
                  <a:pt x="194589" y="140211"/>
                </a:lnTo>
                <a:lnTo>
                  <a:pt x="202149" y="147076"/>
                </a:lnTo>
                <a:lnTo>
                  <a:pt x="224270" y="174457"/>
                </a:lnTo>
                <a:lnTo>
                  <a:pt x="197621" y="161241"/>
                </a:lnTo>
                <a:lnTo>
                  <a:pt x="194535" y="159583"/>
                </a:lnTo>
                <a:lnTo>
                  <a:pt x="173647" y="124667"/>
                </a:lnTo>
                <a:close/>
                <a:moveTo>
                  <a:pt x="125267" y="209851"/>
                </a:moveTo>
                <a:lnTo>
                  <a:pt x="139911" y="228763"/>
                </a:lnTo>
                <a:lnTo>
                  <a:pt x="138452" y="227777"/>
                </a:lnTo>
                <a:close/>
                <a:moveTo>
                  <a:pt x="147192" y="163624"/>
                </a:moveTo>
                <a:lnTo>
                  <a:pt x="149705" y="165247"/>
                </a:lnTo>
                <a:lnTo>
                  <a:pt x="150695" y="166532"/>
                </a:lnTo>
                <a:lnTo>
                  <a:pt x="167843" y="182286"/>
                </a:lnTo>
                <a:lnTo>
                  <a:pt x="167941" y="182412"/>
                </a:lnTo>
                <a:lnTo>
                  <a:pt x="159559" y="175754"/>
                </a:lnTo>
                <a:lnTo>
                  <a:pt x="150778" y="172912"/>
                </a:lnTo>
                <a:lnTo>
                  <a:pt x="150272" y="172243"/>
                </a:lnTo>
                <a:close/>
                <a:moveTo>
                  <a:pt x="106017" y="245261"/>
                </a:moveTo>
                <a:lnTo>
                  <a:pt x="113064" y="249792"/>
                </a:lnTo>
                <a:lnTo>
                  <a:pt x="175639" y="302704"/>
                </a:lnTo>
                <a:lnTo>
                  <a:pt x="185776" y="322830"/>
                </a:lnTo>
                <a:lnTo>
                  <a:pt x="183553" y="321392"/>
                </a:lnTo>
                <a:lnTo>
                  <a:pt x="172671" y="314518"/>
                </a:lnTo>
                <a:lnTo>
                  <a:pt x="141876" y="280468"/>
                </a:lnTo>
                <a:lnTo>
                  <a:pt x="112018" y="255201"/>
                </a:lnTo>
                <a:close/>
                <a:moveTo>
                  <a:pt x="189566" y="67445"/>
                </a:moveTo>
                <a:lnTo>
                  <a:pt x="193544" y="64871"/>
                </a:lnTo>
                <a:lnTo>
                  <a:pt x="199585" y="69448"/>
                </a:lnTo>
                <a:lnTo>
                  <a:pt x="214306" y="83906"/>
                </a:lnTo>
                <a:lnTo>
                  <a:pt x="225696" y="103104"/>
                </a:lnTo>
                <a:lnTo>
                  <a:pt x="235262" y="122970"/>
                </a:lnTo>
                <a:close/>
                <a:moveTo>
                  <a:pt x="141940" y="164918"/>
                </a:moveTo>
                <a:lnTo>
                  <a:pt x="145240" y="167968"/>
                </a:lnTo>
                <a:lnTo>
                  <a:pt x="147466" y="171840"/>
                </a:lnTo>
                <a:lnTo>
                  <a:pt x="145810" y="171304"/>
                </a:lnTo>
                <a:close/>
                <a:moveTo>
                  <a:pt x="140114" y="159053"/>
                </a:moveTo>
                <a:lnTo>
                  <a:pt x="140462" y="159278"/>
                </a:lnTo>
                <a:lnTo>
                  <a:pt x="150272" y="172243"/>
                </a:lnTo>
                <a:lnTo>
                  <a:pt x="150476" y="172814"/>
                </a:lnTo>
                <a:lnTo>
                  <a:pt x="150395" y="172788"/>
                </a:lnTo>
                <a:lnTo>
                  <a:pt x="150144" y="172502"/>
                </a:lnTo>
                <a:lnTo>
                  <a:pt x="145240" y="167968"/>
                </a:lnTo>
                <a:close/>
                <a:moveTo>
                  <a:pt x="143194" y="152437"/>
                </a:moveTo>
                <a:lnTo>
                  <a:pt x="157903" y="169572"/>
                </a:lnTo>
                <a:lnTo>
                  <a:pt x="159433" y="171529"/>
                </a:lnTo>
                <a:lnTo>
                  <a:pt x="149705" y="165247"/>
                </a:lnTo>
                <a:lnTo>
                  <a:pt x="146101" y="160570"/>
                </a:lnTo>
                <a:close/>
                <a:moveTo>
                  <a:pt x="933" y="447844"/>
                </a:moveTo>
                <a:lnTo>
                  <a:pt x="40143" y="488118"/>
                </a:lnTo>
                <a:lnTo>
                  <a:pt x="56885" y="519021"/>
                </a:lnTo>
                <a:lnTo>
                  <a:pt x="55718" y="518932"/>
                </a:lnTo>
                <a:lnTo>
                  <a:pt x="28822" y="485373"/>
                </a:lnTo>
                <a:lnTo>
                  <a:pt x="15792" y="470353"/>
                </a:lnTo>
                <a:lnTo>
                  <a:pt x="13245" y="466651"/>
                </a:lnTo>
                <a:close/>
                <a:moveTo>
                  <a:pt x="131" y="447278"/>
                </a:moveTo>
                <a:lnTo>
                  <a:pt x="8788" y="462279"/>
                </a:lnTo>
                <a:lnTo>
                  <a:pt x="1057" y="453367"/>
                </a:lnTo>
                <a:close/>
                <a:moveTo>
                  <a:pt x="0" y="446419"/>
                </a:moveTo>
                <a:lnTo>
                  <a:pt x="933" y="447844"/>
                </a:lnTo>
                <a:lnTo>
                  <a:pt x="85" y="446972"/>
                </a:lnTo>
                <a:close/>
                <a:moveTo>
                  <a:pt x="71444" y="295676"/>
                </a:moveTo>
                <a:lnTo>
                  <a:pt x="84224" y="309907"/>
                </a:lnTo>
                <a:cubicBezTo>
                  <a:pt x="106222" y="336586"/>
                  <a:pt x="130494" y="366036"/>
                  <a:pt x="155767" y="397158"/>
                </a:cubicBezTo>
                <a:lnTo>
                  <a:pt x="183134" y="431491"/>
                </a:lnTo>
                <a:lnTo>
                  <a:pt x="201725" y="461358"/>
                </a:lnTo>
                <a:lnTo>
                  <a:pt x="156641" y="420676"/>
                </a:lnTo>
                <a:lnTo>
                  <a:pt x="114849" y="368205"/>
                </a:lnTo>
                <a:lnTo>
                  <a:pt x="107354" y="355829"/>
                </a:lnTo>
                <a:close/>
                <a:moveTo>
                  <a:pt x="52080" y="336022"/>
                </a:moveTo>
                <a:lnTo>
                  <a:pt x="82754" y="370933"/>
                </a:lnTo>
                <a:lnTo>
                  <a:pt x="66567" y="353337"/>
                </a:lnTo>
                <a:close/>
                <a:moveTo>
                  <a:pt x="111525" y="209975"/>
                </a:moveTo>
                <a:lnTo>
                  <a:pt x="115535" y="212279"/>
                </a:lnTo>
                <a:lnTo>
                  <a:pt x="120319" y="215515"/>
                </a:lnTo>
                <a:lnTo>
                  <a:pt x="133193" y="231970"/>
                </a:lnTo>
                <a:lnTo>
                  <a:pt x="137639" y="238204"/>
                </a:lnTo>
                <a:lnTo>
                  <a:pt x="123657" y="227961"/>
                </a:lnTo>
                <a:close/>
                <a:moveTo>
                  <a:pt x="129088" y="168100"/>
                </a:moveTo>
                <a:lnTo>
                  <a:pt x="134403" y="167613"/>
                </a:lnTo>
                <a:lnTo>
                  <a:pt x="145810" y="171304"/>
                </a:lnTo>
                <a:lnTo>
                  <a:pt x="157348" y="190344"/>
                </a:lnTo>
                <a:lnTo>
                  <a:pt x="162246" y="202116"/>
                </a:lnTo>
                <a:lnTo>
                  <a:pt x="159645" y="199473"/>
                </a:lnTo>
                <a:lnTo>
                  <a:pt x="157903" y="198394"/>
                </a:lnTo>
                <a:lnTo>
                  <a:pt x="157369" y="197363"/>
                </a:lnTo>
                <a:cubicBezTo>
                  <a:pt x="154154" y="191071"/>
                  <a:pt x="153942" y="190462"/>
                  <a:pt x="155185" y="192873"/>
                </a:cubicBezTo>
                <a:lnTo>
                  <a:pt x="157811" y="198337"/>
                </a:lnTo>
                <a:lnTo>
                  <a:pt x="151490" y="194420"/>
                </a:lnTo>
                <a:lnTo>
                  <a:pt x="150492" y="193675"/>
                </a:lnTo>
                <a:lnTo>
                  <a:pt x="136704" y="178728"/>
                </a:lnTo>
                <a:close/>
                <a:moveTo>
                  <a:pt x="166103" y="82621"/>
                </a:moveTo>
                <a:lnTo>
                  <a:pt x="179660" y="73852"/>
                </a:lnTo>
                <a:lnTo>
                  <a:pt x="179719" y="73975"/>
                </a:lnTo>
                <a:lnTo>
                  <a:pt x="202931" y="121060"/>
                </a:lnTo>
                <a:lnTo>
                  <a:pt x="183105" y="103799"/>
                </a:lnTo>
                <a:lnTo>
                  <a:pt x="179667" y="101200"/>
                </a:lnTo>
                <a:close/>
                <a:moveTo>
                  <a:pt x="93427" y="231425"/>
                </a:moveTo>
                <a:lnTo>
                  <a:pt x="98629" y="232642"/>
                </a:lnTo>
                <a:lnTo>
                  <a:pt x="100002" y="235297"/>
                </a:lnTo>
                <a:lnTo>
                  <a:pt x="106017" y="245261"/>
                </a:lnTo>
                <a:lnTo>
                  <a:pt x="102307" y="242875"/>
                </a:lnTo>
                <a:close/>
                <a:moveTo>
                  <a:pt x="80892" y="256968"/>
                </a:moveTo>
                <a:lnTo>
                  <a:pt x="92869" y="264421"/>
                </a:lnTo>
                <a:lnTo>
                  <a:pt x="93019" y="264586"/>
                </a:lnTo>
                <a:cubicBezTo>
                  <a:pt x="96549" y="268949"/>
                  <a:pt x="102698" y="277025"/>
                  <a:pt x="113760" y="292384"/>
                </a:cubicBezTo>
                <a:lnTo>
                  <a:pt x="153758" y="350309"/>
                </a:lnTo>
                <a:lnTo>
                  <a:pt x="152222" y="348890"/>
                </a:lnTo>
                <a:lnTo>
                  <a:pt x="144339" y="338747"/>
                </a:lnTo>
                <a:close/>
                <a:moveTo>
                  <a:pt x="37402" y="344354"/>
                </a:moveTo>
                <a:lnTo>
                  <a:pt x="55384" y="370022"/>
                </a:lnTo>
                <a:lnTo>
                  <a:pt x="140245" y="479403"/>
                </a:lnTo>
                <a:lnTo>
                  <a:pt x="151241" y="500525"/>
                </a:lnTo>
                <a:lnTo>
                  <a:pt x="189969" y="562024"/>
                </a:lnTo>
                <a:lnTo>
                  <a:pt x="175038" y="551598"/>
                </a:lnTo>
                <a:lnTo>
                  <a:pt x="135955" y="501357"/>
                </a:lnTo>
                <a:cubicBezTo>
                  <a:pt x="112644" y="470489"/>
                  <a:pt x="90621" y="440438"/>
                  <a:pt x="73219" y="415683"/>
                </a:cubicBezTo>
                <a:lnTo>
                  <a:pt x="62541" y="400016"/>
                </a:lnTo>
                <a:lnTo>
                  <a:pt x="46796" y="365902"/>
                </a:lnTo>
                <a:close/>
                <a:moveTo>
                  <a:pt x="121462" y="168799"/>
                </a:moveTo>
                <a:lnTo>
                  <a:pt x="122095" y="168741"/>
                </a:lnTo>
                <a:lnTo>
                  <a:pt x="138311" y="184579"/>
                </a:lnTo>
                <a:lnTo>
                  <a:pt x="150492" y="193675"/>
                </a:lnTo>
                <a:lnTo>
                  <a:pt x="161094" y="205167"/>
                </a:lnTo>
                <a:lnTo>
                  <a:pt x="161734" y="206498"/>
                </a:lnTo>
                <a:lnTo>
                  <a:pt x="166809" y="219813"/>
                </a:lnTo>
                <a:lnTo>
                  <a:pt x="165560" y="218919"/>
                </a:lnTo>
                <a:lnTo>
                  <a:pt x="152522" y="211126"/>
                </a:lnTo>
                <a:lnTo>
                  <a:pt x="140990" y="196172"/>
                </a:lnTo>
                <a:close/>
                <a:moveTo>
                  <a:pt x="44676" y="327173"/>
                </a:moveTo>
                <a:lnTo>
                  <a:pt x="52080" y="336022"/>
                </a:lnTo>
                <a:lnTo>
                  <a:pt x="48267" y="331681"/>
                </a:lnTo>
                <a:close/>
                <a:moveTo>
                  <a:pt x="157601" y="89038"/>
                </a:moveTo>
                <a:lnTo>
                  <a:pt x="160325" y="86576"/>
                </a:lnTo>
                <a:lnTo>
                  <a:pt x="179667" y="101200"/>
                </a:lnTo>
                <a:lnTo>
                  <a:pt x="181733" y="104030"/>
                </a:lnTo>
                <a:cubicBezTo>
                  <a:pt x="202659" y="132280"/>
                  <a:pt x="212934" y="145089"/>
                  <a:pt x="219671" y="155701"/>
                </a:cubicBezTo>
                <a:lnTo>
                  <a:pt x="226084" y="168816"/>
                </a:lnTo>
                <a:lnTo>
                  <a:pt x="202149" y="147076"/>
                </a:lnTo>
                <a:lnTo>
                  <a:pt x="169568" y="106751"/>
                </a:lnTo>
                <a:close/>
                <a:moveTo>
                  <a:pt x="127365" y="151495"/>
                </a:moveTo>
                <a:cubicBezTo>
                  <a:pt x="126263" y="150364"/>
                  <a:pt x="126390" y="150196"/>
                  <a:pt x="128501" y="151554"/>
                </a:cubicBezTo>
                <a:lnTo>
                  <a:pt x="137158" y="157144"/>
                </a:lnTo>
                <a:lnTo>
                  <a:pt x="137493" y="157581"/>
                </a:lnTo>
                <a:lnTo>
                  <a:pt x="141940" y="164918"/>
                </a:lnTo>
                <a:lnTo>
                  <a:pt x="133609" y="157218"/>
                </a:lnTo>
                <a:cubicBezTo>
                  <a:pt x="130801" y="154722"/>
                  <a:pt x="128468" y="152627"/>
                  <a:pt x="127365" y="151495"/>
                </a:cubicBezTo>
                <a:close/>
                <a:moveTo>
                  <a:pt x="17179" y="374781"/>
                </a:moveTo>
                <a:lnTo>
                  <a:pt x="64945" y="419033"/>
                </a:lnTo>
                <a:lnTo>
                  <a:pt x="72489" y="427343"/>
                </a:lnTo>
                <a:lnTo>
                  <a:pt x="108649" y="501221"/>
                </a:lnTo>
                <a:lnTo>
                  <a:pt x="148811" y="575674"/>
                </a:lnTo>
                <a:lnTo>
                  <a:pt x="146586" y="574457"/>
                </a:lnTo>
                <a:lnTo>
                  <a:pt x="139576" y="568880"/>
                </a:lnTo>
                <a:lnTo>
                  <a:pt x="138009" y="567744"/>
                </a:lnTo>
                <a:lnTo>
                  <a:pt x="91474" y="492981"/>
                </a:lnTo>
                <a:lnTo>
                  <a:pt x="56101" y="443862"/>
                </a:lnTo>
                <a:lnTo>
                  <a:pt x="35436" y="409363"/>
                </a:lnTo>
                <a:close/>
                <a:moveTo>
                  <a:pt x="147157" y="98476"/>
                </a:moveTo>
                <a:lnTo>
                  <a:pt x="153437" y="92800"/>
                </a:lnTo>
                <a:lnTo>
                  <a:pt x="169510" y="118144"/>
                </a:lnTo>
                <a:close/>
                <a:moveTo>
                  <a:pt x="103433" y="181785"/>
                </a:moveTo>
                <a:cubicBezTo>
                  <a:pt x="112759" y="193806"/>
                  <a:pt x="119524" y="202388"/>
                  <a:pt x="125060" y="209569"/>
                </a:cubicBezTo>
                <a:lnTo>
                  <a:pt x="125267" y="209851"/>
                </a:lnTo>
                <a:lnTo>
                  <a:pt x="124700" y="209118"/>
                </a:lnTo>
                <a:lnTo>
                  <a:pt x="112510" y="196159"/>
                </a:lnTo>
                <a:close/>
                <a:moveTo>
                  <a:pt x="125957" y="134432"/>
                </a:moveTo>
                <a:lnTo>
                  <a:pt x="146101" y="160570"/>
                </a:lnTo>
                <a:lnTo>
                  <a:pt x="147192" y="163624"/>
                </a:lnTo>
                <a:lnTo>
                  <a:pt x="140462" y="159278"/>
                </a:lnTo>
                <a:lnTo>
                  <a:pt x="139550" y="158072"/>
                </a:lnTo>
                <a:close/>
                <a:moveTo>
                  <a:pt x="57947" y="272746"/>
                </a:moveTo>
                <a:lnTo>
                  <a:pt x="74714" y="282842"/>
                </a:lnTo>
                <a:lnTo>
                  <a:pt x="96289" y="299731"/>
                </a:lnTo>
                <a:lnTo>
                  <a:pt x="120077" y="333308"/>
                </a:lnTo>
                <a:lnTo>
                  <a:pt x="115061" y="328646"/>
                </a:lnTo>
                <a:cubicBezTo>
                  <a:pt x="100330" y="315379"/>
                  <a:pt x="84006" y="301082"/>
                  <a:pt x="67290" y="286953"/>
                </a:cubicBezTo>
                <a:lnTo>
                  <a:pt x="65345" y="285374"/>
                </a:lnTo>
                <a:close/>
                <a:moveTo>
                  <a:pt x="89774" y="205853"/>
                </a:moveTo>
                <a:lnTo>
                  <a:pt x="123064" y="227526"/>
                </a:lnTo>
                <a:lnTo>
                  <a:pt x="123657" y="227961"/>
                </a:lnTo>
                <a:lnTo>
                  <a:pt x="134311" y="243756"/>
                </a:lnTo>
                <a:lnTo>
                  <a:pt x="165208" y="283111"/>
                </a:lnTo>
                <a:lnTo>
                  <a:pt x="174073" y="299595"/>
                </a:lnTo>
                <a:lnTo>
                  <a:pt x="175486" y="302400"/>
                </a:lnTo>
                <a:lnTo>
                  <a:pt x="172120" y="298970"/>
                </a:lnTo>
                <a:cubicBezTo>
                  <a:pt x="143347" y="270200"/>
                  <a:pt x="112180" y="240376"/>
                  <a:pt x="100009" y="232964"/>
                </a:cubicBezTo>
                <a:lnTo>
                  <a:pt x="98629" y="232642"/>
                </a:lnTo>
                <a:lnTo>
                  <a:pt x="88433" y="212918"/>
                </a:lnTo>
                <a:cubicBezTo>
                  <a:pt x="83386" y="197392"/>
                  <a:pt x="124778" y="250854"/>
                  <a:pt x="91895" y="208583"/>
                </a:cubicBezTo>
                <a:close/>
                <a:moveTo>
                  <a:pt x="76157" y="229348"/>
                </a:moveTo>
                <a:lnTo>
                  <a:pt x="81484" y="229486"/>
                </a:lnTo>
                <a:lnTo>
                  <a:pt x="102307" y="242875"/>
                </a:lnTo>
                <a:lnTo>
                  <a:pt x="104476" y="245672"/>
                </a:lnTo>
                <a:lnTo>
                  <a:pt x="108787" y="252467"/>
                </a:lnTo>
                <a:lnTo>
                  <a:pt x="95888" y="241552"/>
                </a:lnTo>
                <a:lnTo>
                  <a:pt x="77075" y="230377"/>
                </a:lnTo>
                <a:close/>
                <a:moveTo>
                  <a:pt x="132563" y="111663"/>
                </a:moveTo>
                <a:lnTo>
                  <a:pt x="135372" y="109125"/>
                </a:lnTo>
                <a:lnTo>
                  <a:pt x="164954" y="143687"/>
                </a:lnTo>
                <a:lnTo>
                  <a:pt x="135547" y="127884"/>
                </a:lnTo>
                <a:close/>
                <a:moveTo>
                  <a:pt x="53717" y="275935"/>
                </a:moveTo>
                <a:lnTo>
                  <a:pt x="65345" y="285374"/>
                </a:lnTo>
                <a:lnTo>
                  <a:pt x="68008" y="289921"/>
                </a:lnTo>
                <a:lnTo>
                  <a:pt x="71444" y="295676"/>
                </a:lnTo>
                <a:close/>
                <a:moveTo>
                  <a:pt x="70125" y="229192"/>
                </a:moveTo>
                <a:lnTo>
                  <a:pt x="75306" y="229326"/>
                </a:lnTo>
                <a:lnTo>
                  <a:pt x="77075" y="230377"/>
                </a:lnTo>
                <a:lnTo>
                  <a:pt x="113412" y="271088"/>
                </a:lnTo>
                <a:lnTo>
                  <a:pt x="122010" y="282626"/>
                </a:lnTo>
                <a:lnTo>
                  <a:pt x="93089" y="264558"/>
                </a:lnTo>
                <a:lnTo>
                  <a:pt x="92869" y="264421"/>
                </a:lnTo>
                <a:lnTo>
                  <a:pt x="88000" y="259069"/>
                </a:lnTo>
                <a:cubicBezTo>
                  <a:pt x="86838" y="258057"/>
                  <a:pt x="86990" y="257619"/>
                  <a:pt x="70125" y="229192"/>
                </a:cubicBezTo>
                <a:close/>
                <a:moveTo>
                  <a:pt x="96548" y="172066"/>
                </a:moveTo>
                <a:lnTo>
                  <a:pt x="115044" y="169408"/>
                </a:lnTo>
                <a:lnTo>
                  <a:pt x="138431" y="202704"/>
                </a:lnTo>
                <a:lnTo>
                  <a:pt x="103433" y="181785"/>
                </a:lnTo>
                <a:close/>
                <a:moveTo>
                  <a:pt x="119601" y="123377"/>
                </a:moveTo>
                <a:lnTo>
                  <a:pt x="122420" y="120829"/>
                </a:lnTo>
                <a:lnTo>
                  <a:pt x="135547" y="127884"/>
                </a:lnTo>
                <a:lnTo>
                  <a:pt x="136741" y="134378"/>
                </a:lnTo>
                <a:lnTo>
                  <a:pt x="143194" y="152437"/>
                </a:lnTo>
                <a:lnTo>
                  <a:pt x="122343" y="128147"/>
                </a:lnTo>
                <a:close/>
                <a:moveTo>
                  <a:pt x="118076" y="124755"/>
                </a:moveTo>
                <a:lnTo>
                  <a:pt x="118840" y="124065"/>
                </a:lnTo>
                <a:lnTo>
                  <a:pt x="122343" y="128147"/>
                </a:lnTo>
                <a:lnTo>
                  <a:pt x="125957" y="134432"/>
                </a:lnTo>
                <a:lnTo>
                  <a:pt x="119565" y="126138"/>
                </a:lnTo>
                <a:close/>
                <a:moveTo>
                  <a:pt x="2698" y="364021"/>
                </a:moveTo>
                <a:lnTo>
                  <a:pt x="21728" y="396133"/>
                </a:lnTo>
                <a:lnTo>
                  <a:pt x="56101" y="443862"/>
                </a:lnTo>
                <a:lnTo>
                  <a:pt x="65363" y="459325"/>
                </a:lnTo>
                <a:cubicBezTo>
                  <a:pt x="74740" y="475983"/>
                  <a:pt x="81788" y="493764"/>
                  <a:pt x="88509" y="511713"/>
                </a:cubicBezTo>
                <a:lnTo>
                  <a:pt x="99721" y="539974"/>
                </a:lnTo>
                <a:lnTo>
                  <a:pt x="61938" y="510504"/>
                </a:lnTo>
                <a:lnTo>
                  <a:pt x="40143" y="488118"/>
                </a:lnTo>
                <a:lnTo>
                  <a:pt x="23108" y="456674"/>
                </a:lnTo>
                <a:lnTo>
                  <a:pt x="79" y="410596"/>
                </a:lnTo>
                <a:lnTo>
                  <a:pt x="510" y="376148"/>
                </a:lnTo>
                <a:close/>
                <a:moveTo>
                  <a:pt x="114657" y="127845"/>
                </a:moveTo>
                <a:lnTo>
                  <a:pt x="115050" y="127489"/>
                </a:lnTo>
                <a:lnTo>
                  <a:pt x="122511" y="135552"/>
                </a:lnTo>
                <a:lnTo>
                  <a:pt x="139550" y="158072"/>
                </a:lnTo>
                <a:lnTo>
                  <a:pt x="140114" y="159053"/>
                </a:lnTo>
                <a:lnTo>
                  <a:pt x="137158" y="157144"/>
                </a:lnTo>
                <a:close/>
                <a:moveTo>
                  <a:pt x="5142" y="350472"/>
                </a:moveTo>
                <a:lnTo>
                  <a:pt x="8324" y="358010"/>
                </a:lnTo>
                <a:lnTo>
                  <a:pt x="17179" y="374781"/>
                </a:lnTo>
                <a:lnTo>
                  <a:pt x="12792" y="370718"/>
                </a:lnTo>
                <a:lnTo>
                  <a:pt x="3271" y="360842"/>
                </a:lnTo>
                <a:close/>
                <a:moveTo>
                  <a:pt x="102808" y="141596"/>
                </a:moveTo>
                <a:lnTo>
                  <a:pt x="107113" y="136213"/>
                </a:lnTo>
                <a:lnTo>
                  <a:pt x="111325" y="143314"/>
                </a:lnTo>
                <a:lnTo>
                  <a:pt x="129088" y="168100"/>
                </a:lnTo>
                <a:lnTo>
                  <a:pt x="122095" y="168741"/>
                </a:lnTo>
                <a:lnTo>
                  <a:pt x="119869" y="166566"/>
                </a:lnTo>
                <a:lnTo>
                  <a:pt x="119464" y="165999"/>
                </a:lnTo>
                <a:close/>
                <a:moveTo>
                  <a:pt x="86890" y="173454"/>
                </a:moveTo>
                <a:lnTo>
                  <a:pt x="90095" y="172994"/>
                </a:lnTo>
                <a:lnTo>
                  <a:pt x="98494" y="181257"/>
                </a:lnTo>
                <a:lnTo>
                  <a:pt x="112510" y="196159"/>
                </a:lnTo>
                <a:lnTo>
                  <a:pt x="128024" y="220725"/>
                </a:lnTo>
                <a:lnTo>
                  <a:pt x="120319" y="215515"/>
                </a:lnTo>
                <a:lnTo>
                  <a:pt x="111658" y="204443"/>
                </a:lnTo>
                <a:cubicBezTo>
                  <a:pt x="104705" y="195788"/>
                  <a:pt x="98355" y="188063"/>
                  <a:pt x="93743" y="182503"/>
                </a:cubicBezTo>
                <a:lnTo>
                  <a:pt x="89859" y="177855"/>
                </a:lnTo>
                <a:close/>
                <a:moveTo>
                  <a:pt x="99738" y="145435"/>
                </a:moveTo>
                <a:lnTo>
                  <a:pt x="99820" y="145332"/>
                </a:lnTo>
                <a:lnTo>
                  <a:pt x="114014" y="160848"/>
                </a:lnTo>
                <a:lnTo>
                  <a:pt x="119869" y="166566"/>
                </a:lnTo>
                <a:lnTo>
                  <a:pt x="121462" y="168799"/>
                </a:lnTo>
                <a:lnTo>
                  <a:pt x="115436" y="169352"/>
                </a:lnTo>
                <a:lnTo>
                  <a:pt x="115044" y="169408"/>
                </a:lnTo>
                <a:lnTo>
                  <a:pt x="111673" y="164609"/>
                </a:lnTo>
                <a:close/>
                <a:moveTo>
                  <a:pt x="27668" y="286462"/>
                </a:moveTo>
                <a:lnTo>
                  <a:pt x="33526" y="293633"/>
                </a:lnTo>
                <a:lnTo>
                  <a:pt x="64377" y="327497"/>
                </a:lnTo>
                <a:lnTo>
                  <a:pt x="94591" y="374450"/>
                </a:lnTo>
                <a:lnTo>
                  <a:pt x="115675" y="404047"/>
                </a:lnTo>
                <a:lnTo>
                  <a:pt x="86660" y="375180"/>
                </a:lnTo>
                <a:lnTo>
                  <a:pt x="84968" y="373341"/>
                </a:lnTo>
                <a:close/>
                <a:moveTo>
                  <a:pt x="83159" y="166168"/>
                </a:moveTo>
                <a:lnTo>
                  <a:pt x="88043" y="160061"/>
                </a:lnTo>
                <a:lnTo>
                  <a:pt x="96548" y="172066"/>
                </a:lnTo>
                <a:lnTo>
                  <a:pt x="90095" y="172994"/>
                </a:lnTo>
                <a:close/>
                <a:moveTo>
                  <a:pt x="12626" y="308989"/>
                </a:moveTo>
                <a:lnTo>
                  <a:pt x="19037" y="318139"/>
                </a:lnTo>
                <a:lnTo>
                  <a:pt x="50054" y="381508"/>
                </a:lnTo>
                <a:lnTo>
                  <a:pt x="38208" y="361782"/>
                </a:lnTo>
                <a:lnTo>
                  <a:pt x="12431" y="310071"/>
                </a:lnTo>
                <a:close/>
                <a:moveTo>
                  <a:pt x="31015" y="269474"/>
                </a:moveTo>
                <a:lnTo>
                  <a:pt x="66556" y="307573"/>
                </a:lnTo>
                <a:lnTo>
                  <a:pt x="114849" y="368205"/>
                </a:lnTo>
                <a:lnTo>
                  <a:pt x="134555" y="400746"/>
                </a:lnTo>
                <a:lnTo>
                  <a:pt x="115186" y="383268"/>
                </a:lnTo>
                <a:lnTo>
                  <a:pt x="64377" y="327497"/>
                </a:lnTo>
                <a:lnTo>
                  <a:pt x="58808" y="318843"/>
                </a:lnTo>
                <a:close/>
                <a:moveTo>
                  <a:pt x="16739" y="296958"/>
                </a:moveTo>
                <a:lnTo>
                  <a:pt x="37402" y="344354"/>
                </a:lnTo>
                <a:lnTo>
                  <a:pt x="19037" y="318139"/>
                </a:lnTo>
                <a:lnTo>
                  <a:pt x="13322" y="306463"/>
                </a:lnTo>
                <a:close/>
                <a:moveTo>
                  <a:pt x="17945" y="293602"/>
                </a:moveTo>
                <a:lnTo>
                  <a:pt x="44676" y="327173"/>
                </a:lnTo>
                <a:lnTo>
                  <a:pt x="30198" y="309868"/>
                </a:lnTo>
                <a:lnTo>
                  <a:pt x="17766" y="294101"/>
                </a:lnTo>
                <a:close/>
                <a:moveTo>
                  <a:pt x="23077" y="279327"/>
                </a:moveTo>
                <a:lnTo>
                  <a:pt x="24109" y="281067"/>
                </a:lnTo>
                <a:lnTo>
                  <a:pt x="27668" y="286462"/>
                </a:lnTo>
                <a:lnTo>
                  <a:pt x="22698" y="280380"/>
                </a:lnTo>
                <a:close/>
                <a:moveTo>
                  <a:pt x="65661" y="190154"/>
                </a:moveTo>
                <a:lnTo>
                  <a:pt x="69610" y="183112"/>
                </a:lnTo>
                <a:lnTo>
                  <a:pt x="82517" y="166971"/>
                </a:lnTo>
                <a:lnTo>
                  <a:pt x="86890" y="173454"/>
                </a:lnTo>
                <a:lnTo>
                  <a:pt x="86257" y="173545"/>
                </a:lnTo>
                <a:lnTo>
                  <a:pt x="89859" y="177855"/>
                </a:lnTo>
                <a:lnTo>
                  <a:pt x="111525" y="209975"/>
                </a:lnTo>
                <a:lnTo>
                  <a:pt x="78017" y="190721"/>
                </a:lnTo>
                <a:lnTo>
                  <a:pt x="89774" y="205853"/>
                </a:lnTo>
                <a:close/>
                <a:moveTo>
                  <a:pt x="56212" y="207003"/>
                </a:moveTo>
                <a:lnTo>
                  <a:pt x="63777" y="193514"/>
                </a:lnTo>
                <a:lnTo>
                  <a:pt x="65384" y="195266"/>
                </a:lnTo>
                <a:lnTo>
                  <a:pt x="93427" y="231425"/>
                </a:lnTo>
                <a:lnTo>
                  <a:pt x="85587" y="229592"/>
                </a:lnTo>
                <a:lnTo>
                  <a:pt x="81484" y="229486"/>
                </a:lnTo>
                <a:lnTo>
                  <a:pt x="69269" y="221631"/>
                </a:lnTo>
                <a:close/>
                <a:moveTo>
                  <a:pt x="28332" y="264709"/>
                </a:moveTo>
                <a:lnTo>
                  <a:pt x="31015" y="269474"/>
                </a:lnTo>
                <a:lnTo>
                  <a:pt x="27842" y="266073"/>
                </a:lnTo>
                <a:close/>
                <a:moveTo>
                  <a:pt x="51593" y="215241"/>
                </a:moveTo>
                <a:lnTo>
                  <a:pt x="53052" y="212639"/>
                </a:lnTo>
                <a:lnTo>
                  <a:pt x="68893" y="221389"/>
                </a:lnTo>
                <a:lnTo>
                  <a:pt x="69269" y="221631"/>
                </a:lnTo>
                <a:lnTo>
                  <a:pt x="76157" y="229348"/>
                </a:lnTo>
                <a:lnTo>
                  <a:pt x="75306" y="229326"/>
                </a:lnTo>
                <a:close/>
                <a:moveTo>
                  <a:pt x="31217" y="256684"/>
                </a:moveTo>
                <a:lnTo>
                  <a:pt x="31614" y="256891"/>
                </a:lnTo>
                <a:lnTo>
                  <a:pt x="42511" y="263452"/>
                </a:lnTo>
                <a:lnTo>
                  <a:pt x="42851" y="263836"/>
                </a:lnTo>
                <a:lnTo>
                  <a:pt x="53717" y="275935"/>
                </a:lnTo>
                <a:lnTo>
                  <a:pt x="30943" y="257448"/>
                </a:lnTo>
                <a:close/>
                <a:moveTo>
                  <a:pt x="47785" y="222030"/>
                </a:moveTo>
                <a:lnTo>
                  <a:pt x="50305" y="217537"/>
                </a:lnTo>
                <a:lnTo>
                  <a:pt x="52949" y="220952"/>
                </a:lnTo>
                <a:lnTo>
                  <a:pt x="80892" y="256968"/>
                </a:lnTo>
                <a:lnTo>
                  <a:pt x="77647" y="254949"/>
                </a:lnTo>
                <a:cubicBezTo>
                  <a:pt x="73728" y="252513"/>
                  <a:pt x="71187" y="250933"/>
                  <a:pt x="70473" y="250488"/>
                </a:cubicBezTo>
                <a:cubicBezTo>
                  <a:pt x="76314" y="260333"/>
                  <a:pt x="81492" y="270603"/>
                  <a:pt x="87996" y="280024"/>
                </a:cubicBezTo>
                <a:cubicBezTo>
                  <a:pt x="96064" y="291708"/>
                  <a:pt x="107142" y="301306"/>
                  <a:pt x="114107" y="313679"/>
                </a:cubicBezTo>
                <a:lnTo>
                  <a:pt x="96289" y="299731"/>
                </a:lnTo>
                <a:lnTo>
                  <a:pt x="79408" y="275904"/>
                </a:lnTo>
                <a:cubicBezTo>
                  <a:pt x="66265" y="255976"/>
                  <a:pt x="58871" y="243644"/>
                  <a:pt x="54493" y="235698"/>
                </a:cubicBezTo>
                <a:close/>
                <a:moveTo>
                  <a:pt x="36335" y="242449"/>
                </a:moveTo>
                <a:lnTo>
                  <a:pt x="38236" y="239058"/>
                </a:lnTo>
                <a:lnTo>
                  <a:pt x="39199" y="240745"/>
                </a:lnTo>
                <a:lnTo>
                  <a:pt x="57947" y="272746"/>
                </a:lnTo>
                <a:lnTo>
                  <a:pt x="42511" y="263452"/>
                </a:lnTo>
                <a:lnTo>
                  <a:pt x="32743" y="252441"/>
                </a:lnTo>
                <a:close/>
              </a:path>
            </a:pathLst>
          </a:cu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幼圆" panose="02010509060101010101" pitchFamily="49" charset="-122"/>
            </a:endParaRPr>
          </a:p>
        </p:txBody>
      </p:sp>
      <p:sp>
        <p:nvSpPr>
          <p:cNvPr id="5" name="矩形 4"/>
          <p:cNvSpPr/>
          <p:nvPr/>
        </p:nvSpPr>
        <p:spPr>
          <a:xfrm>
            <a:off x="5531276" y="2820567"/>
            <a:ext cx="3188693" cy="830997"/>
          </a:xfrm>
          <a:prstGeom prst="rect">
            <a:avLst/>
          </a:prstGeom>
        </p:spPr>
        <p:txBody>
          <a:bodyPr wrap="none">
            <a:spAutoFit/>
          </a:bodyPr>
          <a:lstStyle/>
          <a:p>
            <a:pPr>
              <a:defRPr/>
            </a:pPr>
            <a:r>
              <a:rPr lang="en-US" altLang="zh-CN" sz="4800" kern="0" dirty="0" smtClean="0">
                <a:solidFill>
                  <a:schemeClr val="accent1"/>
                </a:solidFill>
                <a:effectLst>
                  <a:glow rad="63500">
                    <a:prstClr val="white">
                      <a:lumMod val="65000"/>
                      <a:alpha val="40000"/>
                    </a:prstClr>
                  </a:glow>
                </a:effectLst>
                <a:latin typeface="方正姚体" panose="02010601030101010101" pitchFamily="2" charset="-122"/>
                <a:ea typeface="方正姚体" panose="02010601030101010101" pitchFamily="2" charset="-122"/>
              </a:rPr>
              <a:t>Experiments</a:t>
            </a:r>
            <a:endParaRPr lang="en-US" altLang="zh-CN" sz="4800" kern="0" dirty="0">
              <a:solidFill>
                <a:schemeClr val="accent1"/>
              </a:solidFill>
              <a:effectLst>
                <a:glow rad="63500">
                  <a:prstClr val="white">
                    <a:lumMod val="65000"/>
                    <a:alpha val="40000"/>
                  </a:prstClr>
                </a:glow>
              </a:effectLst>
              <a:latin typeface="方正姚体" panose="02010601030101010101" pitchFamily="2" charset="-122"/>
              <a:ea typeface="方正姚体" panose="02010601030101010101" pitchFamily="2" charset="-122"/>
            </a:endParaRPr>
          </a:p>
        </p:txBody>
      </p:sp>
      <p:cxnSp>
        <p:nvCxnSpPr>
          <p:cNvPr id="7" name="直接连接符 6"/>
          <p:cNvCxnSpPr/>
          <p:nvPr/>
        </p:nvCxnSpPr>
        <p:spPr>
          <a:xfrm flipV="1">
            <a:off x="5320295" y="3728720"/>
            <a:ext cx="3762745" cy="719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3563731" y="775381"/>
            <a:ext cx="1975221" cy="3770263"/>
          </a:xfrm>
          <a:prstGeom prst="rect">
            <a:avLst/>
          </a:prstGeom>
          <a:noFill/>
        </p:spPr>
        <p:txBody>
          <a:bodyPr wrap="none" rtlCol="0">
            <a:spAutoFit/>
          </a:bodyPr>
          <a:lstStyle/>
          <a:p>
            <a:r>
              <a:rPr lang="en-US" altLang="zh-CN" sz="23900" dirty="0" smtClean="0">
                <a:latin typeface="Slim Joe" panose="02000000000000000000" pitchFamily="50" charset="0"/>
                <a:ea typeface="幼圆" panose="02010509060101010101" pitchFamily="49" charset="-122"/>
              </a:rPr>
              <a:t>3</a:t>
            </a:r>
            <a:endParaRPr lang="zh-CN" altLang="en-US" sz="23900" dirty="0">
              <a:latin typeface="Slim Joe" panose="02000000000000000000" pitchFamily="50" charset="0"/>
              <a:ea typeface="幼圆" panose="02010509060101010101" pitchFamily="49" charset="-122"/>
            </a:endParaRPr>
          </a:p>
        </p:txBody>
      </p:sp>
    </p:spTree>
    <p:extLst>
      <p:ext uri="{BB962C8B-B14F-4D97-AF65-F5344CB8AC3E}">
        <p14:creationId xmlns="" xmlns:p14="http://schemas.microsoft.com/office/powerpoint/2010/main" val="4035130115"/>
      </p:ext>
    </p:extLst>
  </p:cSld>
  <p:clrMapOvr>
    <a:masterClrMapping/>
  </p:clrMapOvr>
  <mc:AlternateContent xmlns:mc="http://schemas.openxmlformats.org/markup-compatibility/2006">
    <mc:Choice xmlns=""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组合 33"/>
          <p:cNvGrpSpPr/>
          <p:nvPr/>
        </p:nvGrpSpPr>
        <p:grpSpPr>
          <a:xfrm>
            <a:off x="377368" y="449038"/>
            <a:ext cx="10910064" cy="831850"/>
            <a:chOff x="0" y="260350"/>
            <a:chExt cx="10910064" cy="831850"/>
          </a:xfrm>
        </p:grpSpPr>
        <p:sp>
          <p:nvSpPr>
            <p:cNvPr id="35" name="文本框 34"/>
            <p:cNvSpPr txBox="1"/>
            <p:nvPr/>
          </p:nvSpPr>
          <p:spPr>
            <a:xfrm>
              <a:off x="201202" y="353109"/>
              <a:ext cx="10708862" cy="646331"/>
            </a:xfrm>
            <a:prstGeom prst="rect">
              <a:avLst/>
            </a:prstGeom>
            <a:noFill/>
          </p:spPr>
          <p:txBody>
            <a:bodyPr wrap="square" rtlCol="0">
              <a:spAutoFit/>
            </a:bodyPr>
            <a:lstStyle/>
            <a:p>
              <a:r>
                <a:rPr lang="en-US" altLang="zh-CN" sz="3600" b="1" dirty="0">
                  <a:solidFill>
                    <a:srgbClr val="8B0012"/>
                  </a:solidFill>
                  <a:latin typeface="微软雅黑" panose="020B0503020204020204" pitchFamily="34" charset="-122"/>
                  <a:ea typeface="微软雅黑" panose="020B0503020204020204" pitchFamily="34" charset="-122"/>
                </a:rPr>
                <a:t>Experiments</a:t>
              </a:r>
            </a:p>
          </p:txBody>
        </p:sp>
        <p:sp>
          <p:nvSpPr>
            <p:cNvPr id="37" name="矩形 36"/>
            <p:cNvSpPr/>
            <p:nvPr/>
          </p:nvSpPr>
          <p:spPr>
            <a:xfrm>
              <a:off x="0" y="260350"/>
              <a:ext cx="201202" cy="831850"/>
            </a:xfrm>
            <a:prstGeom prst="rect">
              <a:avLst/>
            </a:prstGeom>
            <a:solidFill>
              <a:srgbClr val="8B0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rgbClr val="D7343F"/>
                </a:solidFill>
              </a:endParaRPr>
            </a:p>
          </p:txBody>
        </p:sp>
      </p:grpSp>
      <p:sp>
        <p:nvSpPr>
          <p:cNvPr id="3" name="灯片编号占位符 2"/>
          <p:cNvSpPr>
            <a:spLocks noGrp="1"/>
          </p:cNvSpPr>
          <p:nvPr>
            <p:ph type="sldNum" sz="quarter" idx="12"/>
          </p:nvPr>
        </p:nvSpPr>
        <p:spPr/>
        <p:txBody>
          <a:bodyPr/>
          <a:lstStyle/>
          <a:p>
            <a:fld id="{8592E714-8771-4256-B120-A1444CD7D5F3}" type="slidenum">
              <a:rPr lang="zh-HK" altLang="en-US" smtClean="0"/>
              <a:pPr/>
              <a:t>20</a:t>
            </a:fld>
            <a:endParaRPr lang="zh-HK" altLang="en-US"/>
          </a:p>
        </p:txBody>
      </p:sp>
      <p:sp>
        <p:nvSpPr>
          <p:cNvPr id="9" name="文本框 1">
            <a:extLst>
              <a:ext uri="{FF2B5EF4-FFF2-40B4-BE49-F238E27FC236}">
                <a16:creationId xmlns:a16="http://schemas.microsoft.com/office/drawing/2014/main" xmlns="" id="{0D576615-43BA-4478-BC85-3DDD7A9594EF}"/>
              </a:ext>
            </a:extLst>
          </p:cNvPr>
          <p:cNvSpPr txBox="1"/>
          <p:nvPr/>
        </p:nvSpPr>
        <p:spPr>
          <a:xfrm>
            <a:off x="578570" y="2715463"/>
            <a:ext cx="5081384" cy="3970318"/>
          </a:xfrm>
          <a:prstGeom prst="rect">
            <a:avLst/>
          </a:prstGeom>
          <a:noFill/>
        </p:spPr>
        <p:txBody>
          <a:bodyPr wrap="square" rtlCol="0">
            <a:spAutoFit/>
          </a:bodyPr>
          <a:lstStyle/>
          <a:p>
            <a:pPr algn="just"/>
            <a:r>
              <a:rPr lang="en-US" altLang="zh-CN" sz="2000" b="1" dirty="0" smtClean="0"/>
              <a:t>Microsoft COCO(MSCOCO) and Flickr30k: </a:t>
            </a:r>
            <a:r>
              <a:rPr lang="en-US" altLang="zh-CN" sz="2000" dirty="0" smtClean="0"/>
              <a:t>They contain 123,287 images and 31,000 images, respectively, and each image is annotated with 5 sentences. We report results using the widely-used publicly-available splits in the work of </a:t>
            </a:r>
            <a:r>
              <a:rPr lang="en-US" altLang="zh-CN" sz="2000" dirty="0" smtClean="0">
                <a:solidFill>
                  <a:srgbClr val="0070C0"/>
                </a:solidFill>
              </a:rPr>
              <a:t>Karpathy and Li (2015). </a:t>
            </a:r>
            <a:r>
              <a:rPr lang="en-US" altLang="zh-CN" sz="2000" dirty="0" smtClean="0"/>
              <a:t>There are 5,000 images each in the validation set and the test set for COCO, 1,000 images for Flickr30k.</a:t>
            </a:r>
          </a:p>
          <a:p>
            <a:pPr algn="just"/>
            <a:endParaRPr lang="en-US" altLang="zh-CN" sz="2000" dirty="0" smtClean="0"/>
          </a:p>
          <a:p>
            <a:pPr algn="just"/>
            <a:r>
              <a:rPr lang="en-US" altLang="zh-CN" sz="1600" dirty="0" smtClean="0">
                <a:solidFill>
                  <a:srgbClr val="0070C0"/>
                </a:solidFill>
              </a:rPr>
              <a:t>Karpathy and Li (2015): </a:t>
            </a:r>
            <a:r>
              <a:rPr lang="en-US" altLang="zh-CN" sz="1600" dirty="0" smtClean="0">
                <a:solidFill>
                  <a:srgbClr val="0070C0"/>
                </a:solidFill>
                <a:latin typeface="NimbusRomNo9L-Regu"/>
              </a:rPr>
              <a:t>Deep visual-semantic alignments for generating image descriptions. CVPR 2015.</a:t>
            </a:r>
            <a:endParaRPr lang="en-US" altLang="zh-CN" sz="1600" dirty="0">
              <a:latin typeface="NimbusRomNo9L-Regu"/>
            </a:endParaRPr>
          </a:p>
          <a:p>
            <a:pPr algn="just"/>
            <a:endParaRPr lang="en-US" altLang="zh-CN" sz="2000" dirty="0"/>
          </a:p>
          <a:p>
            <a:pPr algn="just"/>
            <a:endParaRPr lang="zh-CN" altLang="en-US" sz="2000" dirty="0"/>
          </a:p>
        </p:txBody>
      </p:sp>
      <p:sp>
        <p:nvSpPr>
          <p:cNvPr id="10" name="文本框 2">
            <a:extLst>
              <a:ext uri="{FF2B5EF4-FFF2-40B4-BE49-F238E27FC236}">
                <a16:creationId xmlns:a16="http://schemas.microsoft.com/office/drawing/2014/main" xmlns="" id="{A26F2647-513D-4DFF-808D-2F28500F89E5}"/>
              </a:ext>
            </a:extLst>
          </p:cNvPr>
          <p:cNvSpPr txBox="1"/>
          <p:nvPr/>
        </p:nvSpPr>
        <p:spPr>
          <a:xfrm>
            <a:off x="2424250" y="1856085"/>
            <a:ext cx="2354228" cy="400110"/>
          </a:xfrm>
          <a:prstGeom prst="rect">
            <a:avLst/>
          </a:prstGeom>
          <a:noFill/>
        </p:spPr>
        <p:txBody>
          <a:bodyPr wrap="square" rtlCol="0">
            <a:spAutoFit/>
          </a:bodyPr>
          <a:lstStyle/>
          <a:p>
            <a:r>
              <a:rPr lang="en-US" altLang="zh-CN" sz="2000" dirty="0">
                <a:solidFill>
                  <a:srgbClr val="00B050"/>
                </a:solidFill>
              </a:rPr>
              <a:t>Dataset</a:t>
            </a:r>
            <a:endParaRPr lang="zh-CN" altLang="en-US" sz="2000" dirty="0">
              <a:solidFill>
                <a:srgbClr val="00B050"/>
              </a:solidFill>
            </a:endParaRPr>
          </a:p>
        </p:txBody>
      </p:sp>
      <p:sp>
        <p:nvSpPr>
          <p:cNvPr id="11" name="文本框 7">
            <a:extLst>
              <a:ext uri="{FF2B5EF4-FFF2-40B4-BE49-F238E27FC236}">
                <a16:creationId xmlns:a16="http://schemas.microsoft.com/office/drawing/2014/main" xmlns="" id="{11B771CB-F993-4763-BA1D-3923088D0D6B}"/>
              </a:ext>
            </a:extLst>
          </p:cNvPr>
          <p:cNvSpPr txBox="1"/>
          <p:nvPr/>
        </p:nvSpPr>
        <p:spPr>
          <a:xfrm>
            <a:off x="6492240" y="2674822"/>
            <a:ext cx="4958080" cy="3170099"/>
          </a:xfrm>
          <a:prstGeom prst="rect">
            <a:avLst/>
          </a:prstGeom>
          <a:noFill/>
        </p:spPr>
        <p:txBody>
          <a:bodyPr wrap="square" rtlCol="0">
            <a:spAutoFit/>
          </a:bodyPr>
          <a:lstStyle/>
          <a:p>
            <a:pPr algn="just"/>
            <a:r>
              <a:rPr lang="en-US" altLang="zh-CN" sz="2000" b="1" dirty="0" smtClean="0"/>
              <a:t>SPICE</a:t>
            </a:r>
            <a:r>
              <a:rPr lang="en-US" altLang="zh-CN" sz="2000" b="1" dirty="0" smtClean="0"/>
              <a:t>, CIDEr, BLEU, METEOR and ROUGE:</a:t>
            </a:r>
          </a:p>
          <a:p>
            <a:pPr algn="just"/>
            <a:endParaRPr lang="en-US" altLang="zh-CN" sz="2000" b="1" dirty="0" smtClean="0"/>
          </a:p>
          <a:p>
            <a:pPr algn="just"/>
            <a:r>
              <a:rPr lang="en-US" altLang="zh-CN" sz="2000" dirty="0" smtClean="0"/>
              <a:t>1.SPICE is based on scene graph matching.</a:t>
            </a:r>
          </a:p>
          <a:p>
            <a:pPr algn="just"/>
            <a:r>
              <a:rPr lang="en-US" altLang="zh-CN" sz="2000" dirty="0" smtClean="0"/>
              <a:t>2.CIDEr is based on n-gram matching.</a:t>
            </a:r>
          </a:p>
          <a:p>
            <a:pPr algn="just"/>
            <a:r>
              <a:rPr lang="en-US" altLang="zh-CN" sz="2000" dirty="0" smtClean="0"/>
              <a:t>3.BLEU and METEOR are originally </a:t>
            </a:r>
            <a:r>
              <a:rPr lang="en-US" altLang="zh-CN" sz="2000" dirty="0" smtClean="0"/>
              <a:t>proposed for </a:t>
            </a:r>
            <a:r>
              <a:rPr lang="en-US" altLang="zh-CN" sz="2000" dirty="0" smtClean="0"/>
              <a:t>machine translation evaluation.</a:t>
            </a:r>
          </a:p>
          <a:p>
            <a:pPr algn="just"/>
            <a:r>
              <a:rPr lang="en-US" altLang="zh-CN" sz="2000" dirty="0" smtClean="0"/>
              <a:t>4.ROUGE is designed for automatic evaluation of extractive text summarization.</a:t>
            </a:r>
          </a:p>
          <a:p>
            <a:pPr algn="just"/>
            <a:endParaRPr lang="en-US" altLang="zh-CN" sz="2000" dirty="0" smtClean="0"/>
          </a:p>
          <a:p>
            <a:pPr algn="just"/>
            <a:endParaRPr lang="zh-CN" altLang="en-US" sz="2000" dirty="0"/>
          </a:p>
        </p:txBody>
      </p:sp>
      <p:sp>
        <p:nvSpPr>
          <p:cNvPr id="12" name="文本框 8">
            <a:extLst>
              <a:ext uri="{FF2B5EF4-FFF2-40B4-BE49-F238E27FC236}">
                <a16:creationId xmlns:a16="http://schemas.microsoft.com/office/drawing/2014/main" xmlns="" id="{E9DA4323-5DE9-40BD-A525-66A02C659E08}"/>
              </a:ext>
            </a:extLst>
          </p:cNvPr>
          <p:cNvSpPr txBox="1"/>
          <p:nvPr/>
        </p:nvSpPr>
        <p:spPr>
          <a:xfrm>
            <a:off x="7811303" y="1856085"/>
            <a:ext cx="2896026" cy="400110"/>
          </a:xfrm>
          <a:prstGeom prst="rect">
            <a:avLst/>
          </a:prstGeom>
          <a:noFill/>
        </p:spPr>
        <p:txBody>
          <a:bodyPr wrap="square" rtlCol="0">
            <a:spAutoFit/>
          </a:bodyPr>
          <a:lstStyle/>
          <a:p>
            <a:r>
              <a:rPr lang="en-US" altLang="zh-CN" sz="2000" dirty="0">
                <a:solidFill>
                  <a:srgbClr val="00B050"/>
                </a:solidFill>
              </a:rPr>
              <a:t>Evaluation Metrics</a:t>
            </a:r>
            <a:endParaRPr lang="zh-CN" altLang="en-US" sz="2000" dirty="0">
              <a:solidFill>
                <a:srgbClr val="00B050"/>
              </a:solidFill>
            </a:endParaRPr>
          </a:p>
        </p:txBody>
      </p:sp>
    </p:spTree>
    <p:extLst>
      <p:ext uri="{BB962C8B-B14F-4D97-AF65-F5344CB8AC3E}">
        <p14:creationId xmlns:p14="http://schemas.microsoft.com/office/powerpoint/2010/main" xmlns="" val="3131920063"/>
      </p:ext>
    </p:extLst>
  </p:cSld>
  <p:clrMapOvr>
    <a:masterClrMapping/>
  </p:clrMapOvr>
  <p:transition>
    <p:wip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组合 33"/>
          <p:cNvGrpSpPr/>
          <p:nvPr/>
        </p:nvGrpSpPr>
        <p:grpSpPr>
          <a:xfrm>
            <a:off x="377368" y="449038"/>
            <a:ext cx="10910064" cy="831850"/>
            <a:chOff x="0" y="260350"/>
            <a:chExt cx="10910064" cy="831850"/>
          </a:xfrm>
        </p:grpSpPr>
        <p:sp>
          <p:nvSpPr>
            <p:cNvPr id="35" name="文本框 34"/>
            <p:cNvSpPr txBox="1"/>
            <p:nvPr/>
          </p:nvSpPr>
          <p:spPr>
            <a:xfrm>
              <a:off x="201202" y="353109"/>
              <a:ext cx="10708862" cy="646331"/>
            </a:xfrm>
            <a:prstGeom prst="rect">
              <a:avLst/>
            </a:prstGeom>
            <a:noFill/>
          </p:spPr>
          <p:txBody>
            <a:bodyPr wrap="square" rtlCol="0">
              <a:spAutoFit/>
            </a:bodyPr>
            <a:lstStyle/>
            <a:p>
              <a:r>
                <a:rPr lang="en-US" altLang="zh-CN" sz="3600" b="1" dirty="0">
                  <a:solidFill>
                    <a:srgbClr val="8B0012"/>
                  </a:solidFill>
                  <a:latin typeface="微软雅黑" panose="020B0503020204020204" pitchFamily="34" charset="-122"/>
                  <a:ea typeface="微软雅黑" panose="020B0503020204020204" pitchFamily="34" charset="-122"/>
                </a:rPr>
                <a:t>Experiments: </a:t>
              </a:r>
              <a:r>
                <a:rPr lang="en-US" altLang="zh-CN" sz="3600" b="1" dirty="0" smtClean="0">
                  <a:solidFill>
                    <a:srgbClr val="8B0012"/>
                  </a:solidFill>
                  <a:latin typeface="微软雅黑" panose="020B0503020204020204" pitchFamily="34" charset="-122"/>
                  <a:ea typeface="微软雅黑" panose="020B0503020204020204" pitchFamily="34" charset="-122"/>
                </a:rPr>
                <a:t>Results (Flickr30k)</a:t>
              </a:r>
              <a:endParaRPr lang="en-US" altLang="zh-CN" sz="3600" b="1" dirty="0">
                <a:solidFill>
                  <a:srgbClr val="8B0012"/>
                </a:solidFill>
                <a:latin typeface="微软雅黑" panose="020B0503020204020204" pitchFamily="34" charset="-122"/>
                <a:ea typeface="微软雅黑" panose="020B0503020204020204" pitchFamily="34" charset="-122"/>
              </a:endParaRPr>
            </a:p>
          </p:txBody>
        </p:sp>
        <p:sp>
          <p:nvSpPr>
            <p:cNvPr id="37" name="矩形 36"/>
            <p:cNvSpPr/>
            <p:nvPr/>
          </p:nvSpPr>
          <p:spPr>
            <a:xfrm>
              <a:off x="0" y="260350"/>
              <a:ext cx="201202" cy="831850"/>
            </a:xfrm>
            <a:prstGeom prst="rect">
              <a:avLst/>
            </a:prstGeom>
            <a:solidFill>
              <a:srgbClr val="8B0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rgbClr val="D7343F"/>
                </a:solidFill>
              </a:endParaRPr>
            </a:p>
          </p:txBody>
        </p:sp>
      </p:grpSp>
      <p:sp>
        <p:nvSpPr>
          <p:cNvPr id="3" name="灯片编号占位符 2"/>
          <p:cNvSpPr>
            <a:spLocks noGrp="1"/>
          </p:cNvSpPr>
          <p:nvPr>
            <p:ph type="sldNum" sz="quarter" idx="12"/>
          </p:nvPr>
        </p:nvSpPr>
        <p:spPr/>
        <p:txBody>
          <a:bodyPr/>
          <a:lstStyle/>
          <a:p>
            <a:fld id="{8592E714-8771-4256-B120-A1444CD7D5F3}" type="slidenum">
              <a:rPr lang="zh-HK" altLang="en-US" smtClean="0"/>
              <a:pPr/>
              <a:t>21</a:t>
            </a:fld>
            <a:endParaRPr lang="zh-HK" altLang="en-US" dirty="0"/>
          </a:p>
        </p:txBody>
      </p:sp>
      <p:pic>
        <p:nvPicPr>
          <p:cNvPr id="10242" name="Picture 2"/>
          <p:cNvPicPr>
            <a:picLocks noChangeAspect="1" noChangeArrowheads="1"/>
          </p:cNvPicPr>
          <p:nvPr/>
        </p:nvPicPr>
        <p:blipFill>
          <a:blip r:embed="rId3" cstate="print"/>
          <a:srcRect/>
          <a:stretch>
            <a:fillRect/>
          </a:stretch>
        </p:blipFill>
        <p:spPr bwMode="auto">
          <a:xfrm>
            <a:off x="0" y="1495424"/>
            <a:ext cx="12178570" cy="4295776"/>
          </a:xfrm>
          <a:prstGeom prst="rect">
            <a:avLst/>
          </a:prstGeom>
          <a:noFill/>
          <a:ln w="9525">
            <a:noFill/>
            <a:miter lim="800000"/>
            <a:headEnd/>
            <a:tailEnd/>
          </a:ln>
        </p:spPr>
      </p:pic>
    </p:spTree>
    <p:extLst>
      <p:ext uri="{BB962C8B-B14F-4D97-AF65-F5344CB8AC3E}">
        <p14:creationId xmlns:p14="http://schemas.microsoft.com/office/powerpoint/2010/main" xmlns="" val="2888323055"/>
      </p:ext>
    </p:extLst>
  </p:cSld>
  <p:clrMapOvr>
    <a:masterClrMapping/>
  </p:clrMapOvr>
  <p:transition>
    <p:wip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3"/>
          <p:cNvGrpSpPr/>
          <p:nvPr/>
        </p:nvGrpSpPr>
        <p:grpSpPr>
          <a:xfrm>
            <a:off x="377368" y="449038"/>
            <a:ext cx="10910064" cy="831850"/>
            <a:chOff x="0" y="260350"/>
            <a:chExt cx="10910064" cy="831850"/>
          </a:xfrm>
        </p:grpSpPr>
        <p:sp>
          <p:nvSpPr>
            <p:cNvPr id="35" name="文本框 34"/>
            <p:cNvSpPr txBox="1"/>
            <p:nvPr/>
          </p:nvSpPr>
          <p:spPr>
            <a:xfrm>
              <a:off x="201202" y="353109"/>
              <a:ext cx="10708862" cy="646331"/>
            </a:xfrm>
            <a:prstGeom prst="rect">
              <a:avLst/>
            </a:prstGeom>
            <a:noFill/>
          </p:spPr>
          <p:txBody>
            <a:bodyPr wrap="square" rtlCol="0">
              <a:spAutoFit/>
            </a:bodyPr>
            <a:lstStyle/>
            <a:p>
              <a:r>
                <a:rPr lang="en-US" altLang="zh-CN" sz="3600" b="1" dirty="0">
                  <a:solidFill>
                    <a:srgbClr val="8B0012"/>
                  </a:solidFill>
                  <a:latin typeface="微软雅黑" panose="020B0503020204020204" pitchFamily="34" charset="-122"/>
                  <a:ea typeface="微软雅黑" panose="020B0503020204020204" pitchFamily="34" charset="-122"/>
                </a:rPr>
                <a:t>Experiments: </a:t>
              </a:r>
              <a:r>
                <a:rPr lang="en-US" altLang="zh-CN" sz="3600" b="1" dirty="0" smtClean="0">
                  <a:solidFill>
                    <a:srgbClr val="8B0012"/>
                  </a:solidFill>
                  <a:latin typeface="微软雅黑" panose="020B0503020204020204" pitchFamily="34" charset="-122"/>
                  <a:ea typeface="微软雅黑" panose="020B0503020204020204" pitchFamily="34" charset="-122"/>
                </a:rPr>
                <a:t>Results (MSCOCO)</a:t>
              </a:r>
              <a:endParaRPr lang="en-US" altLang="zh-CN" sz="3600" b="1" dirty="0">
                <a:solidFill>
                  <a:srgbClr val="8B0012"/>
                </a:solidFill>
                <a:latin typeface="微软雅黑" panose="020B0503020204020204" pitchFamily="34" charset="-122"/>
                <a:ea typeface="微软雅黑" panose="020B0503020204020204" pitchFamily="34" charset="-122"/>
              </a:endParaRPr>
            </a:p>
          </p:txBody>
        </p:sp>
        <p:sp>
          <p:nvSpPr>
            <p:cNvPr id="37" name="矩形 36"/>
            <p:cNvSpPr/>
            <p:nvPr/>
          </p:nvSpPr>
          <p:spPr>
            <a:xfrm>
              <a:off x="0" y="260350"/>
              <a:ext cx="201202" cy="831850"/>
            </a:xfrm>
            <a:prstGeom prst="rect">
              <a:avLst/>
            </a:prstGeom>
            <a:solidFill>
              <a:srgbClr val="8B0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rgbClr val="D7343F"/>
                </a:solidFill>
              </a:endParaRPr>
            </a:p>
          </p:txBody>
        </p:sp>
      </p:grpSp>
      <p:sp>
        <p:nvSpPr>
          <p:cNvPr id="3" name="灯片编号占位符 2"/>
          <p:cNvSpPr>
            <a:spLocks noGrp="1"/>
          </p:cNvSpPr>
          <p:nvPr>
            <p:ph type="sldNum" sz="quarter" idx="12"/>
          </p:nvPr>
        </p:nvSpPr>
        <p:spPr/>
        <p:txBody>
          <a:bodyPr/>
          <a:lstStyle/>
          <a:p>
            <a:fld id="{8592E714-8771-4256-B120-A1444CD7D5F3}" type="slidenum">
              <a:rPr lang="zh-HK" altLang="en-US" smtClean="0"/>
              <a:pPr/>
              <a:t>22</a:t>
            </a:fld>
            <a:endParaRPr lang="zh-HK" altLang="en-US" dirty="0"/>
          </a:p>
        </p:txBody>
      </p:sp>
      <p:pic>
        <p:nvPicPr>
          <p:cNvPr id="11266" name="Picture 2"/>
          <p:cNvPicPr>
            <a:picLocks noChangeAspect="1" noChangeArrowheads="1"/>
          </p:cNvPicPr>
          <p:nvPr/>
        </p:nvPicPr>
        <p:blipFill>
          <a:blip r:embed="rId3" cstate="print"/>
          <a:srcRect/>
          <a:stretch>
            <a:fillRect/>
          </a:stretch>
        </p:blipFill>
        <p:spPr bwMode="auto">
          <a:xfrm>
            <a:off x="1056639" y="1195705"/>
            <a:ext cx="10322561" cy="4775012"/>
          </a:xfrm>
          <a:prstGeom prst="rect">
            <a:avLst/>
          </a:prstGeom>
          <a:noFill/>
          <a:ln w="9525">
            <a:noFill/>
            <a:miter lim="800000"/>
            <a:headEnd/>
            <a:tailEnd/>
          </a:ln>
        </p:spPr>
      </p:pic>
    </p:spTree>
    <p:extLst>
      <p:ext uri="{BB962C8B-B14F-4D97-AF65-F5344CB8AC3E}">
        <p14:creationId xmlns:p14="http://schemas.microsoft.com/office/powerpoint/2010/main" xmlns="" val="2888323055"/>
      </p:ext>
    </p:extLst>
  </p:cSld>
  <p:clrMapOvr>
    <a:masterClrMapping/>
  </p:clrMapOvr>
  <p:transition>
    <p:wip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3"/>
          <p:cNvGrpSpPr/>
          <p:nvPr/>
        </p:nvGrpSpPr>
        <p:grpSpPr>
          <a:xfrm>
            <a:off x="377368" y="449038"/>
            <a:ext cx="10910064" cy="831850"/>
            <a:chOff x="0" y="260350"/>
            <a:chExt cx="10910064" cy="831850"/>
          </a:xfrm>
        </p:grpSpPr>
        <p:sp>
          <p:nvSpPr>
            <p:cNvPr id="35" name="文本框 34"/>
            <p:cNvSpPr txBox="1"/>
            <p:nvPr/>
          </p:nvSpPr>
          <p:spPr>
            <a:xfrm>
              <a:off x="201202" y="353109"/>
              <a:ext cx="10708862" cy="646331"/>
            </a:xfrm>
            <a:prstGeom prst="rect">
              <a:avLst/>
            </a:prstGeom>
            <a:noFill/>
          </p:spPr>
          <p:txBody>
            <a:bodyPr wrap="square" rtlCol="0">
              <a:spAutoFit/>
            </a:bodyPr>
            <a:lstStyle/>
            <a:p>
              <a:r>
                <a:rPr lang="en-US" altLang="zh-CN" sz="3600" b="1" dirty="0">
                  <a:solidFill>
                    <a:srgbClr val="8B0012"/>
                  </a:solidFill>
                  <a:latin typeface="微软雅黑" panose="020B0503020204020204" pitchFamily="34" charset="-122"/>
                  <a:ea typeface="微软雅黑" panose="020B0503020204020204" pitchFamily="34" charset="-122"/>
                </a:rPr>
                <a:t>Experiments: </a:t>
              </a:r>
              <a:r>
                <a:rPr lang="en-US" altLang="zh-CN" sz="3600" b="1" dirty="0" smtClean="0">
                  <a:solidFill>
                    <a:srgbClr val="8B0012"/>
                  </a:solidFill>
                  <a:latin typeface="微软雅黑" panose="020B0503020204020204" pitchFamily="34" charset="-122"/>
                  <a:ea typeface="微软雅黑" panose="020B0503020204020204" pitchFamily="34" charset="-122"/>
                </a:rPr>
                <a:t>Results (MSCOCO)</a:t>
              </a:r>
              <a:endParaRPr lang="en-US" altLang="zh-CN" sz="3600" b="1" dirty="0">
                <a:solidFill>
                  <a:srgbClr val="8B0012"/>
                </a:solidFill>
                <a:latin typeface="微软雅黑" panose="020B0503020204020204" pitchFamily="34" charset="-122"/>
                <a:ea typeface="微软雅黑" panose="020B0503020204020204" pitchFamily="34" charset="-122"/>
              </a:endParaRPr>
            </a:p>
          </p:txBody>
        </p:sp>
        <p:sp>
          <p:nvSpPr>
            <p:cNvPr id="37" name="矩形 36"/>
            <p:cNvSpPr/>
            <p:nvPr/>
          </p:nvSpPr>
          <p:spPr>
            <a:xfrm>
              <a:off x="0" y="260350"/>
              <a:ext cx="201202" cy="831850"/>
            </a:xfrm>
            <a:prstGeom prst="rect">
              <a:avLst/>
            </a:prstGeom>
            <a:solidFill>
              <a:srgbClr val="8B0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rgbClr val="D7343F"/>
                </a:solidFill>
              </a:endParaRPr>
            </a:p>
          </p:txBody>
        </p:sp>
      </p:grpSp>
      <p:sp>
        <p:nvSpPr>
          <p:cNvPr id="3" name="灯片编号占位符 2"/>
          <p:cNvSpPr>
            <a:spLocks noGrp="1"/>
          </p:cNvSpPr>
          <p:nvPr>
            <p:ph type="sldNum" sz="quarter" idx="12"/>
          </p:nvPr>
        </p:nvSpPr>
        <p:spPr/>
        <p:txBody>
          <a:bodyPr/>
          <a:lstStyle/>
          <a:p>
            <a:fld id="{8592E714-8771-4256-B120-A1444CD7D5F3}" type="slidenum">
              <a:rPr lang="zh-HK" altLang="en-US" smtClean="0"/>
              <a:pPr/>
              <a:t>23</a:t>
            </a:fld>
            <a:endParaRPr lang="zh-HK" altLang="en-US" dirty="0"/>
          </a:p>
        </p:txBody>
      </p:sp>
      <p:pic>
        <p:nvPicPr>
          <p:cNvPr id="2051" name="Picture 3"/>
          <p:cNvPicPr>
            <a:picLocks noChangeAspect="1" noChangeArrowheads="1"/>
          </p:cNvPicPr>
          <p:nvPr/>
        </p:nvPicPr>
        <p:blipFill>
          <a:blip r:embed="rId3" cstate="print"/>
          <a:srcRect/>
          <a:stretch>
            <a:fillRect/>
          </a:stretch>
        </p:blipFill>
        <p:spPr bwMode="auto">
          <a:xfrm>
            <a:off x="-2" y="1268730"/>
            <a:ext cx="12192001" cy="5582928"/>
          </a:xfrm>
          <a:prstGeom prst="rect">
            <a:avLst/>
          </a:prstGeom>
          <a:noFill/>
          <a:ln w="9525">
            <a:noFill/>
            <a:miter lim="800000"/>
            <a:headEnd/>
            <a:tailEnd/>
          </a:ln>
        </p:spPr>
      </p:pic>
      <p:sp>
        <p:nvSpPr>
          <p:cNvPr id="9" name="椭圆 1">
            <a:extLst>
              <a:ext uri="{FF2B5EF4-FFF2-40B4-BE49-F238E27FC236}">
                <a16:creationId xmlns:a16="http://schemas.microsoft.com/office/drawing/2014/main" xmlns="" id="{72989C7A-A260-4455-AA1D-6C9178EA5289}"/>
              </a:ext>
            </a:extLst>
          </p:cNvPr>
          <p:cNvSpPr/>
          <p:nvPr/>
        </p:nvSpPr>
        <p:spPr>
          <a:xfrm>
            <a:off x="3551326" y="1854200"/>
            <a:ext cx="792073" cy="283423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1">
            <a:extLst>
              <a:ext uri="{FF2B5EF4-FFF2-40B4-BE49-F238E27FC236}">
                <a16:creationId xmlns:a16="http://schemas.microsoft.com/office/drawing/2014/main" xmlns="" id="{72989C7A-A260-4455-AA1D-6C9178EA5289}"/>
              </a:ext>
            </a:extLst>
          </p:cNvPr>
          <p:cNvSpPr/>
          <p:nvPr/>
        </p:nvSpPr>
        <p:spPr>
          <a:xfrm>
            <a:off x="4882286" y="1864360"/>
            <a:ext cx="792073" cy="283423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
            <a:extLst>
              <a:ext uri="{FF2B5EF4-FFF2-40B4-BE49-F238E27FC236}">
                <a16:creationId xmlns:a16="http://schemas.microsoft.com/office/drawing/2014/main" xmlns="" id="{72989C7A-A260-4455-AA1D-6C9178EA5289}"/>
              </a:ext>
            </a:extLst>
          </p:cNvPr>
          <p:cNvSpPr/>
          <p:nvPr/>
        </p:nvSpPr>
        <p:spPr>
          <a:xfrm>
            <a:off x="6162446" y="1864360"/>
            <a:ext cx="792073" cy="283423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
            <a:extLst>
              <a:ext uri="{FF2B5EF4-FFF2-40B4-BE49-F238E27FC236}">
                <a16:creationId xmlns:a16="http://schemas.microsoft.com/office/drawing/2014/main" xmlns="" id="{72989C7A-A260-4455-AA1D-6C9178EA5289}"/>
              </a:ext>
            </a:extLst>
          </p:cNvPr>
          <p:cNvSpPr/>
          <p:nvPr/>
        </p:nvSpPr>
        <p:spPr>
          <a:xfrm>
            <a:off x="7503566" y="1854200"/>
            <a:ext cx="792073" cy="283423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
            <a:extLst>
              <a:ext uri="{FF2B5EF4-FFF2-40B4-BE49-F238E27FC236}">
                <a16:creationId xmlns:a16="http://schemas.microsoft.com/office/drawing/2014/main" xmlns="" id="{72989C7A-A260-4455-AA1D-6C9178EA5289}"/>
              </a:ext>
            </a:extLst>
          </p:cNvPr>
          <p:cNvSpPr/>
          <p:nvPr/>
        </p:nvSpPr>
        <p:spPr>
          <a:xfrm>
            <a:off x="8814206" y="1864360"/>
            <a:ext cx="792073" cy="283423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
            <a:extLst>
              <a:ext uri="{FF2B5EF4-FFF2-40B4-BE49-F238E27FC236}">
                <a16:creationId xmlns:a16="http://schemas.microsoft.com/office/drawing/2014/main" xmlns="" id="{72989C7A-A260-4455-AA1D-6C9178EA5289}"/>
              </a:ext>
            </a:extLst>
          </p:cNvPr>
          <p:cNvSpPr/>
          <p:nvPr/>
        </p:nvSpPr>
        <p:spPr>
          <a:xfrm>
            <a:off x="10135006" y="1854200"/>
            <a:ext cx="792073" cy="283423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xmlns="" val="2888323055"/>
      </p:ext>
    </p:extLst>
  </p:cSld>
  <p:clrMapOvr>
    <a:masterClrMapping/>
  </p:clrMapOvr>
  <p:transition>
    <p:wip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5825916" y="2922167"/>
            <a:ext cx="2193229" cy="830997"/>
          </a:xfrm>
          <a:prstGeom prst="rect">
            <a:avLst/>
          </a:prstGeom>
        </p:spPr>
        <p:txBody>
          <a:bodyPr wrap="none">
            <a:spAutoFit/>
          </a:bodyPr>
          <a:lstStyle/>
          <a:p>
            <a:pPr>
              <a:defRPr/>
            </a:pPr>
            <a:r>
              <a:rPr lang="en-US" altLang="zh-CN" sz="4800" kern="0" dirty="0" smtClean="0">
                <a:solidFill>
                  <a:schemeClr val="accent4"/>
                </a:solidFill>
                <a:effectLst>
                  <a:glow rad="63500">
                    <a:prstClr val="white">
                      <a:lumMod val="65000"/>
                      <a:alpha val="40000"/>
                    </a:prstClr>
                  </a:glow>
                </a:effectLst>
                <a:latin typeface="方正姚体" panose="02010601030101010101" pitchFamily="2" charset="-122"/>
                <a:ea typeface="方正姚体" panose="02010601030101010101" pitchFamily="2" charset="-122"/>
              </a:rPr>
              <a:t>Analysis</a:t>
            </a:r>
            <a:endParaRPr lang="en-US" altLang="zh-CN" sz="4800" kern="0" dirty="0">
              <a:solidFill>
                <a:schemeClr val="accent4"/>
              </a:solidFill>
              <a:effectLst>
                <a:glow rad="63500">
                  <a:prstClr val="white">
                    <a:lumMod val="65000"/>
                    <a:alpha val="40000"/>
                  </a:prstClr>
                </a:glow>
              </a:effectLst>
              <a:latin typeface="方正姚体" panose="02010601030101010101" pitchFamily="2" charset="-122"/>
              <a:ea typeface="方正姚体" panose="02010601030101010101" pitchFamily="2" charset="-122"/>
            </a:endParaRPr>
          </a:p>
        </p:txBody>
      </p:sp>
      <p:cxnSp>
        <p:nvCxnSpPr>
          <p:cNvPr id="7" name="直接连接符 6"/>
          <p:cNvCxnSpPr/>
          <p:nvPr/>
        </p:nvCxnSpPr>
        <p:spPr>
          <a:xfrm>
            <a:off x="5472695" y="3817193"/>
            <a:ext cx="2888985" cy="296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任意多边形 9"/>
          <p:cNvSpPr/>
          <p:nvPr/>
        </p:nvSpPr>
        <p:spPr>
          <a:xfrm rot="10800000">
            <a:off x="3767786" y="3326717"/>
            <a:ext cx="886248" cy="578229"/>
          </a:xfrm>
          <a:custGeom>
            <a:avLst/>
            <a:gdLst>
              <a:gd name="connsiteX0" fmla="*/ 277648 w 886248"/>
              <a:gd name="connsiteY0" fmla="*/ 53 h 578229"/>
              <a:gd name="connsiteX1" fmla="*/ 277567 w 886248"/>
              <a:gd name="connsiteY1" fmla="*/ 0 h 578229"/>
              <a:gd name="connsiteX2" fmla="*/ 277621 w 886248"/>
              <a:gd name="connsiteY2" fmla="*/ 0 h 578229"/>
              <a:gd name="connsiteX3" fmla="*/ 438791 w 886248"/>
              <a:gd name="connsiteY3" fmla="*/ 695 h 578229"/>
              <a:gd name="connsiteX4" fmla="*/ 438171 w 886248"/>
              <a:gd name="connsiteY4" fmla="*/ 0 h 578229"/>
              <a:gd name="connsiteX5" fmla="*/ 438262 w 886248"/>
              <a:gd name="connsiteY5" fmla="*/ 0 h 578229"/>
              <a:gd name="connsiteX6" fmla="*/ 637588 w 886248"/>
              <a:gd name="connsiteY6" fmla="*/ 1614 h 578229"/>
              <a:gd name="connsiteX7" fmla="*/ 635942 w 886248"/>
              <a:gd name="connsiteY7" fmla="*/ 1293 h 578229"/>
              <a:gd name="connsiteX8" fmla="*/ 635123 w 886248"/>
              <a:gd name="connsiteY8" fmla="*/ 0 h 578229"/>
              <a:gd name="connsiteX9" fmla="*/ 636423 w 886248"/>
              <a:gd name="connsiteY9" fmla="*/ 0 h 578229"/>
              <a:gd name="connsiteX10" fmla="*/ 535725 w 886248"/>
              <a:gd name="connsiteY10" fmla="*/ 2956 h 578229"/>
              <a:gd name="connsiteX11" fmla="*/ 532859 w 886248"/>
              <a:gd name="connsiteY11" fmla="*/ 0 h 578229"/>
              <a:gd name="connsiteX12" fmla="*/ 533608 w 886248"/>
              <a:gd name="connsiteY12" fmla="*/ 0 h 578229"/>
              <a:gd name="connsiteX13" fmla="*/ 302240 w 886248"/>
              <a:gd name="connsiteY13" fmla="*/ 3842 h 578229"/>
              <a:gd name="connsiteX14" fmla="*/ 298053 w 886248"/>
              <a:gd name="connsiteY14" fmla="*/ 0 h 578229"/>
              <a:gd name="connsiteX15" fmla="*/ 299904 w 886248"/>
              <a:gd name="connsiteY15" fmla="*/ 0 h 578229"/>
              <a:gd name="connsiteX16" fmla="*/ 43061 w 886248"/>
              <a:gd name="connsiteY16" fmla="*/ 7273 h 578229"/>
              <a:gd name="connsiteX17" fmla="*/ 36976 w 886248"/>
              <a:gd name="connsiteY17" fmla="*/ 0 h 578229"/>
              <a:gd name="connsiteX18" fmla="*/ 37270 w 886248"/>
              <a:gd name="connsiteY18" fmla="*/ 0 h 578229"/>
              <a:gd name="connsiteX19" fmla="*/ 301021 w 886248"/>
              <a:gd name="connsiteY19" fmla="*/ 7345 h 578229"/>
              <a:gd name="connsiteX20" fmla="*/ 293815 w 886248"/>
              <a:gd name="connsiteY20" fmla="*/ 0 h 578229"/>
              <a:gd name="connsiteX21" fmla="*/ 295255 w 886248"/>
              <a:gd name="connsiteY21" fmla="*/ 0 h 578229"/>
              <a:gd name="connsiteX22" fmla="*/ 444971 w 886248"/>
              <a:gd name="connsiteY22" fmla="*/ 8813 h 578229"/>
              <a:gd name="connsiteX23" fmla="*/ 438791 w 886248"/>
              <a:gd name="connsiteY23" fmla="*/ 695 h 578229"/>
              <a:gd name="connsiteX24" fmla="*/ 445302 w 886248"/>
              <a:gd name="connsiteY24" fmla="*/ 7990 h 578229"/>
              <a:gd name="connsiteX25" fmla="*/ 589028 w 886248"/>
              <a:gd name="connsiteY25" fmla="*/ 8854 h 578229"/>
              <a:gd name="connsiteX26" fmla="*/ 583538 w 886248"/>
              <a:gd name="connsiteY26" fmla="*/ 0 h 578229"/>
              <a:gd name="connsiteX27" fmla="*/ 585434 w 886248"/>
              <a:gd name="connsiteY27" fmla="*/ 0 h 578229"/>
              <a:gd name="connsiteX28" fmla="*/ 229405 w 886248"/>
              <a:gd name="connsiteY28" fmla="*/ 10733 h 578229"/>
              <a:gd name="connsiteX29" fmla="*/ 221407 w 886248"/>
              <a:gd name="connsiteY29" fmla="*/ 0 h 578229"/>
              <a:gd name="connsiteX30" fmla="*/ 222851 w 886248"/>
              <a:gd name="connsiteY30" fmla="*/ 0 h 578229"/>
              <a:gd name="connsiteX31" fmla="*/ 698148 w 886248"/>
              <a:gd name="connsiteY31" fmla="*/ 13446 h 578229"/>
              <a:gd name="connsiteX32" fmla="*/ 684788 w 886248"/>
              <a:gd name="connsiteY32" fmla="*/ 10836 h 578229"/>
              <a:gd name="connsiteX33" fmla="*/ 678288 w 886248"/>
              <a:gd name="connsiteY33" fmla="*/ 0 h 578229"/>
              <a:gd name="connsiteX34" fmla="*/ 688433 w 886248"/>
              <a:gd name="connsiteY34" fmla="*/ 0 h 578229"/>
              <a:gd name="connsiteX35" fmla="*/ 692333 w 886248"/>
              <a:gd name="connsiteY35" fmla="*/ 5313 h 578229"/>
              <a:gd name="connsiteX36" fmla="*/ 367795 w 886248"/>
              <a:gd name="connsiteY36" fmla="*/ 14437 h 578229"/>
              <a:gd name="connsiteX37" fmla="*/ 353435 w 886248"/>
              <a:gd name="connsiteY37" fmla="*/ 0 h 578229"/>
              <a:gd name="connsiteX38" fmla="*/ 358989 w 886248"/>
              <a:gd name="connsiteY38" fmla="*/ 0 h 578229"/>
              <a:gd name="connsiteX39" fmla="*/ 301098 w 886248"/>
              <a:gd name="connsiteY39" fmla="*/ 15224 h 578229"/>
              <a:gd name="connsiteX40" fmla="*/ 301048 w 886248"/>
              <a:gd name="connsiteY40" fmla="*/ 15190 h 578229"/>
              <a:gd name="connsiteX41" fmla="*/ 291665 w 886248"/>
              <a:gd name="connsiteY41" fmla="*/ 9120 h 578229"/>
              <a:gd name="connsiteX42" fmla="*/ 286347 w 886248"/>
              <a:gd name="connsiteY42" fmla="*/ 0 h 578229"/>
              <a:gd name="connsiteX43" fmla="*/ 292764 w 886248"/>
              <a:gd name="connsiteY43" fmla="*/ 0 h 578229"/>
              <a:gd name="connsiteX44" fmla="*/ 168419 w 886248"/>
              <a:gd name="connsiteY44" fmla="*/ 17473 h 578229"/>
              <a:gd name="connsiteX45" fmla="*/ 160080 w 886248"/>
              <a:gd name="connsiteY45" fmla="*/ 9722 h 578229"/>
              <a:gd name="connsiteX46" fmla="*/ 148941 w 886248"/>
              <a:gd name="connsiteY46" fmla="*/ 0 h 578229"/>
              <a:gd name="connsiteX47" fmla="*/ 156040 w 886248"/>
              <a:gd name="connsiteY47" fmla="*/ 0 h 578229"/>
              <a:gd name="connsiteX48" fmla="*/ 55370 w 886248"/>
              <a:gd name="connsiteY48" fmla="*/ 21985 h 578229"/>
              <a:gd name="connsiteX49" fmla="*/ 49031 w 886248"/>
              <a:gd name="connsiteY49" fmla="*/ 14768 h 578229"/>
              <a:gd name="connsiteX50" fmla="*/ 43061 w 886248"/>
              <a:gd name="connsiteY50" fmla="*/ 7273 h 578229"/>
              <a:gd name="connsiteX51" fmla="*/ 752968 w 886248"/>
              <a:gd name="connsiteY51" fmla="*/ 24158 h 578229"/>
              <a:gd name="connsiteX52" fmla="*/ 711372 w 886248"/>
              <a:gd name="connsiteY52" fmla="*/ 16030 h 578229"/>
              <a:gd name="connsiteX53" fmla="*/ 702428 w 886248"/>
              <a:gd name="connsiteY53" fmla="*/ 0 h 578229"/>
              <a:gd name="connsiteX54" fmla="*/ 735508 w 886248"/>
              <a:gd name="connsiteY54" fmla="*/ 0 h 578229"/>
              <a:gd name="connsiteX55" fmla="*/ 314972 w 886248"/>
              <a:gd name="connsiteY55" fmla="*/ 24782 h 578229"/>
              <a:gd name="connsiteX56" fmla="*/ 314407 w 886248"/>
              <a:gd name="connsiteY56" fmla="*/ 24393 h 578229"/>
              <a:gd name="connsiteX57" fmla="*/ 301021 w 886248"/>
              <a:gd name="connsiteY57" fmla="*/ 7345 h 578229"/>
              <a:gd name="connsiteX58" fmla="*/ 309823 w 886248"/>
              <a:gd name="connsiteY58" fmla="*/ 16313 h 578229"/>
              <a:gd name="connsiteX59" fmla="*/ 441044 w 886248"/>
              <a:gd name="connsiteY59" fmla="*/ 26497 h 578229"/>
              <a:gd name="connsiteX60" fmla="*/ 433378 w 886248"/>
              <a:gd name="connsiteY60" fmla="*/ 17804 h 578229"/>
              <a:gd name="connsiteX61" fmla="*/ 419838 w 886248"/>
              <a:gd name="connsiteY61" fmla="*/ 1800 h 578229"/>
              <a:gd name="connsiteX62" fmla="*/ 418639 w 886248"/>
              <a:gd name="connsiteY62" fmla="*/ 0 h 578229"/>
              <a:gd name="connsiteX63" fmla="*/ 431981 w 886248"/>
              <a:gd name="connsiteY63" fmla="*/ 0 h 578229"/>
              <a:gd name="connsiteX64" fmla="*/ 443074 w 886248"/>
              <a:gd name="connsiteY64" fmla="*/ 13528 h 578229"/>
              <a:gd name="connsiteX65" fmla="*/ 441035 w 886248"/>
              <a:gd name="connsiteY65" fmla="*/ 18595 h 578229"/>
              <a:gd name="connsiteX66" fmla="*/ 775477 w 886248"/>
              <a:gd name="connsiteY66" fmla="*/ 28556 h 578229"/>
              <a:gd name="connsiteX67" fmla="*/ 770410 w 886248"/>
              <a:gd name="connsiteY67" fmla="*/ 27565 h 578229"/>
              <a:gd name="connsiteX68" fmla="*/ 751377 w 886248"/>
              <a:gd name="connsiteY68" fmla="*/ 0 h 578229"/>
              <a:gd name="connsiteX69" fmla="*/ 752693 w 886248"/>
              <a:gd name="connsiteY69" fmla="*/ 0 h 578229"/>
              <a:gd name="connsiteX70" fmla="*/ 760963 w 886248"/>
              <a:gd name="connsiteY70" fmla="*/ 10415 h 578229"/>
              <a:gd name="connsiteX71" fmla="*/ 787098 w 886248"/>
              <a:gd name="connsiteY71" fmla="*/ 30825 h 578229"/>
              <a:gd name="connsiteX72" fmla="*/ 782962 w 886248"/>
              <a:gd name="connsiteY72" fmla="*/ 30017 h 578229"/>
              <a:gd name="connsiteX73" fmla="*/ 755390 w 886248"/>
              <a:gd name="connsiteY73" fmla="*/ 0 h 578229"/>
              <a:gd name="connsiteX74" fmla="*/ 769286 w 886248"/>
              <a:gd name="connsiteY74" fmla="*/ 0 h 578229"/>
              <a:gd name="connsiteX75" fmla="*/ 356431 w 886248"/>
              <a:gd name="connsiteY75" fmla="*/ 31881 h 578229"/>
              <a:gd name="connsiteX76" fmla="*/ 350378 w 886248"/>
              <a:gd name="connsiteY76" fmla="*/ 24203 h 578229"/>
              <a:gd name="connsiteX77" fmla="*/ 336355 w 886248"/>
              <a:gd name="connsiteY77" fmla="*/ 0 h 578229"/>
              <a:gd name="connsiteX78" fmla="*/ 341297 w 886248"/>
              <a:gd name="connsiteY78" fmla="*/ 0 h 578229"/>
              <a:gd name="connsiteX79" fmla="*/ 342950 w 886248"/>
              <a:gd name="connsiteY79" fmla="*/ 3075 h 578229"/>
              <a:gd name="connsiteX80" fmla="*/ 179321 w 886248"/>
              <a:gd name="connsiteY80" fmla="*/ 32860 h 578229"/>
              <a:gd name="connsiteX81" fmla="*/ 168419 w 886248"/>
              <a:gd name="connsiteY81" fmla="*/ 17473 h 578229"/>
              <a:gd name="connsiteX82" fmla="*/ 175502 w 886248"/>
              <a:gd name="connsiteY82" fmla="*/ 24057 h 578229"/>
              <a:gd name="connsiteX83" fmla="*/ 800655 w 886248"/>
              <a:gd name="connsiteY83" fmla="*/ 33475 h 578229"/>
              <a:gd name="connsiteX84" fmla="*/ 800058 w 886248"/>
              <a:gd name="connsiteY84" fmla="*/ 33357 h 578229"/>
              <a:gd name="connsiteX85" fmla="*/ 790698 w 886248"/>
              <a:gd name="connsiteY85" fmla="*/ 17801 h 578229"/>
              <a:gd name="connsiteX86" fmla="*/ 779559 w 886248"/>
              <a:gd name="connsiteY86" fmla="*/ 0 h 578229"/>
              <a:gd name="connsiteX87" fmla="*/ 784270 w 886248"/>
              <a:gd name="connsiteY87" fmla="*/ 0 h 578229"/>
              <a:gd name="connsiteX88" fmla="*/ 599201 w 886248"/>
              <a:gd name="connsiteY88" fmla="*/ 33916 h 578229"/>
              <a:gd name="connsiteX89" fmla="*/ 560991 w 886248"/>
              <a:gd name="connsiteY89" fmla="*/ 0 h 578229"/>
              <a:gd name="connsiteX90" fmla="*/ 573464 w 886248"/>
              <a:gd name="connsiteY90" fmla="*/ 0 h 578229"/>
              <a:gd name="connsiteX91" fmla="*/ 598613 w 886248"/>
              <a:gd name="connsiteY91" fmla="*/ 32463 h 578229"/>
              <a:gd name="connsiteX92" fmla="*/ 566184 w 886248"/>
              <a:gd name="connsiteY92" fmla="*/ 34365 h 578229"/>
              <a:gd name="connsiteX93" fmla="*/ 542500 w 886248"/>
              <a:gd name="connsiteY93" fmla="*/ 9942 h 578229"/>
              <a:gd name="connsiteX94" fmla="*/ 534532 w 886248"/>
              <a:gd name="connsiteY94" fmla="*/ 0 h 578229"/>
              <a:gd name="connsiteX95" fmla="*/ 549724 w 886248"/>
              <a:gd name="connsiteY95" fmla="*/ 0 h 578229"/>
              <a:gd name="connsiteX96" fmla="*/ 30967 w 886248"/>
              <a:gd name="connsiteY96" fmla="*/ 35838 h 578229"/>
              <a:gd name="connsiteX97" fmla="*/ 5861 w 886248"/>
              <a:gd name="connsiteY97" fmla="*/ 0 h 578229"/>
              <a:gd name="connsiteX98" fmla="*/ 15343 w 886248"/>
              <a:gd name="connsiteY98" fmla="*/ 0 h 578229"/>
              <a:gd name="connsiteX99" fmla="*/ 441054 w 886248"/>
              <a:gd name="connsiteY99" fmla="*/ 36686 h 578229"/>
              <a:gd name="connsiteX100" fmla="*/ 419883 w 886248"/>
              <a:gd name="connsiteY100" fmla="*/ 8854 h 578229"/>
              <a:gd name="connsiteX101" fmla="*/ 415921 w 886248"/>
              <a:gd name="connsiteY101" fmla="*/ 0 h 578229"/>
              <a:gd name="connsiteX102" fmla="*/ 418314 w 886248"/>
              <a:gd name="connsiteY102" fmla="*/ 0 h 578229"/>
              <a:gd name="connsiteX103" fmla="*/ 419838 w 886248"/>
              <a:gd name="connsiteY103" fmla="*/ 1800 h 578229"/>
              <a:gd name="connsiteX104" fmla="*/ 441050 w 886248"/>
              <a:gd name="connsiteY104" fmla="*/ 33661 h 578229"/>
              <a:gd name="connsiteX105" fmla="*/ 871167 w 886248"/>
              <a:gd name="connsiteY105" fmla="*/ 37307 h 578229"/>
              <a:gd name="connsiteX106" fmla="*/ 852902 w 886248"/>
              <a:gd name="connsiteY106" fmla="*/ 1832 h 578229"/>
              <a:gd name="connsiteX107" fmla="*/ 851168 w 886248"/>
              <a:gd name="connsiteY107" fmla="*/ 0 h 578229"/>
              <a:gd name="connsiteX108" fmla="*/ 879359 w 886248"/>
              <a:gd name="connsiteY108" fmla="*/ 0 h 578229"/>
              <a:gd name="connsiteX109" fmla="*/ 886248 w 886248"/>
              <a:gd name="connsiteY109" fmla="*/ 16631 h 578229"/>
              <a:gd name="connsiteX110" fmla="*/ 849326 w 886248"/>
              <a:gd name="connsiteY110" fmla="*/ 42983 h 578229"/>
              <a:gd name="connsiteX111" fmla="*/ 829199 w 886248"/>
              <a:gd name="connsiteY111" fmla="*/ 39051 h 578229"/>
              <a:gd name="connsiteX112" fmla="*/ 798542 w 886248"/>
              <a:gd name="connsiteY112" fmla="*/ 0 h 578229"/>
              <a:gd name="connsiteX113" fmla="*/ 824778 w 886248"/>
              <a:gd name="connsiteY113" fmla="*/ 0 h 578229"/>
              <a:gd name="connsiteX114" fmla="*/ 846189 w 886248"/>
              <a:gd name="connsiteY114" fmla="*/ 36762 h 578229"/>
              <a:gd name="connsiteX115" fmla="*/ 611123 w 886248"/>
              <a:gd name="connsiteY115" fmla="*/ 44496 h 578229"/>
              <a:gd name="connsiteX116" fmla="*/ 600915 w 886248"/>
              <a:gd name="connsiteY116" fmla="*/ 35437 h 578229"/>
              <a:gd name="connsiteX117" fmla="*/ 598613 w 886248"/>
              <a:gd name="connsiteY117" fmla="*/ 32463 h 578229"/>
              <a:gd name="connsiteX118" fmla="*/ 589028 w 886248"/>
              <a:gd name="connsiteY118" fmla="*/ 8854 h 578229"/>
              <a:gd name="connsiteX119" fmla="*/ 224416 w 886248"/>
              <a:gd name="connsiteY119" fmla="*/ 45738 h 578229"/>
              <a:gd name="connsiteX120" fmla="*/ 221862 w 886248"/>
              <a:gd name="connsiteY120" fmla="*/ 43379 h 578229"/>
              <a:gd name="connsiteX121" fmla="*/ 208756 w 886248"/>
              <a:gd name="connsiteY121" fmla="*/ 26516 h 578229"/>
              <a:gd name="connsiteX122" fmla="*/ 188185 w 886248"/>
              <a:gd name="connsiteY122" fmla="*/ 0 h 578229"/>
              <a:gd name="connsiteX123" fmla="*/ 192833 w 886248"/>
              <a:gd name="connsiteY123" fmla="*/ 0 h 578229"/>
              <a:gd name="connsiteX124" fmla="*/ 856560 w 886248"/>
              <a:gd name="connsiteY124" fmla="*/ 57333 h 578229"/>
              <a:gd name="connsiteX125" fmla="*/ 849326 w 886248"/>
              <a:gd name="connsiteY125" fmla="*/ 42983 h 578229"/>
              <a:gd name="connsiteX126" fmla="*/ 864819 w 886248"/>
              <a:gd name="connsiteY126" fmla="*/ 46010 h 578229"/>
              <a:gd name="connsiteX127" fmla="*/ 671838 w 886248"/>
              <a:gd name="connsiteY127" fmla="*/ 57642 h 578229"/>
              <a:gd name="connsiteX128" fmla="*/ 647311 w 886248"/>
              <a:gd name="connsiteY128" fmla="*/ 31296 h 578229"/>
              <a:gd name="connsiteX129" fmla="*/ 614367 w 886248"/>
              <a:gd name="connsiteY129" fmla="*/ 0 h 578229"/>
              <a:gd name="connsiteX130" fmla="*/ 629325 w 886248"/>
              <a:gd name="connsiteY130" fmla="*/ 0 h 578229"/>
              <a:gd name="connsiteX131" fmla="*/ 635942 w 886248"/>
              <a:gd name="connsiteY131" fmla="*/ 1293 h 578229"/>
              <a:gd name="connsiteX132" fmla="*/ 669604 w 886248"/>
              <a:gd name="connsiteY132" fmla="*/ 54405 h 578229"/>
              <a:gd name="connsiteX133" fmla="*/ 441165 w 886248"/>
              <a:gd name="connsiteY133" fmla="*/ 62211 h 578229"/>
              <a:gd name="connsiteX134" fmla="*/ 379978 w 886248"/>
              <a:gd name="connsiteY134" fmla="*/ 0 h 578229"/>
              <a:gd name="connsiteX135" fmla="*/ 413147 w 886248"/>
              <a:gd name="connsiteY135" fmla="*/ 0 h 578229"/>
              <a:gd name="connsiteX136" fmla="*/ 419883 w 886248"/>
              <a:gd name="connsiteY136" fmla="*/ 8854 h 578229"/>
              <a:gd name="connsiteX137" fmla="*/ 422418 w 886248"/>
              <a:gd name="connsiteY137" fmla="*/ 14524 h 578229"/>
              <a:gd name="connsiteX138" fmla="*/ 441079 w 886248"/>
              <a:gd name="connsiteY138" fmla="*/ 61365 h 578229"/>
              <a:gd name="connsiteX139" fmla="*/ 415060 w 886248"/>
              <a:gd name="connsiteY139" fmla="*/ 63549 h 578229"/>
              <a:gd name="connsiteX140" fmla="*/ 389682 w 886248"/>
              <a:gd name="connsiteY140" fmla="*/ 36444 h 578229"/>
              <a:gd name="connsiteX141" fmla="*/ 389521 w 886248"/>
              <a:gd name="connsiteY141" fmla="*/ 36282 h 578229"/>
              <a:gd name="connsiteX142" fmla="*/ 359150 w 886248"/>
              <a:gd name="connsiteY142" fmla="*/ 0 h 578229"/>
              <a:gd name="connsiteX143" fmla="*/ 374720 w 886248"/>
              <a:gd name="connsiteY143" fmla="*/ 0 h 578229"/>
              <a:gd name="connsiteX144" fmla="*/ 407488 w 886248"/>
              <a:gd name="connsiteY144" fmla="*/ 51602 h 578229"/>
              <a:gd name="connsiteX145" fmla="*/ 357839 w 886248"/>
              <a:gd name="connsiteY145" fmla="*/ 68236 h 578229"/>
              <a:gd name="connsiteX146" fmla="*/ 314972 w 886248"/>
              <a:gd name="connsiteY146" fmla="*/ 24782 h 578229"/>
              <a:gd name="connsiteX147" fmla="*/ 330673 w 886248"/>
              <a:gd name="connsiteY147" fmla="*/ 37904 h 578229"/>
              <a:gd name="connsiteX148" fmla="*/ 340860 w 886248"/>
              <a:gd name="connsiteY148" fmla="*/ 48589 h 578229"/>
              <a:gd name="connsiteX149" fmla="*/ 350955 w 886248"/>
              <a:gd name="connsiteY149" fmla="*/ 59609 h 578229"/>
              <a:gd name="connsiteX150" fmla="*/ 587778 w 886248"/>
              <a:gd name="connsiteY150" fmla="*/ 75624 h 578229"/>
              <a:gd name="connsiteX151" fmla="*/ 535725 w 886248"/>
              <a:gd name="connsiteY151" fmla="*/ 2956 h 578229"/>
              <a:gd name="connsiteX152" fmla="*/ 542500 w 886248"/>
              <a:gd name="connsiteY152" fmla="*/ 9942 h 578229"/>
              <a:gd name="connsiteX153" fmla="*/ 572288 w 886248"/>
              <a:gd name="connsiteY153" fmla="*/ 47108 h 578229"/>
              <a:gd name="connsiteX154" fmla="*/ 572394 w 886248"/>
              <a:gd name="connsiteY154" fmla="*/ 47333 h 578229"/>
              <a:gd name="connsiteX155" fmla="*/ 383554 w 886248"/>
              <a:gd name="connsiteY155" fmla="*/ 78457 h 578229"/>
              <a:gd name="connsiteX156" fmla="*/ 374222 w 886248"/>
              <a:gd name="connsiteY156" fmla="*/ 69895 h 578229"/>
              <a:gd name="connsiteX157" fmla="*/ 356431 w 886248"/>
              <a:gd name="connsiteY157" fmla="*/ 31881 h 578229"/>
              <a:gd name="connsiteX158" fmla="*/ 370320 w 886248"/>
              <a:gd name="connsiteY158" fmla="*/ 49497 h 578229"/>
              <a:gd name="connsiteX159" fmla="*/ 378861 w 886248"/>
              <a:gd name="connsiteY159" fmla="*/ 79804 h 578229"/>
              <a:gd name="connsiteX160" fmla="*/ 362855 w 886248"/>
              <a:gd name="connsiteY160" fmla="*/ 64798 h 578229"/>
              <a:gd name="connsiteX161" fmla="*/ 330673 w 886248"/>
              <a:gd name="connsiteY161" fmla="*/ 37904 h 578229"/>
              <a:gd name="connsiteX162" fmla="*/ 319270 w 886248"/>
              <a:gd name="connsiteY162" fmla="*/ 25940 h 578229"/>
              <a:gd name="connsiteX163" fmla="*/ 309823 w 886248"/>
              <a:gd name="connsiteY163" fmla="*/ 16313 h 578229"/>
              <a:gd name="connsiteX164" fmla="*/ 302240 w 886248"/>
              <a:gd name="connsiteY164" fmla="*/ 3842 h 578229"/>
              <a:gd name="connsiteX165" fmla="*/ 374222 w 886248"/>
              <a:gd name="connsiteY165" fmla="*/ 69895 h 578229"/>
              <a:gd name="connsiteX166" fmla="*/ 106368 w 886248"/>
              <a:gd name="connsiteY166" fmla="*/ 80027 h 578229"/>
              <a:gd name="connsiteX167" fmla="*/ 79456 w 886248"/>
              <a:gd name="connsiteY167" fmla="*/ 50772 h 578229"/>
              <a:gd name="connsiteX168" fmla="*/ 55370 w 886248"/>
              <a:gd name="connsiteY168" fmla="*/ 21985 h 578229"/>
              <a:gd name="connsiteX169" fmla="*/ 824092 w 886248"/>
              <a:gd name="connsiteY169" fmla="*/ 81357 h 578229"/>
              <a:gd name="connsiteX170" fmla="*/ 796947 w 886248"/>
              <a:gd name="connsiteY170" fmla="*/ 45243 h 578229"/>
              <a:gd name="connsiteX171" fmla="*/ 794232 w 886248"/>
              <a:gd name="connsiteY171" fmla="*/ 42288 h 578229"/>
              <a:gd name="connsiteX172" fmla="*/ 790485 w 886248"/>
              <a:gd name="connsiteY172" fmla="*/ 36687 h 578229"/>
              <a:gd name="connsiteX173" fmla="*/ 787098 w 886248"/>
              <a:gd name="connsiteY173" fmla="*/ 30825 h 578229"/>
              <a:gd name="connsiteX174" fmla="*/ 800058 w 886248"/>
              <a:gd name="connsiteY174" fmla="*/ 33357 h 578229"/>
              <a:gd name="connsiteX175" fmla="*/ 802953 w 886248"/>
              <a:gd name="connsiteY175" fmla="*/ 38169 h 578229"/>
              <a:gd name="connsiteX176" fmla="*/ 110546 w 886248"/>
              <a:gd name="connsiteY176" fmla="*/ 84783 h 578229"/>
              <a:gd name="connsiteX177" fmla="*/ 106368 w 886248"/>
              <a:gd name="connsiteY177" fmla="*/ 80027 h 578229"/>
              <a:gd name="connsiteX178" fmla="*/ 110048 w 886248"/>
              <a:gd name="connsiteY178" fmla="*/ 84030 h 578229"/>
              <a:gd name="connsiteX179" fmla="*/ 337668 w 886248"/>
              <a:gd name="connsiteY179" fmla="*/ 88012 h 578229"/>
              <a:gd name="connsiteX180" fmla="*/ 293463 w 886248"/>
              <a:gd name="connsiteY180" fmla="*/ 31453 h 578229"/>
              <a:gd name="connsiteX181" fmla="*/ 277648 w 886248"/>
              <a:gd name="connsiteY181" fmla="*/ 53 h 578229"/>
              <a:gd name="connsiteX182" fmla="*/ 291665 w 886248"/>
              <a:gd name="connsiteY182" fmla="*/ 9120 h 578229"/>
              <a:gd name="connsiteX183" fmla="*/ 833408 w 886248"/>
              <a:gd name="connsiteY183" fmla="*/ 89074 h 578229"/>
              <a:gd name="connsiteX184" fmla="*/ 825158 w 886248"/>
              <a:gd name="connsiteY184" fmla="*/ 75076 h 578229"/>
              <a:gd name="connsiteX185" fmla="*/ 802953 w 886248"/>
              <a:gd name="connsiteY185" fmla="*/ 38169 h 578229"/>
              <a:gd name="connsiteX186" fmla="*/ 800655 w 886248"/>
              <a:gd name="connsiteY186" fmla="*/ 33475 h 578229"/>
              <a:gd name="connsiteX187" fmla="*/ 829199 w 886248"/>
              <a:gd name="connsiteY187" fmla="*/ 39051 h 578229"/>
              <a:gd name="connsiteX188" fmla="*/ 850295 w 886248"/>
              <a:gd name="connsiteY188" fmla="*/ 65923 h 578229"/>
              <a:gd name="connsiteX189" fmla="*/ 830093 w 886248"/>
              <a:gd name="connsiteY189" fmla="*/ 93618 h 578229"/>
              <a:gd name="connsiteX190" fmla="*/ 824092 w 886248"/>
              <a:gd name="connsiteY190" fmla="*/ 81357 h 578229"/>
              <a:gd name="connsiteX191" fmla="*/ 831677 w 886248"/>
              <a:gd name="connsiteY191" fmla="*/ 91447 h 578229"/>
              <a:gd name="connsiteX192" fmla="*/ 828873 w 886248"/>
              <a:gd name="connsiteY192" fmla="*/ 95291 h 578229"/>
              <a:gd name="connsiteX193" fmla="*/ 775477 w 886248"/>
              <a:gd name="connsiteY193" fmla="*/ 28556 h 578229"/>
              <a:gd name="connsiteX194" fmla="*/ 782962 w 886248"/>
              <a:gd name="connsiteY194" fmla="*/ 30017 h 578229"/>
              <a:gd name="connsiteX195" fmla="*/ 794232 w 886248"/>
              <a:gd name="connsiteY195" fmla="*/ 42288 h 578229"/>
              <a:gd name="connsiteX196" fmla="*/ 829303 w 886248"/>
              <a:gd name="connsiteY196" fmla="*/ 94702 h 578229"/>
              <a:gd name="connsiteX197" fmla="*/ 52002 w 886248"/>
              <a:gd name="connsiteY197" fmla="*/ 97608 h 578229"/>
              <a:gd name="connsiteX198" fmla="*/ 32307 w 886248"/>
              <a:gd name="connsiteY198" fmla="*/ 64813 h 578229"/>
              <a:gd name="connsiteX199" fmla="*/ 0 w 886248"/>
              <a:gd name="connsiteY199" fmla="*/ 0 h 578229"/>
              <a:gd name="connsiteX200" fmla="*/ 4226 w 886248"/>
              <a:gd name="connsiteY200" fmla="*/ 0 h 578229"/>
              <a:gd name="connsiteX201" fmla="*/ 758255 w 886248"/>
              <a:gd name="connsiteY201" fmla="*/ 100047 h 578229"/>
              <a:gd name="connsiteX202" fmla="*/ 755270 w 886248"/>
              <a:gd name="connsiteY202" fmla="*/ 95504 h 578229"/>
              <a:gd name="connsiteX203" fmla="*/ 719045 w 886248"/>
              <a:gd name="connsiteY203" fmla="*/ 42664 h 578229"/>
              <a:gd name="connsiteX204" fmla="*/ 698148 w 886248"/>
              <a:gd name="connsiteY204" fmla="*/ 13446 h 578229"/>
              <a:gd name="connsiteX205" fmla="*/ 711372 w 886248"/>
              <a:gd name="connsiteY205" fmla="*/ 16030 h 578229"/>
              <a:gd name="connsiteX206" fmla="*/ 53809 w 886248"/>
              <a:gd name="connsiteY206" fmla="*/ 100569 h 578229"/>
              <a:gd name="connsiteX207" fmla="*/ 52959 w 886248"/>
              <a:gd name="connsiteY207" fmla="*/ 99564 h 578229"/>
              <a:gd name="connsiteX208" fmla="*/ 52002 w 886248"/>
              <a:gd name="connsiteY208" fmla="*/ 97608 h 578229"/>
              <a:gd name="connsiteX209" fmla="*/ 53573 w 886248"/>
              <a:gd name="connsiteY209" fmla="*/ 100224 h 578229"/>
              <a:gd name="connsiteX210" fmla="*/ 445388 w 886248"/>
              <a:gd name="connsiteY210" fmla="*/ 103020 h 578229"/>
              <a:gd name="connsiteX211" fmla="*/ 423515 w 886248"/>
              <a:gd name="connsiteY211" fmla="*/ 76891 h 578229"/>
              <a:gd name="connsiteX212" fmla="*/ 415060 w 886248"/>
              <a:gd name="connsiteY212" fmla="*/ 63549 h 578229"/>
              <a:gd name="connsiteX213" fmla="*/ 444510 w 886248"/>
              <a:gd name="connsiteY213" fmla="*/ 95005 h 578229"/>
              <a:gd name="connsiteX214" fmla="*/ 445159 w 886248"/>
              <a:gd name="connsiteY214" fmla="*/ 101362 h 578229"/>
              <a:gd name="connsiteX215" fmla="*/ 394959 w 886248"/>
              <a:gd name="connsiteY215" fmla="*/ 103419 h 578229"/>
              <a:gd name="connsiteX216" fmla="*/ 386065 w 886248"/>
              <a:gd name="connsiteY216" fmla="*/ 95198 h 578229"/>
              <a:gd name="connsiteX217" fmla="*/ 378861 w 886248"/>
              <a:gd name="connsiteY217" fmla="*/ 79804 h 578229"/>
              <a:gd name="connsiteX218" fmla="*/ 388148 w 886248"/>
              <a:gd name="connsiteY218" fmla="*/ 88511 h 578229"/>
              <a:gd name="connsiteX219" fmla="*/ 816600 w 886248"/>
              <a:gd name="connsiteY219" fmla="*/ 112117 h 578229"/>
              <a:gd name="connsiteX220" fmla="*/ 797920 w 886248"/>
              <a:gd name="connsiteY220" fmla="*/ 86353 h 578229"/>
              <a:gd name="connsiteX221" fmla="*/ 752968 w 886248"/>
              <a:gd name="connsiteY221" fmla="*/ 24158 h 578229"/>
              <a:gd name="connsiteX222" fmla="*/ 770410 w 886248"/>
              <a:gd name="connsiteY222" fmla="*/ 27565 h 578229"/>
              <a:gd name="connsiteX223" fmla="*/ 818010 w 886248"/>
              <a:gd name="connsiteY223" fmla="*/ 96508 h 578229"/>
              <a:gd name="connsiteX224" fmla="*/ 822743 w 886248"/>
              <a:gd name="connsiteY224" fmla="*/ 103696 h 578229"/>
              <a:gd name="connsiteX225" fmla="*/ 461866 w 886248"/>
              <a:gd name="connsiteY225" fmla="*/ 113544 h 578229"/>
              <a:gd name="connsiteX226" fmla="*/ 444510 w 886248"/>
              <a:gd name="connsiteY226" fmla="*/ 95005 h 578229"/>
              <a:gd name="connsiteX227" fmla="*/ 441165 w 886248"/>
              <a:gd name="connsiteY227" fmla="*/ 62211 h 578229"/>
              <a:gd name="connsiteX228" fmla="*/ 441586 w 886248"/>
              <a:gd name="connsiteY228" fmla="*/ 62638 h 578229"/>
              <a:gd name="connsiteX229" fmla="*/ 395583 w 886248"/>
              <a:gd name="connsiteY229" fmla="*/ 115532 h 578229"/>
              <a:gd name="connsiteX230" fmla="*/ 357839 w 886248"/>
              <a:gd name="connsiteY230" fmla="*/ 68236 h 578229"/>
              <a:gd name="connsiteX231" fmla="*/ 367622 w 886248"/>
              <a:gd name="connsiteY231" fmla="*/ 78153 h 578229"/>
              <a:gd name="connsiteX232" fmla="*/ 386065 w 886248"/>
              <a:gd name="connsiteY232" fmla="*/ 95198 h 578229"/>
              <a:gd name="connsiteX233" fmla="*/ 304516 w 886248"/>
              <a:gd name="connsiteY233" fmla="*/ 119735 h 578229"/>
              <a:gd name="connsiteX234" fmla="*/ 302747 w 886248"/>
              <a:gd name="connsiteY234" fmla="*/ 118101 h 578229"/>
              <a:gd name="connsiteX235" fmla="*/ 251589 w 886248"/>
              <a:gd name="connsiteY235" fmla="*/ 47067 h 578229"/>
              <a:gd name="connsiteX236" fmla="*/ 229405 w 886248"/>
              <a:gd name="connsiteY236" fmla="*/ 10733 h 578229"/>
              <a:gd name="connsiteX237" fmla="*/ 260551 w 886248"/>
              <a:gd name="connsiteY237" fmla="*/ 52530 h 578229"/>
              <a:gd name="connsiteX238" fmla="*/ 448374 w 886248"/>
              <a:gd name="connsiteY238" fmla="*/ 124650 h 578229"/>
              <a:gd name="connsiteX239" fmla="*/ 432073 w 886248"/>
              <a:gd name="connsiteY239" fmla="*/ 105228 h 578229"/>
              <a:gd name="connsiteX240" fmla="*/ 412055 w 886248"/>
              <a:gd name="connsiteY240" fmla="*/ 79746 h 578229"/>
              <a:gd name="connsiteX241" fmla="*/ 376345 w 886248"/>
              <a:gd name="connsiteY241" fmla="*/ 28454 h 578229"/>
              <a:gd name="connsiteX242" fmla="*/ 367795 w 886248"/>
              <a:gd name="connsiteY242" fmla="*/ 14437 h 578229"/>
              <a:gd name="connsiteX243" fmla="*/ 389521 w 886248"/>
              <a:gd name="connsiteY243" fmla="*/ 36282 h 578229"/>
              <a:gd name="connsiteX244" fmla="*/ 423515 w 886248"/>
              <a:gd name="connsiteY244" fmla="*/ 76891 h 578229"/>
              <a:gd name="connsiteX245" fmla="*/ 446868 w 886248"/>
              <a:gd name="connsiteY245" fmla="*/ 113738 h 578229"/>
              <a:gd name="connsiteX246" fmla="*/ 403417 w 886248"/>
              <a:gd name="connsiteY246" fmla="*/ 125350 h 578229"/>
              <a:gd name="connsiteX247" fmla="*/ 396818 w 886248"/>
              <a:gd name="connsiteY247" fmla="*/ 118173 h 578229"/>
              <a:gd name="connsiteX248" fmla="*/ 395583 w 886248"/>
              <a:gd name="connsiteY248" fmla="*/ 115532 h 578229"/>
              <a:gd name="connsiteX249" fmla="*/ 405289 w 886248"/>
              <a:gd name="connsiteY249" fmla="*/ 127696 h 578229"/>
              <a:gd name="connsiteX250" fmla="*/ 403417 w 886248"/>
              <a:gd name="connsiteY250" fmla="*/ 125350 h 578229"/>
              <a:gd name="connsiteX251" fmla="*/ 405066 w 886248"/>
              <a:gd name="connsiteY251" fmla="*/ 127144 h 578229"/>
              <a:gd name="connsiteX252" fmla="*/ 192490 w 886248"/>
              <a:gd name="connsiteY252" fmla="*/ 129593 h 578229"/>
              <a:gd name="connsiteX253" fmla="*/ 160288 w 886248"/>
              <a:gd name="connsiteY253" fmla="*/ 100534 h 578229"/>
              <a:gd name="connsiteX254" fmla="*/ 75815 w 886248"/>
              <a:gd name="connsiteY254" fmla="*/ 7812 h 578229"/>
              <a:gd name="connsiteX255" fmla="*/ 70788 w 886248"/>
              <a:gd name="connsiteY255" fmla="*/ 0 h 578229"/>
              <a:gd name="connsiteX256" fmla="*/ 99599 w 886248"/>
              <a:gd name="connsiteY256" fmla="*/ 0 h 578229"/>
              <a:gd name="connsiteX257" fmla="*/ 159727 w 886248"/>
              <a:gd name="connsiteY257" fmla="*/ 75491 h 578229"/>
              <a:gd name="connsiteX258" fmla="*/ 640168 w 886248"/>
              <a:gd name="connsiteY258" fmla="*/ 130510 h 578229"/>
              <a:gd name="connsiteX259" fmla="*/ 635355 w 886248"/>
              <a:gd name="connsiteY259" fmla="*/ 125794 h 578229"/>
              <a:gd name="connsiteX260" fmla="*/ 572288 w 886248"/>
              <a:gd name="connsiteY260" fmla="*/ 47108 h 578229"/>
              <a:gd name="connsiteX261" fmla="*/ 566184 w 886248"/>
              <a:gd name="connsiteY261" fmla="*/ 34365 h 578229"/>
              <a:gd name="connsiteX262" fmla="*/ 589384 w 886248"/>
              <a:gd name="connsiteY262" fmla="*/ 58287 h 578229"/>
              <a:gd name="connsiteX263" fmla="*/ 624736 w 886248"/>
              <a:gd name="connsiteY263" fmla="*/ 96809 h 578229"/>
              <a:gd name="connsiteX264" fmla="*/ 627927 w 886248"/>
              <a:gd name="connsiteY264" fmla="*/ 104668 h 578229"/>
              <a:gd name="connsiteX265" fmla="*/ 639954 w 886248"/>
              <a:gd name="connsiteY265" fmla="*/ 130091 h 578229"/>
              <a:gd name="connsiteX266" fmla="*/ 678038 w 886248"/>
              <a:gd name="connsiteY266" fmla="*/ 134993 h 578229"/>
              <a:gd name="connsiteX267" fmla="*/ 623902 w 886248"/>
              <a:gd name="connsiteY267" fmla="*/ 65110 h 578229"/>
              <a:gd name="connsiteX268" fmla="*/ 611123 w 886248"/>
              <a:gd name="connsiteY268" fmla="*/ 44496 h 578229"/>
              <a:gd name="connsiteX269" fmla="*/ 648006 w 886248"/>
              <a:gd name="connsiteY269" fmla="*/ 77232 h 578229"/>
              <a:gd name="connsiteX270" fmla="*/ 648895 w 886248"/>
              <a:gd name="connsiteY270" fmla="*/ 78186 h 578229"/>
              <a:gd name="connsiteX271" fmla="*/ 665694 w 886248"/>
              <a:gd name="connsiteY271" fmla="*/ 108806 h 578229"/>
              <a:gd name="connsiteX272" fmla="*/ 161101 w 886248"/>
              <a:gd name="connsiteY272" fmla="*/ 135081 h 578229"/>
              <a:gd name="connsiteX273" fmla="*/ 112861 w 886248"/>
              <a:gd name="connsiteY273" fmla="*/ 87088 h 578229"/>
              <a:gd name="connsiteX274" fmla="*/ 110048 w 886248"/>
              <a:gd name="connsiteY274" fmla="*/ 84030 h 578229"/>
              <a:gd name="connsiteX275" fmla="*/ 54627 w 886248"/>
              <a:gd name="connsiteY275" fmla="*/ 0 h 578229"/>
              <a:gd name="connsiteX276" fmla="*/ 68698 w 886248"/>
              <a:gd name="connsiteY276" fmla="*/ 0 h 578229"/>
              <a:gd name="connsiteX277" fmla="*/ 75815 w 886248"/>
              <a:gd name="connsiteY277" fmla="*/ 7812 h 578229"/>
              <a:gd name="connsiteX278" fmla="*/ 126047 w 886248"/>
              <a:gd name="connsiteY278" fmla="*/ 85874 h 578229"/>
              <a:gd name="connsiteX279" fmla="*/ 294614 w 886248"/>
              <a:gd name="connsiteY279" fmla="*/ 137182 h 578229"/>
              <a:gd name="connsiteX280" fmla="*/ 223611 w 886248"/>
              <a:gd name="connsiteY280" fmla="*/ 68771 h 578229"/>
              <a:gd name="connsiteX281" fmla="*/ 175502 w 886248"/>
              <a:gd name="connsiteY281" fmla="*/ 24057 h 578229"/>
              <a:gd name="connsiteX282" fmla="*/ 165069 w 886248"/>
              <a:gd name="connsiteY282" fmla="*/ 0 h 578229"/>
              <a:gd name="connsiteX283" fmla="*/ 174906 w 886248"/>
              <a:gd name="connsiteY283" fmla="*/ 0 h 578229"/>
              <a:gd name="connsiteX284" fmla="*/ 221862 w 886248"/>
              <a:gd name="connsiteY284" fmla="*/ 43379 h 578229"/>
              <a:gd name="connsiteX285" fmla="*/ 230150 w 886248"/>
              <a:gd name="connsiteY285" fmla="*/ 54041 h 578229"/>
              <a:gd name="connsiteX286" fmla="*/ 230461 w 886248"/>
              <a:gd name="connsiteY286" fmla="*/ 54493 h 578229"/>
              <a:gd name="connsiteX287" fmla="*/ 450984 w 886248"/>
              <a:gd name="connsiteY287" fmla="*/ 143558 h 578229"/>
              <a:gd name="connsiteX288" fmla="*/ 419891 w 886248"/>
              <a:gd name="connsiteY288" fmla="*/ 112977 h 578229"/>
              <a:gd name="connsiteX289" fmla="*/ 405227 w 886248"/>
              <a:gd name="connsiteY289" fmla="*/ 93766 h 578229"/>
              <a:gd name="connsiteX290" fmla="*/ 370320 w 886248"/>
              <a:gd name="connsiteY290" fmla="*/ 49497 h 578229"/>
              <a:gd name="connsiteX291" fmla="*/ 359989 w 886248"/>
              <a:gd name="connsiteY291" fmla="*/ 26885 h 578229"/>
              <a:gd name="connsiteX292" fmla="*/ 346421 w 886248"/>
              <a:gd name="connsiteY292" fmla="*/ 0 h 578229"/>
              <a:gd name="connsiteX293" fmla="*/ 349412 w 886248"/>
              <a:gd name="connsiteY293" fmla="*/ 0 h 578229"/>
              <a:gd name="connsiteX294" fmla="*/ 412055 w 886248"/>
              <a:gd name="connsiteY294" fmla="*/ 79746 h 578229"/>
              <a:gd name="connsiteX295" fmla="*/ 418727 w 886248"/>
              <a:gd name="connsiteY295" fmla="*/ 89329 h 578229"/>
              <a:gd name="connsiteX296" fmla="*/ 432073 w 886248"/>
              <a:gd name="connsiteY296" fmla="*/ 105228 h 578229"/>
              <a:gd name="connsiteX297" fmla="*/ 448597 w 886248"/>
              <a:gd name="connsiteY297" fmla="*/ 126264 h 578229"/>
              <a:gd name="connsiteX298" fmla="*/ 586414 w 886248"/>
              <a:gd name="connsiteY298" fmla="*/ 147397 h 578229"/>
              <a:gd name="connsiteX299" fmla="*/ 582714 w 886248"/>
              <a:gd name="connsiteY299" fmla="*/ 141979 h 578229"/>
              <a:gd name="connsiteX300" fmla="*/ 516180 w 886248"/>
              <a:gd name="connsiteY300" fmla="*/ 28889 h 578229"/>
              <a:gd name="connsiteX301" fmla="*/ 493565 w 886248"/>
              <a:gd name="connsiteY301" fmla="*/ 0 h 578229"/>
              <a:gd name="connsiteX302" fmla="*/ 520193 w 886248"/>
              <a:gd name="connsiteY302" fmla="*/ 0 h 578229"/>
              <a:gd name="connsiteX303" fmla="*/ 527404 w 886248"/>
              <a:gd name="connsiteY303" fmla="*/ 21314 h 578229"/>
              <a:gd name="connsiteX304" fmla="*/ 787252 w 886248"/>
              <a:gd name="connsiteY304" fmla="*/ 152353 h 578229"/>
              <a:gd name="connsiteX305" fmla="*/ 783705 w 886248"/>
              <a:gd name="connsiteY305" fmla="*/ 145655 h 578229"/>
              <a:gd name="connsiteX306" fmla="*/ 758255 w 886248"/>
              <a:gd name="connsiteY306" fmla="*/ 100047 h 578229"/>
              <a:gd name="connsiteX307" fmla="*/ 785193 w 886248"/>
              <a:gd name="connsiteY307" fmla="*/ 141048 h 578229"/>
              <a:gd name="connsiteX308" fmla="*/ 789953 w 886248"/>
              <a:gd name="connsiteY308" fmla="*/ 148650 h 578229"/>
              <a:gd name="connsiteX309" fmla="*/ 587600 w 886248"/>
              <a:gd name="connsiteY309" fmla="*/ 154672 h 578229"/>
              <a:gd name="connsiteX310" fmla="*/ 557592 w 886248"/>
              <a:gd name="connsiteY310" fmla="*/ 127795 h 578229"/>
              <a:gd name="connsiteX311" fmla="*/ 510939 w 886248"/>
              <a:gd name="connsiteY311" fmla="*/ 81528 h 578229"/>
              <a:gd name="connsiteX312" fmla="*/ 445302 w 886248"/>
              <a:gd name="connsiteY312" fmla="*/ 7990 h 578229"/>
              <a:gd name="connsiteX313" fmla="*/ 446671 w 886248"/>
              <a:gd name="connsiteY313" fmla="*/ 4587 h 578229"/>
              <a:gd name="connsiteX314" fmla="*/ 448928 w 886248"/>
              <a:gd name="connsiteY314" fmla="*/ 0 h 578229"/>
              <a:gd name="connsiteX315" fmla="*/ 476498 w 886248"/>
              <a:gd name="connsiteY315" fmla="*/ 0 h 578229"/>
              <a:gd name="connsiteX316" fmla="*/ 519723 w 886248"/>
              <a:gd name="connsiteY316" fmla="*/ 60626 h 578229"/>
              <a:gd name="connsiteX317" fmla="*/ 478988 w 886248"/>
              <a:gd name="connsiteY317" fmla="*/ 156521 h 578229"/>
              <a:gd name="connsiteX318" fmla="*/ 465520 w 886248"/>
              <a:gd name="connsiteY318" fmla="*/ 143169 h 578229"/>
              <a:gd name="connsiteX319" fmla="*/ 446868 w 886248"/>
              <a:gd name="connsiteY319" fmla="*/ 113738 h 578229"/>
              <a:gd name="connsiteX320" fmla="*/ 445388 w 886248"/>
              <a:gd name="connsiteY320" fmla="*/ 103020 h 578229"/>
              <a:gd name="connsiteX321" fmla="*/ 468832 w 886248"/>
              <a:gd name="connsiteY321" fmla="*/ 131026 h 578229"/>
              <a:gd name="connsiteX322" fmla="*/ 261207 w 886248"/>
              <a:gd name="connsiteY322" fmla="*/ 161349 h 578229"/>
              <a:gd name="connsiteX323" fmla="*/ 209912 w 886248"/>
              <a:gd name="connsiteY323" fmla="*/ 97327 h 578229"/>
              <a:gd name="connsiteX324" fmla="*/ 183164 w 886248"/>
              <a:gd name="connsiteY324" fmla="*/ 41723 h 578229"/>
              <a:gd name="connsiteX325" fmla="*/ 179321 w 886248"/>
              <a:gd name="connsiteY325" fmla="*/ 32860 h 578229"/>
              <a:gd name="connsiteX326" fmla="*/ 195057 w 886248"/>
              <a:gd name="connsiteY326" fmla="*/ 55072 h 578229"/>
              <a:gd name="connsiteX327" fmla="*/ 453781 w 886248"/>
              <a:gd name="connsiteY327" fmla="*/ 162968 h 578229"/>
              <a:gd name="connsiteX328" fmla="*/ 422922 w 886248"/>
              <a:gd name="connsiteY328" fmla="*/ 129263 h 578229"/>
              <a:gd name="connsiteX329" fmla="*/ 419499 w 886248"/>
              <a:gd name="connsiteY329" fmla="*/ 126100 h 578229"/>
              <a:gd name="connsiteX330" fmla="*/ 393854 w 886248"/>
              <a:gd name="connsiteY330" fmla="*/ 93861 h 578229"/>
              <a:gd name="connsiteX331" fmla="*/ 388148 w 886248"/>
              <a:gd name="connsiteY331" fmla="*/ 88511 h 578229"/>
              <a:gd name="connsiteX332" fmla="*/ 383554 w 886248"/>
              <a:gd name="connsiteY332" fmla="*/ 78457 h 578229"/>
              <a:gd name="connsiteX333" fmla="*/ 402052 w 886248"/>
              <a:gd name="connsiteY333" fmla="*/ 95432 h 578229"/>
              <a:gd name="connsiteX334" fmla="*/ 419891 w 886248"/>
              <a:gd name="connsiteY334" fmla="*/ 112977 h 578229"/>
              <a:gd name="connsiteX335" fmla="*/ 452697 w 886248"/>
              <a:gd name="connsiteY335" fmla="*/ 155956 h 578229"/>
              <a:gd name="connsiteX336" fmla="*/ 452978 w 886248"/>
              <a:gd name="connsiteY336" fmla="*/ 157996 h 578229"/>
              <a:gd name="connsiteX337" fmla="*/ 597356 w 886248"/>
              <a:gd name="connsiteY337" fmla="*/ 163411 h 578229"/>
              <a:gd name="connsiteX338" fmla="*/ 591424 w 886248"/>
              <a:gd name="connsiteY338" fmla="*/ 158099 h 578229"/>
              <a:gd name="connsiteX339" fmla="*/ 586414 w 886248"/>
              <a:gd name="connsiteY339" fmla="*/ 147397 h 578229"/>
              <a:gd name="connsiteX340" fmla="*/ 593918 w 886248"/>
              <a:gd name="connsiteY340" fmla="*/ 163427 h 578229"/>
              <a:gd name="connsiteX341" fmla="*/ 587600 w 886248"/>
              <a:gd name="connsiteY341" fmla="*/ 154672 h 578229"/>
              <a:gd name="connsiteX342" fmla="*/ 591424 w 886248"/>
              <a:gd name="connsiteY342" fmla="*/ 158099 h 578229"/>
              <a:gd name="connsiteX343" fmla="*/ 687274 w 886248"/>
              <a:gd name="connsiteY343" fmla="*/ 167333 h 578229"/>
              <a:gd name="connsiteX344" fmla="*/ 663910 w 886248"/>
              <a:gd name="connsiteY344" fmla="*/ 139493 h 578229"/>
              <a:gd name="connsiteX345" fmla="*/ 624736 w 886248"/>
              <a:gd name="connsiteY345" fmla="*/ 96809 h 578229"/>
              <a:gd name="connsiteX346" fmla="*/ 599201 w 886248"/>
              <a:gd name="connsiteY346" fmla="*/ 33916 h 578229"/>
              <a:gd name="connsiteX347" fmla="*/ 600915 w 886248"/>
              <a:gd name="connsiteY347" fmla="*/ 35437 h 578229"/>
              <a:gd name="connsiteX348" fmla="*/ 623902 w 886248"/>
              <a:gd name="connsiteY348" fmla="*/ 65110 h 578229"/>
              <a:gd name="connsiteX349" fmla="*/ 450264 w 886248"/>
              <a:gd name="connsiteY349" fmla="*/ 170781 h 578229"/>
              <a:gd name="connsiteX350" fmla="*/ 412020 w 886248"/>
              <a:gd name="connsiteY350" fmla="*/ 134708 h 578229"/>
              <a:gd name="connsiteX351" fmla="*/ 405066 w 886248"/>
              <a:gd name="connsiteY351" fmla="*/ 127144 h 578229"/>
              <a:gd name="connsiteX352" fmla="*/ 399516 w 886248"/>
              <a:gd name="connsiteY352" fmla="*/ 113393 h 578229"/>
              <a:gd name="connsiteX353" fmla="*/ 394959 w 886248"/>
              <a:gd name="connsiteY353" fmla="*/ 103419 h 578229"/>
              <a:gd name="connsiteX354" fmla="*/ 419499 w 886248"/>
              <a:gd name="connsiteY354" fmla="*/ 126100 h 578229"/>
              <a:gd name="connsiteX355" fmla="*/ 427072 w 886248"/>
              <a:gd name="connsiteY355" fmla="*/ 135618 h 578229"/>
              <a:gd name="connsiteX356" fmla="*/ 485986 w 886248"/>
              <a:gd name="connsiteY356" fmla="*/ 175463 h 578229"/>
              <a:gd name="connsiteX357" fmla="*/ 462343 w 886248"/>
              <a:gd name="connsiteY357" fmla="*/ 143763 h 578229"/>
              <a:gd name="connsiteX358" fmla="*/ 448597 w 886248"/>
              <a:gd name="connsiteY358" fmla="*/ 126264 h 578229"/>
              <a:gd name="connsiteX359" fmla="*/ 448374 w 886248"/>
              <a:gd name="connsiteY359" fmla="*/ 124650 h 578229"/>
              <a:gd name="connsiteX360" fmla="*/ 455983 w 886248"/>
              <a:gd name="connsiteY360" fmla="*/ 133714 h 578229"/>
              <a:gd name="connsiteX361" fmla="*/ 465520 w 886248"/>
              <a:gd name="connsiteY361" fmla="*/ 143169 h 578229"/>
              <a:gd name="connsiteX362" fmla="*/ 559215 w 886248"/>
              <a:gd name="connsiteY362" fmla="*/ 177423 h 578229"/>
              <a:gd name="connsiteX363" fmla="*/ 462047 w 886248"/>
              <a:gd name="connsiteY363" fmla="*/ 83442 h 578229"/>
              <a:gd name="connsiteX364" fmla="*/ 441586 w 886248"/>
              <a:gd name="connsiteY364" fmla="*/ 62638 h 578229"/>
              <a:gd name="connsiteX365" fmla="*/ 441079 w 886248"/>
              <a:gd name="connsiteY365" fmla="*/ 61365 h 578229"/>
              <a:gd name="connsiteX366" fmla="*/ 441077 w 886248"/>
              <a:gd name="connsiteY366" fmla="*/ 61348 h 578229"/>
              <a:gd name="connsiteX367" fmla="*/ 441054 w 886248"/>
              <a:gd name="connsiteY367" fmla="*/ 36686 h 578229"/>
              <a:gd name="connsiteX368" fmla="*/ 457171 w 886248"/>
              <a:gd name="connsiteY368" fmla="*/ 57875 h 578229"/>
              <a:gd name="connsiteX369" fmla="*/ 523071 w 886248"/>
              <a:gd name="connsiteY369" fmla="*/ 136981 h 578229"/>
              <a:gd name="connsiteX370" fmla="*/ 487461 w 886248"/>
              <a:gd name="connsiteY370" fmla="*/ 177790 h 578229"/>
              <a:gd name="connsiteX371" fmla="*/ 485986 w 886248"/>
              <a:gd name="connsiteY371" fmla="*/ 175463 h 578229"/>
              <a:gd name="connsiteX372" fmla="*/ 487161 w 886248"/>
              <a:gd name="connsiteY372" fmla="*/ 177039 h 578229"/>
              <a:gd name="connsiteX373" fmla="*/ 456590 w 886248"/>
              <a:gd name="connsiteY373" fmla="*/ 180369 h 578229"/>
              <a:gd name="connsiteX374" fmla="*/ 450264 w 886248"/>
              <a:gd name="connsiteY374" fmla="*/ 170781 h 578229"/>
              <a:gd name="connsiteX375" fmla="*/ 455900 w 886248"/>
              <a:gd name="connsiteY375" fmla="*/ 176094 h 578229"/>
              <a:gd name="connsiteX376" fmla="*/ 766807 w 886248"/>
              <a:gd name="connsiteY376" fmla="*/ 180382 h 578229"/>
              <a:gd name="connsiteX377" fmla="*/ 744248 w 886248"/>
              <a:gd name="connsiteY377" fmla="*/ 150822 h 578229"/>
              <a:gd name="connsiteX378" fmla="*/ 727293 w 886248"/>
              <a:gd name="connsiteY378" fmla="*/ 117210 h 578229"/>
              <a:gd name="connsiteX379" fmla="*/ 695465 w 886248"/>
              <a:gd name="connsiteY379" fmla="*/ 83021 h 578229"/>
              <a:gd name="connsiteX380" fmla="*/ 653442 w 886248"/>
              <a:gd name="connsiteY380" fmla="*/ 23573 h 578229"/>
              <a:gd name="connsiteX381" fmla="*/ 637588 w 886248"/>
              <a:gd name="connsiteY381" fmla="*/ 1614 h 578229"/>
              <a:gd name="connsiteX382" fmla="*/ 684788 w 886248"/>
              <a:gd name="connsiteY382" fmla="*/ 10836 h 578229"/>
              <a:gd name="connsiteX383" fmla="*/ 732791 w 886248"/>
              <a:gd name="connsiteY383" fmla="*/ 90860 h 578229"/>
              <a:gd name="connsiteX384" fmla="*/ 775066 w 886248"/>
              <a:gd name="connsiteY384" fmla="*/ 169059 h 578229"/>
              <a:gd name="connsiteX385" fmla="*/ 760117 w 886248"/>
              <a:gd name="connsiteY385" fmla="*/ 182281 h 578229"/>
              <a:gd name="connsiteX386" fmla="*/ 753335 w 886248"/>
              <a:gd name="connsiteY386" fmla="*/ 174322 h 578229"/>
              <a:gd name="connsiteX387" fmla="*/ 729464 w 886248"/>
              <a:gd name="connsiteY387" fmla="*/ 141093 h 578229"/>
              <a:gd name="connsiteX388" fmla="*/ 671838 w 886248"/>
              <a:gd name="connsiteY388" fmla="*/ 57642 h 578229"/>
              <a:gd name="connsiteX389" fmla="*/ 695465 w 886248"/>
              <a:gd name="connsiteY389" fmla="*/ 83021 h 578229"/>
              <a:gd name="connsiteX390" fmla="*/ 700768 w 886248"/>
              <a:gd name="connsiteY390" fmla="*/ 90524 h 578229"/>
              <a:gd name="connsiteX391" fmla="*/ 734721 w 886248"/>
              <a:gd name="connsiteY391" fmla="*/ 138338 h 578229"/>
              <a:gd name="connsiteX392" fmla="*/ 744248 w 886248"/>
              <a:gd name="connsiteY392" fmla="*/ 150822 h 578229"/>
              <a:gd name="connsiteX393" fmla="*/ 493040 w 886248"/>
              <a:gd name="connsiteY393" fmla="*/ 184919 h 578229"/>
              <a:gd name="connsiteX394" fmla="*/ 489255 w 886248"/>
              <a:gd name="connsiteY394" fmla="*/ 181197 h 578229"/>
              <a:gd name="connsiteX395" fmla="*/ 487461 w 886248"/>
              <a:gd name="connsiteY395" fmla="*/ 177790 h 578229"/>
              <a:gd name="connsiteX396" fmla="*/ 491474 w 886248"/>
              <a:gd name="connsiteY396" fmla="*/ 182819 h 578229"/>
              <a:gd name="connsiteX397" fmla="*/ 702365 w 886248"/>
              <a:gd name="connsiteY397" fmla="*/ 185312 h 578229"/>
              <a:gd name="connsiteX398" fmla="*/ 700002 w 886248"/>
              <a:gd name="connsiteY398" fmla="*/ 182497 h 578229"/>
              <a:gd name="connsiteX399" fmla="*/ 697528 w 886248"/>
              <a:gd name="connsiteY399" fmla="*/ 176337 h 578229"/>
              <a:gd name="connsiteX400" fmla="*/ 678038 w 886248"/>
              <a:gd name="connsiteY400" fmla="*/ 134993 h 578229"/>
              <a:gd name="connsiteX401" fmla="*/ 687900 w 886248"/>
              <a:gd name="connsiteY401" fmla="*/ 147724 h 578229"/>
              <a:gd name="connsiteX402" fmla="*/ 713093 w 886248"/>
              <a:gd name="connsiteY402" fmla="*/ 181549 h 578229"/>
              <a:gd name="connsiteX403" fmla="*/ 699124 w 886248"/>
              <a:gd name="connsiteY403" fmla="*/ 186447 h 578229"/>
              <a:gd name="connsiteX404" fmla="*/ 687274 w 886248"/>
              <a:gd name="connsiteY404" fmla="*/ 167333 h 578229"/>
              <a:gd name="connsiteX405" fmla="*/ 700002 w 886248"/>
              <a:gd name="connsiteY405" fmla="*/ 182497 h 578229"/>
              <a:gd name="connsiteX406" fmla="*/ 701284 w 886248"/>
              <a:gd name="connsiteY406" fmla="*/ 185691 h 578229"/>
              <a:gd name="connsiteX407" fmla="*/ 762286 w 886248"/>
              <a:gd name="connsiteY407" fmla="*/ 186579 h 578229"/>
              <a:gd name="connsiteX408" fmla="*/ 760117 w 886248"/>
              <a:gd name="connsiteY408" fmla="*/ 182281 h 578229"/>
              <a:gd name="connsiteX409" fmla="*/ 762975 w 886248"/>
              <a:gd name="connsiteY409" fmla="*/ 185635 h 578229"/>
              <a:gd name="connsiteX410" fmla="*/ 701437 w 886248"/>
              <a:gd name="connsiteY410" fmla="*/ 190178 h 578229"/>
              <a:gd name="connsiteX411" fmla="*/ 699743 w 886248"/>
              <a:gd name="connsiteY411" fmla="*/ 188884 h 578229"/>
              <a:gd name="connsiteX412" fmla="*/ 697749 w 886248"/>
              <a:gd name="connsiteY412" fmla="*/ 186929 h 578229"/>
              <a:gd name="connsiteX413" fmla="*/ 699124 w 886248"/>
              <a:gd name="connsiteY413" fmla="*/ 186447 h 578229"/>
              <a:gd name="connsiteX414" fmla="*/ 571531 w 886248"/>
              <a:gd name="connsiteY414" fmla="*/ 191202 h 578229"/>
              <a:gd name="connsiteX415" fmla="*/ 559215 w 886248"/>
              <a:gd name="connsiteY415" fmla="*/ 177423 h 578229"/>
              <a:gd name="connsiteX416" fmla="*/ 562128 w 886248"/>
              <a:gd name="connsiteY416" fmla="*/ 180239 h 578229"/>
              <a:gd name="connsiteX417" fmla="*/ 473281 w 886248"/>
              <a:gd name="connsiteY417" fmla="*/ 192489 h 578229"/>
              <a:gd name="connsiteX418" fmla="*/ 455900 w 886248"/>
              <a:gd name="connsiteY418" fmla="*/ 176094 h 578229"/>
              <a:gd name="connsiteX419" fmla="*/ 453781 w 886248"/>
              <a:gd name="connsiteY419" fmla="*/ 162968 h 578229"/>
              <a:gd name="connsiteX420" fmla="*/ 463974 w 886248"/>
              <a:gd name="connsiteY420" fmla="*/ 174101 h 578229"/>
              <a:gd name="connsiteX421" fmla="*/ 756863 w 886248"/>
              <a:gd name="connsiteY421" fmla="*/ 194015 h 578229"/>
              <a:gd name="connsiteX422" fmla="*/ 648895 w 886248"/>
              <a:gd name="connsiteY422" fmla="*/ 78186 h 578229"/>
              <a:gd name="connsiteX423" fmla="*/ 606002 w 886248"/>
              <a:gd name="connsiteY423" fmla="*/ 0 h 578229"/>
              <a:gd name="connsiteX424" fmla="*/ 613323 w 886248"/>
              <a:gd name="connsiteY424" fmla="*/ 0 h 578229"/>
              <a:gd name="connsiteX425" fmla="*/ 620402 w 886248"/>
              <a:gd name="connsiteY425" fmla="*/ 9420 h 578229"/>
              <a:gd name="connsiteX426" fmla="*/ 738760 w 886248"/>
              <a:gd name="connsiteY426" fmla="*/ 157219 h 578229"/>
              <a:gd name="connsiteX427" fmla="*/ 753335 w 886248"/>
              <a:gd name="connsiteY427" fmla="*/ 174322 h 578229"/>
              <a:gd name="connsiteX428" fmla="*/ 762213 w 886248"/>
              <a:gd name="connsiteY428" fmla="*/ 186680 h 578229"/>
              <a:gd name="connsiteX429" fmla="*/ 681842 w 886248"/>
              <a:gd name="connsiteY429" fmla="*/ 196045 h 578229"/>
              <a:gd name="connsiteX430" fmla="*/ 659093 w 886248"/>
              <a:gd name="connsiteY430" fmla="*/ 167594 h 578229"/>
              <a:gd name="connsiteX431" fmla="*/ 640168 w 886248"/>
              <a:gd name="connsiteY431" fmla="*/ 130510 h 578229"/>
              <a:gd name="connsiteX432" fmla="*/ 697749 w 886248"/>
              <a:gd name="connsiteY432" fmla="*/ 186929 h 578229"/>
              <a:gd name="connsiteX433" fmla="*/ 688928 w 886248"/>
              <a:gd name="connsiteY433" fmla="*/ 190023 h 578229"/>
              <a:gd name="connsiteX434" fmla="*/ 706124 w 886248"/>
              <a:gd name="connsiteY434" fmla="*/ 197738 h 578229"/>
              <a:gd name="connsiteX435" fmla="*/ 701437 w 886248"/>
              <a:gd name="connsiteY435" fmla="*/ 190178 h 578229"/>
              <a:gd name="connsiteX436" fmla="*/ 703818 w 886248"/>
              <a:gd name="connsiteY436" fmla="*/ 191997 h 578229"/>
              <a:gd name="connsiteX437" fmla="*/ 715401 w 886248"/>
              <a:gd name="connsiteY437" fmla="*/ 200845 h 578229"/>
              <a:gd name="connsiteX438" fmla="*/ 703818 w 886248"/>
              <a:gd name="connsiteY438" fmla="*/ 191997 h 578229"/>
              <a:gd name="connsiteX439" fmla="*/ 701284 w 886248"/>
              <a:gd name="connsiteY439" fmla="*/ 185691 h 578229"/>
              <a:gd name="connsiteX440" fmla="*/ 702365 w 886248"/>
              <a:gd name="connsiteY440" fmla="*/ 185312 h 578229"/>
              <a:gd name="connsiteX441" fmla="*/ 363452 w 886248"/>
              <a:gd name="connsiteY441" fmla="*/ 210448 h 578229"/>
              <a:gd name="connsiteX442" fmla="*/ 321283 w 886248"/>
              <a:gd name="connsiteY442" fmla="*/ 162877 h 578229"/>
              <a:gd name="connsiteX443" fmla="*/ 295515 w 886248"/>
              <a:gd name="connsiteY443" fmla="*/ 138050 h 578229"/>
              <a:gd name="connsiteX444" fmla="*/ 270898 w 886248"/>
              <a:gd name="connsiteY444" fmla="*/ 106470 h 578229"/>
              <a:gd name="connsiteX445" fmla="*/ 230150 w 886248"/>
              <a:gd name="connsiteY445" fmla="*/ 54041 h 578229"/>
              <a:gd name="connsiteX446" fmla="*/ 224416 w 886248"/>
              <a:gd name="connsiteY446" fmla="*/ 45738 h 578229"/>
              <a:gd name="connsiteX447" fmla="*/ 302747 w 886248"/>
              <a:gd name="connsiteY447" fmla="*/ 118101 h 578229"/>
              <a:gd name="connsiteX448" fmla="*/ 310383 w 886248"/>
              <a:gd name="connsiteY448" fmla="*/ 128706 h 578229"/>
              <a:gd name="connsiteX449" fmla="*/ 360646 w 886248"/>
              <a:gd name="connsiteY449" fmla="*/ 205542 h 578229"/>
              <a:gd name="connsiteX450" fmla="*/ 664004 w 886248"/>
              <a:gd name="connsiteY450" fmla="*/ 215820 h 578229"/>
              <a:gd name="connsiteX451" fmla="*/ 587778 w 886248"/>
              <a:gd name="connsiteY451" fmla="*/ 75624 h 578229"/>
              <a:gd name="connsiteX452" fmla="*/ 606859 w 886248"/>
              <a:gd name="connsiteY452" fmla="*/ 102262 h 578229"/>
              <a:gd name="connsiteX453" fmla="*/ 659093 w 886248"/>
              <a:gd name="connsiteY453" fmla="*/ 167594 h 578229"/>
              <a:gd name="connsiteX454" fmla="*/ 663772 w 886248"/>
              <a:gd name="connsiteY454" fmla="*/ 176759 h 578229"/>
              <a:gd name="connsiteX455" fmla="*/ 676427 w 886248"/>
              <a:gd name="connsiteY455" fmla="*/ 200649 h 578229"/>
              <a:gd name="connsiteX456" fmla="*/ 665067 w 886248"/>
              <a:gd name="connsiteY456" fmla="*/ 210305 h 578229"/>
              <a:gd name="connsiteX457" fmla="*/ 739800 w 886248"/>
              <a:gd name="connsiteY457" fmla="*/ 217408 h 578229"/>
              <a:gd name="connsiteX458" fmla="*/ 713093 w 886248"/>
              <a:gd name="connsiteY458" fmla="*/ 181549 h 578229"/>
              <a:gd name="connsiteX459" fmla="*/ 714172 w 886248"/>
              <a:gd name="connsiteY459" fmla="*/ 181170 h 578229"/>
              <a:gd name="connsiteX460" fmla="*/ 753180 w 886248"/>
              <a:gd name="connsiteY460" fmla="*/ 199064 h 578229"/>
              <a:gd name="connsiteX461" fmla="*/ 734918 w 886248"/>
              <a:gd name="connsiteY461" fmla="*/ 224100 h 578229"/>
              <a:gd name="connsiteX462" fmla="*/ 715401 w 886248"/>
              <a:gd name="connsiteY462" fmla="*/ 200845 h 578229"/>
              <a:gd name="connsiteX463" fmla="*/ 738827 w 886248"/>
              <a:gd name="connsiteY463" fmla="*/ 218741 h 578229"/>
              <a:gd name="connsiteX464" fmla="*/ 444949 w 886248"/>
              <a:gd name="connsiteY464" fmla="*/ 225983 h 578229"/>
              <a:gd name="connsiteX465" fmla="*/ 411309 w 886248"/>
              <a:gd name="connsiteY465" fmla="*/ 182565 h 578229"/>
              <a:gd name="connsiteX466" fmla="*/ 357164 w 886248"/>
              <a:gd name="connsiteY466" fmla="*/ 113035 h 578229"/>
              <a:gd name="connsiteX467" fmla="*/ 310573 w 886248"/>
              <a:gd name="connsiteY467" fmla="*/ 32531 h 578229"/>
              <a:gd name="connsiteX468" fmla="*/ 301098 w 886248"/>
              <a:gd name="connsiteY468" fmla="*/ 15224 h 578229"/>
              <a:gd name="connsiteX469" fmla="*/ 314407 w 886248"/>
              <a:gd name="connsiteY469" fmla="*/ 24393 h 578229"/>
              <a:gd name="connsiteX470" fmla="*/ 336678 w 886248"/>
              <a:gd name="connsiteY470" fmla="*/ 52759 h 578229"/>
              <a:gd name="connsiteX471" fmla="*/ 396818 w 886248"/>
              <a:gd name="connsiteY471" fmla="*/ 118173 h 578229"/>
              <a:gd name="connsiteX472" fmla="*/ 430393 w 886248"/>
              <a:gd name="connsiteY472" fmla="*/ 189910 h 578229"/>
              <a:gd name="connsiteX473" fmla="*/ 625135 w 886248"/>
              <a:gd name="connsiteY473" fmla="*/ 229469 h 578229"/>
              <a:gd name="connsiteX474" fmla="*/ 586828 w 886248"/>
              <a:gd name="connsiteY474" fmla="*/ 190334 h 578229"/>
              <a:gd name="connsiteX475" fmla="*/ 586724 w 886248"/>
              <a:gd name="connsiteY475" fmla="*/ 190218 h 578229"/>
              <a:gd name="connsiteX476" fmla="*/ 565122 w 886248"/>
              <a:gd name="connsiteY476" fmla="*/ 162357 h 578229"/>
              <a:gd name="connsiteX477" fmla="*/ 443074 w 886248"/>
              <a:gd name="connsiteY477" fmla="*/ 13528 h 578229"/>
              <a:gd name="connsiteX478" fmla="*/ 444971 w 886248"/>
              <a:gd name="connsiteY478" fmla="*/ 8813 h 578229"/>
              <a:gd name="connsiteX479" fmla="*/ 467620 w 886248"/>
              <a:gd name="connsiteY479" fmla="*/ 38568 h 578229"/>
              <a:gd name="connsiteX480" fmla="*/ 510939 w 886248"/>
              <a:gd name="connsiteY480" fmla="*/ 81528 h 578229"/>
              <a:gd name="connsiteX481" fmla="*/ 514283 w 886248"/>
              <a:gd name="connsiteY481" fmla="*/ 85274 h 578229"/>
              <a:gd name="connsiteX482" fmla="*/ 607429 w 886248"/>
              <a:gd name="connsiteY482" fmla="*/ 195708 h 578229"/>
              <a:gd name="connsiteX483" fmla="*/ 611358 w 886248"/>
              <a:gd name="connsiteY483" fmla="*/ 200687 h 578229"/>
              <a:gd name="connsiteX484" fmla="*/ 622811 w 886248"/>
              <a:gd name="connsiteY484" fmla="*/ 225160 h 578229"/>
              <a:gd name="connsiteX485" fmla="*/ 304164 w 886248"/>
              <a:gd name="connsiteY485" fmla="*/ 230364 h 578229"/>
              <a:gd name="connsiteX486" fmla="*/ 229209 w 886248"/>
              <a:gd name="connsiteY486" fmla="*/ 162727 h 578229"/>
              <a:gd name="connsiteX487" fmla="*/ 159727 w 886248"/>
              <a:gd name="connsiteY487" fmla="*/ 75491 h 578229"/>
              <a:gd name="connsiteX488" fmla="*/ 147266 w 886248"/>
              <a:gd name="connsiteY488" fmla="*/ 54916 h 578229"/>
              <a:gd name="connsiteX489" fmla="*/ 114483 w 886248"/>
              <a:gd name="connsiteY489" fmla="*/ 0 h 578229"/>
              <a:gd name="connsiteX490" fmla="*/ 126386 w 886248"/>
              <a:gd name="connsiteY490" fmla="*/ 0 h 578229"/>
              <a:gd name="connsiteX491" fmla="*/ 227756 w 886248"/>
              <a:gd name="connsiteY491" fmla="*/ 123627 h 578229"/>
              <a:gd name="connsiteX492" fmla="*/ 273255 w 886248"/>
              <a:gd name="connsiteY492" fmla="*/ 180708 h 578229"/>
              <a:gd name="connsiteX493" fmla="*/ 516121 w 886248"/>
              <a:gd name="connsiteY493" fmla="*/ 232237 h 578229"/>
              <a:gd name="connsiteX494" fmla="*/ 506595 w 886248"/>
              <a:gd name="connsiteY494" fmla="*/ 223910 h 578229"/>
              <a:gd name="connsiteX495" fmla="*/ 505257 w 886248"/>
              <a:gd name="connsiteY495" fmla="*/ 222648 h 578229"/>
              <a:gd name="connsiteX496" fmla="*/ 498668 w 886248"/>
              <a:gd name="connsiteY496" fmla="*/ 214127 h 578229"/>
              <a:gd name="connsiteX497" fmla="*/ 470489 w 886248"/>
              <a:gd name="connsiteY497" fmla="*/ 181218 h 578229"/>
              <a:gd name="connsiteX498" fmla="*/ 463974 w 886248"/>
              <a:gd name="connsiteY498" fmla="*/ 174101 h 578229"/>
              <a:gd name="connsiteX499" fmla="*/ 458906 w 886248"/>
              <a:gd name="connsiteY499" fmla="*/ 164091 h 578229"/>
              <a:gd name="connsiteX500" fmla="*/ 452697 w 886248"/>
              <a:gd name="connsiteY500" fmla="*/ 155956 h 578229"/>
              <a:gd name="connsiteX501" fmla="*/ 450984 w 886248"/>
              <a:gd name="connsiteY501" fmla="*/ 143558 h 578229"/>
              <a:gd name="connsiteX502" fmla="*/ 489255 w 886248"/>
              <a:gd name="connsiteY502" fmla="*/ 181197 h 578229"/>
              <a:gd name="connsiteX503" fmla="*/ 672862 w 886248"/>
              <a:gd name="connsiteY503" fmla="*/ 232340 h 578229"/>
              <a:gd name="connsiteX504" fmla="*/ 662703 w 886248"/>
              <a:gd name="connsiteY504" fmla="*/ 222584 h 578229"/>
              <a:gd name="connsiteX505" fmla="*/ 664004 w 886248"/>
              <a:gd name="connsiteY505" fmla="*/ 215820 h 578229"/>
              <a:gd name="connsiteX506" fmla="*/ 672495 w 886248"/>
              <a:gd name="connsiteY506" fmla="*/ 231433 h 578229"/>
              <a:gd name="connsiteX507" fmla="*/ 279027 w 886248"/>
              <a:gd name="connsiteY507" fmla="*/ 234628 h 578229"/>
              <a:gd name="connsiteX508" fmla="*/ 235648 w 886248"/>
              <a:gd name="connsiteY508" fmla="*/ 200393 h 578229"/>
              <a:gd name="connsiteX509" fmla="*/ 232773 w 886248"/>
              <a:gd name="connsiteY509" fmla="*/ 196115 h 578229"/>
              <a:gd name="connsiteX510" fmla="*/ 192490 w 886248"/>
              <a:gd name="connsiteY510" fmla="*/ 129593 h 578229"/>
              <a:gd name="connsiteX511" fmla="*/ 229209 w 886248"/>
              <a:gd name="connsiteY511" fmla="*/ 162727 h 578229"/>
              <a:gd name="connsiteX512" fmla="*/ 249991 w 886248"/>
              <a:gd name="connsiteY512" fmla="*/ 188820 h 578229"/>
              <a:gd name="connsiteX513" fmla="*/ 453935 w 886248"/>
              <a:gd name="connsiteY513" fmla="*/ 238789 h 578229"/>
              <a:gd name="connsiteX514" fmla="*/ 446050 w 886248"/>
              <a:gd name="connsiteY514" fmla="*/ 228759 h 578229"/>
              <a:gd name="connsiteX515" fmla="*/ 445784 w 886248"/>
              <a:gd name="connsiteY515" fmla="*/ 228051 h 578229"/>
              <a:gd name="connsiteX516" fmla="*/ 444949 w 886248"/>
              <a:gd name="connsiteY516" fmla="*/ 225983 h 578229"/>
              <a:gd name="connsiteX517" fmla="*/ 452332 w 886248"/>
              <a:gd name="connsiteY517" fmla="*/ 235512 h 578229"/>
              <a:gd name="connsiteX518" fmla="*/ 723035 w 886248"/>
              <a:gd name="connsiteY518" fmla="*/ 240391 h 578229"/>
              <a:gd name="connsiteX519" fmla="*/ 722955 w 886248"/>
              <a:gd name="connsiteY519" fmla="*/ 240316 h 578229"/>
              <a:gd name="connsiteX520" fmla="*/ 722177 w 886248"/>
              <a:gd name="connsiteY520" fmla="*/ 237704 h 578229"/>
              <a:gd name="connsiteX521" fmla="*/ 706124 w 886248"/>
              <a:gd name="connsiteY521" fmla="*/ 197738 h 578229"/>
              <a:gd name="connsiteX522" fmla="*/ 728188 w 886248"/>
              <a:gd name="connsiteY522" fmla="*/ 233328 h 578229"/>
              <a:gd name="connsiteX523" fmla="*/ 549926 w 886248"/>
              <a:gd name="connsiteY523" fmla="*/ 242661 h 578229"/>
              <a:gd name="connsiteX524" fmla="*/ 530325 w 886248"/>
              <a:gd name="connsiteY524" fmla="*/ 221589 h 578229"/>
              <a:gd name="connsiteX525" fmla="*/ 493546 w 886248"/>
              <a:gd name="connsiteY525" fmla="*/ 185418 h 578229"/>
              <a:gd name="connsiteX526" fmla="*/ 491474 w 886248"/>
              <a:gd name="connsiteY526" fmla="*/ 182819 h 578229"/>
              <a:gd name="connsiteX527" fmla="*/ 487161 w 886248"/>
              <a:gd name="connsiteY527" fmla="*/ 177039 h 578229"/>
              <a:gd name="connsiteX528" fmla="*/ 478988 w 886248"/>
              <a:gd name="connsiteY528" fmla="*/ 156521 h 578229"/>
              <a:gd name="connsiteX529" fmla="*/ 493424 w 886248"/>
              <a:gd name="connsiteY529" fmla="*/ 170834 h 578229"/>
              <a:gd name="connsiteX530" fmla="*/ 509470 w 886248"/>
              <a:gd name="connsiteY530" fmla="*/ 185435 h 578229"/>
              <a:gd name="connsiteX531" fmla="*/ 528602 w 886248"/>
              <a:gd name="connsiteY531" fmla="*/ 211332 h 578229"/>
              <a:gd name="connsiteX532" fmla="*/ 658017 w 886248"/>
              <a:gd name="connsiteY532" fmla="*/ 246921 h 578229"/>
              <a:gd name="connsiteX533" fmla="*/ 625149 w 886248"/>
              <a:gd name="connsiteY533" fmla="*/ 204097 h 578229"/>
              <a:gd name="connsiteX534" fmla="*/ 597356 w 886248"/>
              <a:gd name="connsiteY534" fmla="*/ 163411 h 578229"/>
              <a:gd name="connsiteX535" fmla="*/ 652752 w 886248"/>
              <a:gd name="connsiteY535" fmla="*/ 213031 h 578229"/>
              <a:gd name="connsiteX536" fmla="*/ 662703 w 886248"/>
              <a:gd name="connsiteY536" fmla="*/ 222584 h 578229"/>
              <a:gd name="connsiteX537" fmla="*/ 339819 w 886248"/>
              <a:gd name="connsiteY537" fmla="*/ 253215 h 578229"/>
              <a:gd name="connsiteX538" fmla="*/ 321897 w 886248"/>
              <a:gd name="connsiteY538" fmla="*/ 241730 h 578229"/>
              <a:gd name="connsiteX539" fmla="*/ 273255 w 886248"/>
              <a:gd name="connsiteY539" fmla="*/ 180708 h 578229"/>
              <a:gd name="connsiteX540" fmla="*/ 261207 w 886248"/>
              <a:gd name="connsiteY540" fmla="*/ 161349 h 578229"/>
              <a:gd name="connsiteX541" fmla="*/ 269667 w 886248"/>
              <a:gd name="connsiteY541" fmla="*/ 171910 h 578229"/>
              <a:gd name="connsiteX542" fmla="*/ 332718 w 886248"/>
              <a:gd name="connsiteY542" fmla="*/ 244063 h 578229"/>
              <a:gd name="connsiteX543" fmla="*/ 656019 w 886248"/>
              <a:gd name="connsiteY543" fmla="*/ 257307 h 578229"/>
              <a:gd name="connsiteX544" fmla="*/ 611358 w 886248"/>
              <a:gd name="connsiteY544" fmla="*/ 200687 h 578229"/>
              <a:gd name="connsiteX545" fmla="*/ 593918 w 886248"/>
              <a:gd name="connsiteY545" fmla="*/ 163427 h 578229"/>
              <a:gd name="connsiteX546" fmla="*/ 623935 w 886248"/>
              <a:gd name="connsiteY546" fmla="*/ 205018 h 578229"/>
              <a:gd name="connsiteX547" fmla="*/ 657191 w 886248"/>
              <a:gd name="connsiteY547" fmla="*/ 251220 h 578229"/>
              <a:gd name="connsiteX548" fmla="*/ 469420 w 886248"/>
              <a:gd name="connsiteY548" fmla="*/ 257565 h 578229"/>
              <a:gd name="connsiteX549" fmla="*/ 452332 w 886248"/>
              <a:gd name="connsiteY549" fmla="*/ 235512 h 578229"/>
              <a:gd name="connsiteX550" fmla="*/ 438357 w 886248"/>
              <a:gd name="connsiteY550" fmla="*/ 206923 h 578229"/>
              <a:gd name="connsiteX551" fmla="*/ 430393 w 886248"/>
              <a:gd name="connsiteY551" fmla="*/ 189910 h 578229"/>
              <a:gd name="connsiteX552" fmla="*/ 405289 w 886248"/>
              <a:gd name="connsiteY552" fmla="*/ 127696 h 578229"/>
              <a:gd name="connsiteX553" fmla="*/ 458940 w 886248"/>
              <a:gd name="connsiteY553" fmla="*/ 194928 h 578229"/>
              <a:gd name="connsiteX554" fmla="*/ 465309 w 886248"/>
              <a:gd name="connsiteY554" fmla="*/ 234390 h 578229"/>
              <a:gd name="connsiteX555" fmla="*/ 506284 w 886248"/>
              <a:gd name="connsiteY555" fmla="*/ 258100 h 578229"/>
              <a:gd name="connsiteX556" fmla="*/ 462885 w 886248"/>
              <a:gd name="connsiteY556" fmla="*/ 199872 h 578229"/>
              <a:gd name="connsiteX557" fmla="*/ 458940 w 886248"/>
              <a:gd name="connsiteY557" fmla="*/ 194928 h 578229"/>
              <a:gd name="connsiteX558" fmla="*/ 456590 w 886248"/>
              <a:gd name="connsiteY558" fmla="*/ 180369 h 578229"/>
              <a:gd name="connsiteX559" fmla="*/ 458359 w 886248"/>
              <a:gd name="connsiteY559" fmla="*/ 183051 h 578229"/>
              <a:gd name="connsiteX560" fmla="*/ 486551 w 886248"/>
              <a:gd name="connsiteY560" fmla="*/ 218706 h 578229"/>
              <a:gd name="connsiteX561" fmla="*/ 499657 w 886248"/>
              <a:gd name="connsiteY561" fmla="*/ 244597 h 578229"/>
              <a:gd name="connsiteX562" fmla="*/ 639721 w 886248"/>
              <a:gd name="connsiteY562" fmla="*/ 258572 h 578229"/>
              <a:gd name="connsiteX563" fmla="*/ 607531 w 886248"/>
              <a:gd name="connsiteY563" fmla="*/ 224151 h 578229"/>
              <a:gd name="connsiteX564" fmla="*/ 562128 w 886248"/>
              <a:gd name="connsiteY564" fmla="*/ 180239 h 578229"/>
              <a:gd name="connsiteX565" fmla="*/ 457171 w 886248"/>
              <a:gd name="connsiteY565" fmla="*/ 57875 h 578229"/>
              <a:gd name="connsiteX566" fmla="*/ 441050 w 886248"/>
              <a:gd name="connsiteY566" fmla="*/ 33661 h 578229"/>
              <a:gd name="connsiteX567" fmla="*/ 441044 w 886248"/>
              <a:gd name="connsiteY567" fmla="*/ 26497 h 578229"/>
              <a:gd name="connsiteX568" fmla="*/ 490310 w 886248"/>
              <a:gd name="connsiteY568" fmla="*/ 82376 h 578229"/>
              <a:gd name="connsiteX569" fmla="*/ 532923 w 886248"/>
              <a:gd name="connsiteY569" fmla="*/ 130150 h 578229"/>
              <a:gd name="connsiteX570" fmla="*/ 586724 w 886248"/>
              <a:gd name="connsiteY570" fmla="*/ 190218 h 578229"/>
              <a:gd name="connsiteX571" fmla="*/ 708460 w 886248"/>
              <a:gd name="connsiteY571" fmla="*/ 260374 h 578229"/>
              <a:gd name="connsiteX572" fmla="*/ 696579 w 886248"/>
              <a:gd name="connsiteY572" fmla="*/ 238685 h 578229"/>
              <a:gd name="connsiteX573" fmla="*/ 676427 w 886248"/>
              <a:gd name="connsiteY573" fmla="*/ 200649 h 578229"/>
              <a:gd name="connsiteX574" fmla="*/ 681842 w 886248"/>
              <a:gd name="connsiteY574" fmla="*/ 196045 h 578229"/>
              <a:gd name="connsiteX575" fmla="*/ 699804 w 886248"/>
              <a:gd name="connsiteY575" fmla="*/ 218513 h 578229"/>
              <a:gd name="connsiteX576" fmla="*/ 722955 w 886248"/>
              <a:gd name="connsiteY576" fmla="*/ 240316 h 578229"/>
              <a:gd name="connsiteX577" fmla="*/ 722994 w 886248"/>
              <a:gd name="connsiteY577" fmla="*/ 240447 h 578229"/>
              <a:gd name="connsiteX578" fmla="*/ 643377 w 886248"/>
              <a:gd name="connsiteY578" fmla="*/ 263285 h 578229"/>
              <a:gd name="connsiteX579" fmla="*/ 639721 w 886248"/>
              <a:gd name="connsiteY579" fmla="*/ 258572 h 578229"/>
              <a:gd name="connsiteX580" fmla="*/ 642350 w 886248"/>
              <a:gd name="connsiteY580" fmla="*/ 261382 h 578229"/>
              <a:gd name="connsiteX581" fmla="*/ 559617 w 886248"/>
              <a:gd name="connsiteY581" fmla="*/ 270255 h 578229"/>
              <a:gd name="connsiteX582" fmla="*/ 549569 w 886248"/>
              <a:gd name="connsiteY582" fmla="*/ 261472 h 578229"/>
              <a:gd name="connsiteX583" fmla="*/ 523972 w 886248"/>
              <a:gd name="connsiteY583" fmla="*/ 226392 h 578229"/>
              <a:gd name="connsiteX584" fmla="*/ 493040 w 886248"/>
              <a:gd name="connsiteY584" fmla="*/ 184919 h 578229"/>
              <a:gd name="connsiteX585" fmla="*/ 493546 w 886248"/>
              <a:gd name="connsiteY585" fmla="*/ 185418 h 578229"/>
              <a:gd name="connsiteX586" fmla="*/ 531676 w 886248"/>
              <a:gd name="connsiteY586" fmla="*/ 233215 h 578229"/>
              <a:gd name="connsiteX587" fmla="*/ 653035 w 886248"/>
              <a:gd name="connsiteY587" fmla="*/ 272807 h 578229"/>
              <a:gd name="connsiteX588" fmla="*/ 642350 w 886248"/>
              <a:gd name="connsiteY588" fmla="*/ 261382 h 578229"/>
              <a:gd name="connsiteX589" fmla="*/ 625135 w 886248"/>
              <a:gd name="connsiteY589" fmla="*/ 229469 h 578229"/>
              <a:gd name="connsiteX590" fmla="*/ 655422 w 886248"/>
              <a:gd name="connsiteY590" fmla="*/ 260409 h 578229"/>
              <a:gd name="connsiteX591" fmla="*/ 349069 w 886248"/>
              <a:gd name="connsiteY591" fmla="*/ 275818 h 578229"/>
              <a:gd name="connsiteX592" fmla="*/ 324720 w 886248"/>
              <a:gd name="connsiteY592" fmla="*/ 261796 h 578229"/>
              <a:gd name="connsiteX593" fmla="*/ 304164 w 886248"/>
              <a:gd name="connsiteY593" fmla="*/ 230364 h 578229"/>
              <a:gd name="connsiteX594" fmla="*/ 321897 w 886248"/>
              <a:gd name="connsiteY594" fmla="*/ 241730 h 578229"/>
              <a:gd name="connsiteX595" fmla="*/ 539354 w 886248"/>
              <a:gd name="connsiteY595" fmla="*/ 276371 h 578229"/>
              <a:gd name="connsiteX596" fmla="*/ 531450 w 886248"/>
              <a:gd name="connsiteY596" fmla="*/ 269149 h 578229"/>
              <a:gd name="connsiteX597" fmla="*/ 486945 w 886248"/>
              <a:gd name="connsiteY597" fmla="*/ 219204 h 578229"/>
              <a:gd name="connsiteX598" fmla="*/ 486551 w 886248"/>
              <a:gd name="connsiteY598" fmla="*/ 218706 h 578229"/>
              <a:gd name="connsiteX599" fmla="*/ 473281 w 886248"/>
              <a:gd name="connsiteY599" fmla="*/ 192489 h 578229"/>
              <a:gd name="connsiteX600" fmla="*/ 505257 w 886248"/>
              <a:gd name="connsiteY600" fmla="*/ 222648 h 578229"/>
              <a:gd name="connsiteX601" fmla="*/ 514090 w 886248"/>
              <a:gd name="connsiteY601" fmla="*/ 234074 h 578229"/>
              <a:gd name="connsiteX602" fmla="*/ 523389 w 886248"/>
              <a:gd name="connsiteY602" fmla="*/ 247150 h 578229"/>
              <a:gd name="connsiteX603" fmla="*/ 525104 w 886248"/>
              <a:gd name="connsiteY603" fmla="*/ 249302 h 578229"/>
              <a:gd name="connsiteX604" fmla="*/ 671103 w 886248"/>
              <a:gd name="connsiteY604" fmla="*/ 276430 h 578229"/>
              <a:gd name="connsiteX605" fmla="*/ 655422 w 886248"/>
              <a:gd name="connsiteY605" fmla="*/ 260409 h 578229"/>
              <a:gd name="connsiteX606" fmla="*/ 656019 w 886248"/>
              <a:gd name="connsiteY606" fmla="*/ 257307 h 578229"/>
              <a:gd name="connsiteX607" fmla="*/ 473011 w 886248"/>
              <a:gd name="connsiteY607" fmla="*/ 277806 h 578229"/>
              <a:gd name="connsiteX608" fmla="*/ 453935 w 886248"/>
              <a:gd name="connsiteY608" fmla="*/ 238789 h 578229"/>
              <a:gd name="connsiteX609" fmla="*/ 467490 w 886248"/>
              <a:gd name="connsiteY609" fmla="*/ 256028 h 578229"/>
              <a:gd name="connsiteX610" fmla="*/ 469728 w 886248"/>
              <a:gd name="connsiteY610" fmla="*/ 259294 h 578229"/>
              <a:gd name="connsiteX611" fmla="*/ 651942 w 886248"/>
              <a:gd name="connsiteY611" fmla="*/ 278481 h 578229"/>
              <a:gd name="connsiteX612" fmla="*/ 651056 w 886248"/>
              <a:gd name="connsiteY612" fmla="*/ 277522 h 578229"/>
              <a:gd name="connsiteX613" fmla="*/ 643377 w 886248"/>
              <a:gd name="connsiteY613" fmla="*/ 263285 h 578229"/>
              <a:gd name="connsiteX614" fmla="*/ 652583 w 886248"/>
              <a:gd name="connsiteY614" fmla="*/ 275159 h 578229"/>
              <a:gd name="connsiteX615" fmla="*/ 692903 w 886248"/>
              <a:gd name="connsiteY615" fmla="*/ 281702 h 578229"/>
              <a:gd name="connsiteX616" fmla="*/ 672862 w 886248"/>
              <a:gd name="connsiteY616" fmla="*/ 232340 h 578229"/>
              <a:gd name="connsiteX617" fmla="*/ 705824 w 886248"/>
              <a:gd name="connsiteY617" fmla="*/ 263988 h 578229"/>
              <a:gd name="connsiteX618" fmla="*/ 650927 w 886248"/>
              <a:gd name="connsiteY618" fmla="*/ 283765 h 578229"/>
              <a:gd name="connsiteX619" fmla="*/ 571531 w 886248"/>
              <a:gd name="connsiteY619" fmla="*/ 191202 h 578229"/>
              <a:gd name="connsiteX620" fmla="*/ 580672 w 886248"/>
              <a:gd name="connsiteY620" fmla="*/ 201428 h 578229"/>
              <a:gd name="connsiteX621" fmla="*/ 651056 w 886248"/>
              <a:gd name="connsiteY621" fmla="*/ 277522 h 578229"/>
              <a:gd name="connsiteX622" fmla="*/ 651846 w 886248"/>
              <a:gd name="connsiteY622" fmla="*/ 278987 h 578229"/>
              <a:gd name="connsiteX623" fmla="*/ 468818 w 886248"/>
              <a:gd name="connsiteY623" fmla="*/ 289632 h 578229"/>
              <a:gd name="connsiteX624" fmla="*/ 455569 w 886248"/>
              <a:gd name="connsiteY624" fmla="*/ 271419 h 578229"/>
              <a:gd name="connsiteX625" fmla="*/ 366390 w 886248"/>
              <a:gd name="connsiteY625" fmla="*/ 137270 h 578229"/>
              <a:gd name="connsiteX626" fmla="*/ 337668 w 886248"/>
              <a:gd name="connsiteY626" fmla="*/ 88012 h 578229"/>
              <a:gd name="connsiteX627" fmla="*/ 340339 w 886248"/>
              <a:gd name="connsiteY627" fmla="*/ 91430 h 578229"/>
              <a:gd name="connsiteX628" fmla="*/ 357164 w 886248"/>
              <a:gd name="connsiteY628" fmla="*/ 113035 h 578229"/>
              <a:gd name="connsiteX629" fmla="*/ 358962 w 886248"/>
              <a:gd name="connsiteY629" fmla="*/ 116143 h 578229"/>
              <a:gd name="connsiteX630" fmla="*/ 412750 w 886248"/>
              <a:gd name="connsiteY630" fmla="*/ 186407 h 578229"/>
              <a:gd name="connsiteX631" fmla="*/ 446050 w 886248"/>
              <a:gd name="connsiteY631" fmla="*/ 228759 h 578229"/>
              <a:gd name="connsiteX632" fmla="*/ 685970 w 886248"/>
              <a:gd name="connsiteY632" fmla="*/ 291206 h 578229"/>
              <a:gd name="connsiteX633" fmla="*/ 657191 w 886248"/>
              <a:gd name="connsiteY633" fmla="*/ 251220 h 578229"/>
              <a:gd name="connsiteX634" fmla="*/ 658017 w 886248"/>
              <a:gd name="connsiteY634" fmla="*/ 246921 h 578229"/>
              <a:gd name="connsiteX635" fmla="*/ 688913 w 886248"/>
              <a:gd name="connsiteY635" fmla="*/ 287172 h 578229"/>
              <a:gd name="connsiteX636" fmla="*/ 684427 w 886248"/>
              <a:gd name="connsiteY636" fmla="*/ 293322 h 578229"/>
              <a:gd name="connsiteX637" fmla="*/ 671103 w 886248"/>
              <a:gd name="connsiteY637" fmla="*/ 276430 h 578229"/>
              <a:gd name="connsiteX638" fmla="*/ 685798 w 886248"/>
              <a:gd name="connsiteY638" fmla="*/ 291443 h 578229"/>
              <a:gd name="connsiteX639" fmla="*/ 476087 w 886248"/>
              <a:gd name="connsiteY639" fmla="*/ 299627 h 578229"/>
              <a:gd name="connsiteX640" fmla="*/ 470301 w 886248"/>
              <a:gd name="connsiteY640" fmla="*/ 293715 h 578229"/>
              <a:gd name="connsiteX641" fmla="*/ 469781 w 886248"/>
              <a:gd name="connsiteY641" fmla="*/ 292206 h 578229"/>
              <a:gd name="connsiteX642" fmla="*/ 468818 w 886248"/>
              <a:gd name="connsiteY642" fmla="*/ 289632 h 578229"/>
              <a:gd name="connsiteX643" fmla="*/ 477138 w 886248"/>
              <a:gd name="connsiteY643" fmla="*/ 301070 h 578229"/>
              <a:gd name="connsiteX644" fmla="*/ 476087 w 886248"/>
              <a:gd name="connsiteY644" fmla="*/ 299627 h 578229"/>
              <a:gd name="connsiteX645" fmla="*/ 477058 w 886248"/>
              <a:gd name="connsiteY645" fmla="*/ 300618 h 578229"/>
              <a:gd name="connsiteX646" fmla="*/ 415768 w 886248"/>
              <a:gd name="connsiteY646" fmla="*/ 301892 h 578229"/>
              <a:gd name="connsiteX647" fmla="*/ 411242 w 886248"/>
              <a:gd name="connsiteY647" fmla="*/ 298991 h 578229"/>
              <a:gd name="connsiteX648" fmla="*/ 411119 w 886248"/>
              <a:gd name="connsiteY648" fmla="*/ 298829 h 578229"/>
              <a:gd name="connsiteX649" fmla="*/ 317285 w 886248"/>
              <a:gd name="connsiteY649" fmla="*/ 166403 h 578229"/>
              <a:gd name="connsiteX650" fmla="*/ 294614 w 886248"/>
              <a:gd name="connsiteY650" fmla="*/ 137182 h 578229"/>
              <a:gd name="connsiteX651" fmla="*/ 295515 w 886248"/>
              <a:gd name="connsiteY651" fmla="*/ 138050 h 578229"/>
              <a:gd name="connsiteX652" fmla="*/ 312061 w 886248"/>
              <a:gd name="connsiteY652" fmla="*/ 159278 h 578229"/>
              <a:gd name="connsiteX653" fmla="*/ 402594 w 886248"/>
              <a:gd name="connsiteY653" fmla="*/ 279514 h 578229"/>
              <a:gd name="connsiteX654" fmla="*/ 404356 w 886248"/>
              <a:gd name="connsiteY654" fmla="*/ 281943 h 578229"/>
              <a:gd name="connsiteX655" fmla="*/ 225005 w 886248"/>
              <a:gd name="connsiteY655" fmla="*/ 303062 h 578229"/>
              <a:gd name="connsiteX656" fmla="*/ 67282 w 886248"/>
              <a:gd name="connsiteY656" fmla="*/ 116506 h 578229"/>
              <a:gd name="connsiteX657" fmla="*/ 46585 w 886248"/>
              <a:gd name="connsiteY657" fmla="*/ 71662 h 578229"/>
              <a:gd name="connsiteX658" fmla="*/ 30967 w 886248"/>
              <a:gd name="connsiteY658" fmla="*/ 35838 h 578229"/>
              <a:gd name="connsiteX659" fmla="*/ 60863 w 886248"/>
              <a:gd name="connsiteY659" fmla="*/ 78512 h 578229"/>
              <a:gd name="connsiteX660" fmla="*/ 201950 w 886248"/>
              <a:gd name="connsiteY660" fmla="*/ 260364 h 578229"/>
              <a:gd name="connsiteX661" fmla="*/ 220231 w 886248"/>
              <a:gd name="connsiteY661" fmla="*/ 295481 h 578229"/>
              <a:gd name="connsiteX662" fmla="*/ 676157 w 886248"/>
              <a:gd name="connsiteY662" fmla="*/ 304660 h 578229"/>
              <a:gd name="connsiteX663" fmla="*/ 671815 w 886248"/>
              <a:gd name="connsiteY663" fmla="*/ 299967 h 578229"/>
              <a:gd name="connsiteX664" fmla="*/ 652583 w 886248"/>
              <a:gd name="connsiteY664" fmla="*/ 275159 h 578229"/>
              <a:gd name="connsiteX665" fmla="*/ 653035 w 886248"/>
              <a:gd name="connsiteY665" fmla="*/ 272807 h 578229"/>
              <a:gd name="connsiteX666" fmla="*/ 679079 w 886248"/>
              <a:gd name="connsiteY666" fmla="*/ 300655 h 578229"/>
              <a:gd name="connsiteX667" fmla="*/ 579934 w 886248"/>
              <a:gd name="connsiteY667" fmla="*/ 305164 h 578229"/>
              <a:gd name="connsiteX668" fmla="*/ 550139 w 886248"/>
              <a:gd name="connsiteY668" fmla="*/ 277041 h 578229"/>
              <a:gd name="connsiteX669" fmla="*/ 533194 w 886248"/>
              <a:gd name="connsiteY669" fmla="*/ 259443 h 578229"/>
              <a:gd name="connsiteX670" fmla="*/ 525104 w 886248"/>
              <a:gd name="connsiteY670" fmla="*/ 249302 h 578229"/>
              <a:gd name="connsiteX671" fmla="*/ 516121 w 886248"/>
              <a:gd name="connsiteY671" fmla="*/ 232237 h 578229"/>
              <a:gd name="connsiteX672" fmla="*/ 549569 w 886248"/>
              <a:gd name="connsiteY672" fmla="*/ 261472 h 578229"/>
              <a:gd name="connsiteX673" fmla="*/ 575244 w 886248"/>
              <a:gd name="connsiteY673" fmla="*/ 296661 h 578229"/>
              <a:gd name="connsiteX674" fmla="*/ 578477 w 886248"/>
              <a:gd name="connsiteY674" fmla="*/ 301174 h 578229"/>
              <a:gd name="connsiteX675" fmla="*/ 672799 w 886248"/>
              <a:gd name="connsiteY675" fmla="*/ 309264 h 578229"/>
              <a:gd name="connsiteX676" fmla="*/ 660348 w 886248"/>
              <a:gd name="connsiteY676" fmla="*/ 294749 h 578229"/>
              <a:gd name="connsiteX677" fmla="*/ 651846 w 886248"/>
              <a:gd name="connsiteY677" fmla="*/ 278987 h 578229"/>
              <a:gd name="connsiteX678" fmla="*/ 651942 w 886248"/>
              <a:gd name="connsiteY678" fmla="*/ 278481 h 578229"/>
              <a:gd name="connsiteX679" fmla="*/ 671815 w 886248"/>
              <a:gd name="connsiteY679" fmla="*/ 299967 h 578229"/>
              <a:gd name="connsiteX680" fmla="*/ 675816 w 886248"/>
              <a:gd name="connsiteY680" fmla="*/ 305127 h 578229"/>
              <a:gd name="connsiteX681" fmla="*/ 427765 w 886248"/>
              <a:gd name="connsiteY681" fmla="*/ 309579 h 578229"/>
              <a:gd name="connsiteX682" fmla="*/ 421479 w 886248"/>
              <a:gd name="connsiteY682" fmla="*/ 305551 h 578229"/>
              <a:gd name="connsiteX683" fmla="*/ 404356 w 886248"/>
              <a:gd name="connsiteY683" fmla="*/ 281943 h 578229"/>
              <a:gd name="connsiteX684" fmla="*/ 363452 w 886248"/>
              <a:gd name="connsiteY684" fmla="*/ 210448 h 578229"/>
              <a:gd name="connsiteX685" fmla="*/ 380074 w 886248"/>
              <a:gd name="connsiteY685" fmla="*/ 229198 h 578229"/>
              <a:gd name="connsiteX686" fmla="*/ 477492 w 886248"/>
              <a:gd name="connsiteY686" fmla="*/ 314542 h 578229"/>
              <a:gd name="connsiteX687" fmla="*/ 475497 w 886248"/>
              <a:gd name="connsiteY687" fmla="*/ 312562 h 578229"/>
              <a:gd name="connsiteX688" fmla="*/ 396032 w 886248"/>
              <a:gd name="connsiteY688" fmla="*/ 221848 h 578229"/>
              <a:gd name="connsiteX689" fmla="*/ 338715 w 886248"/>
              <a:gd name="connsiteY689" fmla="*/ 156204 h 578229"/>
              <a:gd name="connsiteX690" fmla="*/ 295001 w 886248"/>
              <a:gd name="connsiteY690" fmla="*/ 103020 h 578229"/>
              <a:gd name="connsiteX691" fmla="*/ 235696 w 886248"/>
              <a:gd name="connsiteY691" fmla="*/ 13501 h 578229"/>
              <a:gd name="connsiteX692" fmla="*/ 226923 w 886248"/>
              <a:gd name="connsiteY692" fmla="*/ 0 h 578229"/>
              <a:gd name="connsiteX693" fmla="*/ 268310 w 886248"/>
              <a:gd name="connsiteY693" fmla="*/ 0 h 578229"/>
              <a:gd name="connsiteX694" fmla="*/ 272138 w 886248"/>
              <a:gd name="connsiteY694" fmla="*/ 4232 h 578229"/>
              <a:gd name="connsiteX695" fmla="*/ 290800 w 886248"/>
              <a:gd name="connsiteY695" fmla="*/ 28047 h 578229"/>
              <a:gd name="connsiteX696" fmla="*/ 293463 w 886248"/>
              <a:gd name="connsiteY696" fmla="*/ 31453 h 578229"/>
              <a:gd name="connsiteX697" fmla="*/ 293844 w 886248"/>
              <a:gd name="connsiteY697" fmla="*/ 32210 h 578229"/>
              <a:gd name="connsiteX698" fmla="*/ 468069 w 886248"/>
              <a:gd name="connsiteY698" fmla="*/ 291434 h 578229"/>
              <a:gd name="connsiteX699" fmla="*/ 470301 w 886248"/>
              <a:gd name="connsiteY699" fmla="*/ 293715 h 578229"/>
              <a:gd name="connsiteX700" fmla="*/ 491255 w 886248"/>
              <a:gd name="connsiteY700" fmla="*/ 315121 h 578229"/>
              <a:gd name="connsiteX701" fmla="*/ 477058 w 886248"/>
              <a:gd name="connsiteY701" fmla="*/ 300618 h 578229"/>
              <a:gd name="connsiteX702" fmla="*/ 473011 w 886248"/>
              <a:gd name="connsiteY702" fmla="*/ 277806 h 578229"/>
              <a:gd name="connsiteX703" fmla="*/ 647746 w 886248"/>
              <a:gd name="connsiteY703" fmla="*/ 318456 h 578229"/>
              <a:gd name="connsiteX704" fmla="*/ 590099 w 886248"/>
              <a:gd name="connsiteY704" fmla="*/ 260153 h 578229"/>
              <a:gd name="connsiteX705" fmla="*/ 536360 w 886248"/>
              <a:gd name="connsiteY705" fmla="*/ 209906 h 578229"/>
              <a:gd name="connsiteX706" fmla="*/ 509470 w 886248"/>
              <a:gd name="connsiteY706" fmla="*/ 185435 h 578229"/>
              <a:gd name="connsiteX707" fmla="*/ 472606 w 886248"/>
              <a:gd name="connsiteY707" fmla="*/ 135535 h 578229"/>
              <a:gd name="connsiteX708" fmla="*/ 468832 w 886248"/>
              <a:gd name="connsiteY708" fmla="*/ 131026 h 578229"/>
              <a:gd name="connsiteX709" fmla="*/ 461866 w 886248"/>
              <a:gd name="connsiteY709" fmla="*/ 113544 h 578229"/>
              <a:gd name="connsiteX710" fmla="*/ 479209 w 886248"/>
              <a:gd name="connsiteY710" fmla="*/ 132068 h 578229"/>
              <a:gd name="connsiteX711" fmla="*/ 605845 w 886248"/>
              <a:gd name="connsiteY711" fmla="*/ 272908 h 578229"/>
              <a:gd name="connsiteX712" fmla="*/ 647755 w 886248"/>
              <a:gd name="connsiteY712" fmla="*/ 317749 h 578229"/>
              <a:gd name="connsiteX713" fmla="*/ 426292 w 886248"/>
              <a:gd name="connsiteY713" fmla="*/ 320286 h 578229"/>
              <a:gd name="connsiteX714" fmla="*/ 364044 w 886248"/>
              <a:gd name="connsiteY714" fmla="*/ 284442 h 578229"/>
              <a:gd name="connsiteX715" fmla="*/ 339819 w 886248"/>
              <a:gd name="connsiteY715" fmla="*/ 253215 h 578229"/>
              <a:gd name="connsiteX716" fmla="*/ 411242 w 886248"/>
              <a:gd name="connsiteY716" fmla="*/ 298991 h 578229"/>
              <a:gd name="connsiteX717" fmla="*/ 417261 w 886248"/>
              <a:gd name="connsiteY717" fmla="*/ 306866 h 578229"/>
              <a:gd name="connsiteX718" fmla="*/ 421362 w 886248"/>
              <a:gd name="connsiteY718" fmla="*/ 311669 h 578229"/>
              <a:gd name="connsiteX719" fmla="*/ 598978 w 886248"/>
              <a:gd name="connsiteY719" fmla="*/ 322509 h 578229"/>
              <a:gd name="connsiteX720" fmla="*/ 584015 w 886248"/>
              <a:gd name="connsiteY720" fmla="*/ 308906 h 578229"/>
              <a:gd name="connsiteX721" fmla="*/ 578477 w 886248"/>
              <a:gd name="connsiteY721" fmla="*/ 301174 h 578229"/>
              <a:gd name="connsiteX722" fmla="*/ 574284 w 886248"/>
              <a:gd name="connsiteY722" fmla="*/ 289700 h 578229"/>
              <a:gd name="connsiteX723" fmla="*/ 559617 w 886248"/>
              <a:gd name="connsiteY723" fmla="*/ 270255 h 578229"/>
              <a:gd name="connsiteX724" fmla="*/ 577724 w 886248"/>
              <a:gd name="connsiteY724" fmla="*/ 286082 h 578229"/>
              <a:gd name="connsiteX725" fmla="*/ 583034 w 886248"/>
              <a:gd name="connsiteY725" fmla="*/ 294806 h 578229"/>
              <a:gd name="connsiteX726" fmla="*/ 596777 w 886248"/>
              <a:gd name="connsiteY726" fmla="*/ 319038 h 578229"/>
              <a:gd name="connsiteX727" fmla="*/ 436377 w 886248"/>
              <a:gd name="connsiteY727" fmla="*/ 326094 h 578229"/>
              <a:gd name="connsiteX728" fmla="*/ 431067 w 886248"/>
              <a:gd name="connsiteY728" fmla="*/ 323034 h 578229"/>
              <a:gd name="connsiteX729" fmla="*/ 421362 w 886248"/>
              <a:gd name="connsiteY729" fmla="*/ 311669 h 578229"/>
              <a:gd name="connsiteX730" fmla="*/ 415768 w 886248"/>
              <a:gd name="connsiteY730" fmla="*/ 301892 h 578229"/>
              <a:gd name="connsiteX731" fmla="*/ 421479 w 886248"/>
              <a:gd name="connsiteY731" fmla="*/ 305551 h 578229"/>
              <a:gd name="connsiteX732" fmla="*/ 481680 w 886248"/>
              <a:gd name="connsiteY732" fmla="*/ 326672 h 578229"/>
              <a:gd name="connsiteX733" fmla="*/ 477492 w 886248"/>
              <a:gd name="connsiteY733" fmla="*/ 314542 h 578229"/>
              <a:gd name="connsiteX734" fmla="*/ 479963 w 886248"/>
              <a:gd name="connsiteY734" fmla="*/ 316996 h 578229"/>
              <a:gd name="connsiteX735" fmla="*/ 658345 w 886248"/>
              <a:gd name="connsiteY735" fmla="*/ 329080 h 578229"/>
              <a:gd name="connsiteX736" fmla="*/ 647755 w 886248"/>
              <a:gd name="connsiteY736" fmla="*/ 317749 h 578229"/>
              <a:gd name="connsiteX737" fmla="*/ 647979 w 886248"/>
              <a:gd name="connsiteY737" fmla="*/ 299075 h 578229"/>
              <a:gd name="connsiteX738" fmla="*/ 650927 w 886248"/>
              <a:gd name="connsiteY738" fmla="*/ 283765 h 578229"/>
              <a:gd name="connsiteX739" fmla="*/ 660348 w 886248"/>
              <a:gd name="connsiteY739" fmla="*/ 294749 h 578229"/>
              <a:gd name="connsiteX740" fmla="*/ 670142 w 886248"/>
              <a:gd name="connsiteY740" fmla="*/ 312906 h 578229"/>
              <a:gd name="connsiteX741" fmla="*/ 601188 w 886248"/>
              <a:gd name="connsiteY741" fmla="*/ 332877 h 578229"/>
              <a:gd name="connsiteX742" fmla="*/ 584481 w 886248"/>
              <a:gd name="connsiteY742" fmla="*/ 317610 h 578229"/>
              <a:gd name="connsiteX743" fmla="*/ 579934 w 886248"/>
              <a:gd name="connsiteY743" fmla="*/ 305164 h 578229"/>
              <a:gd name="connsiteX744" fmla="*/ 580855 w 886248"/>
              <a:gd name="connsiteY744" fmla="*/ 306032 h 578229"/>
              <a:gd name="connsiteX745" fmla="*/ 584015 w 886248"/>
              <a:gd name="connsiteY745" fmla="*/ 308906 h 578229"/>
              <a:gd name="connsiteX746" fmla="*/ 442864 w 886248"/>
              <a:gd name="connsiteY746" fmla="*/ 335030 h 578229"/>
              <a:gd name="connsiteX747" fmla="*/ 440615 w 886248"/>
              <a:gd name="connsiteY747" fmla="*/ 331936 h 578229"/>
              <a:gd name="connsiteX748" fmla="*/ 436377 w 886248"/>
              <a:gd name="connsiteY748" fmla="*/ 326094 h 578229"/>
              <a:gd name="connsiteX749" fmla="*/ 438177 w 886248"/>
              <a:gd name="connsiteY749" fmla="*/ 327129 h 578229"/>
              <a:gd name="connsiteX750" fmla="*/ 638120 w 886248"/>
              <a:gd name="connsiteY750" fmla="*/ 337470 h 578229"/>
              <a:gd name="connsiteX751" fmla="*/ 604312 w 886248"/>
              <a:gd name="connsiteY751" fmla="*/ 309322 h 578229"/>
              <a:gd name="connsiteX752" fmla="*/ 577724 w 886248"/>
              <a:gd name="connsiteY752" fmla="*/ 286082 h 578229"/>
              <a:gd name="connsiteX753" fmla="*/ 562861 w 886248"/>
              <a:gd name="connsiteY753" fmla="*/ 261664 h 578229"/>
              <a:gd name="connsiteX754" fmla="*/ 549926 w 886248"/>
              <a:gd name="connsiteY754" fmla="*/ 242661 h 578229"/>
              <a:gd name="connsiteX755" fmla="*/ 503682 w 886248"/>
              <a:gd name="connsiteY755" fmla="*/ 340543 h 578229"/>
              <a:gd name="connsiteX756" fmla="*/ 479963 w 886248"/>
              <a:gd name="connsiteY756" fmla="*/ 316996 h 578229"/>
              <a:gd name="connsiteX757" fmla="*/ 477138 w 886248"/>
              <a:gd name="connsiteY757" fmla="*/ 301070 h 578229"/>
              <a:gd name="connsiteX758" fmla="*/ 499242 w 886248"/>
              <a:gd name="connsiteY758" fmla="*/ 331460 h 578229"/>
              <a:gd name="connsiteX759" fmla="*/ 481510 w 886248"/>
              <a:gd name="connsiteY759" fmla="*/ 341401 h 578229"/>
              <a:gd name="connsiteX760" fmla="*/ 453603 w 886248"/>
              <a:gd name="connsiteY760" fmla="*/ 325932 h 578229"/>
              <a:gd name="connsiteX761" fmla="*/ 410958 w 886248"/>
              <a:gd name="connsiteY761" fmla="*/ 264035 h 578229"/>
              <a:gd name="connsiteX762" fmla="*/ 380074 w 886248"/>
              <a:gd name="connsiteY762" fmla="*/ 229198 h 578229"/>
              <a:gd name="connsiteX763" fmla="*/ 367545 w 886248"/>
              <a:gd name="connsiteY763" fmla="*/ 208080 h 578229"/>
              <a:gd name="connsiteX764" fmla="*/ 310383 w 886248"/>
              <a:gd name="connsiteY764" fmla="*/ 128706 h 578229"/>
              <a:gd name="connsiteX765" fmla="*/ 304516 w 886248"/>
              <a:gd name="connsiteY765" fmla="*/ 119735 h 578229"/>
              <a:gd name="connsiteX766" fmla="*/ 316706 w 886248"/>
              <a:gd name="connsiteY766" fmla="*/ 130997 h 578229"/>
              <a:gd name="connsiteX767" fmla="*/ 338715 w 886248"/>
              <a:gd name="connsiteY767" fmla="*/ 156204 h 578229"/>
              <a:gd name="connsiteX768" fmla="*/ 355705 w 886248"/>
              <a:gd name="connsiteY768" fmla="*/ 176874 h 578229"/>
              <a:gd name="connsiteX769" fmla="*/ 417808 w 886248"/>
              <a:gd name="connsiteY769" fmla="*/ 249757 h 578229"/>
              <a:gd name="connsiteX770" fmla="*/ 480711 w 886248"/>
              <a:gd name="connsiteY770" fmla="*/ 340114 h 578229"/>
              <a:gd name="connsiteX771" fmla="*/ 465118 w 886248"/>
              <a:gd name="connsiteY771" fmla="*/ 342644 h 578229"/>
              <a:gd name="connsiteX772" fmla="*/ 438177 w 886248"/>
              <a:gd name="connsiteY772" fmla="*/ 327129 h 578229"/>
              <a:gd name="connsiteX773" fmla="*/ 427765 w 886248"/>
              <a:gd name="connsiteY773" fmla="*/ 309579 h 578229"/>
              <a:gd name="connsiteX774" fmla="*/ 451202 w 886248"/>
              <a:gd name="connsiteY774" fmla="*/ 324601 h 578229"/>
              <a:gd name="connsiteX775" fmla="*/ 453603 w 886248"/>
              <a:gd name="connsiteY775" fmla="*/ 325932 h 578229"/>
              <a:gd name="connsiteX776" fmla="*/ 647439 w 886248"/>
              <a:gd name="connsiteY776" fmla="*/ 344031 h 578229"/>
              <a:gd name="connsiteX777" fmla="*/ 647746 w 886248"/>
              <a:gd name="connsiteY777" fmla="*/ 318456 h 578229"/>
              <a:gd name="connsiteX778" fmla="*/ 658305 w 886248"/>
              <a:gd name="connsiteY778" fmla="*/ 329134 h 578229"/>
              <a:gd name="connsiteX779" fmla="*/ 488008 w 886248"/>
              <a:gd name="connsiteY779" fmla="*/ 345002 h 578229"/>
              <a:gd name="connsiteX780" fmla="*/ 485293 w 886248"/>
              <a:gd name="connsiteY780" fmla="*/ 343497 h 578229"/>
              <a:gd name="connsiteX781" fmla="*/ 482924 w 886248"/>
              <a:gd name="connsiteY781" fmla="*/ 333690 h 578229"/>
              <a:gd name="connsiteX782" fmla="*/ 481680 w 886248"/>
              <a:gd name="connsiteY782" fmla="*/ 326672 h 578229"/>
              <a:gd name="connsiteX783" fmla="*/ 450813 w 886248"/>
              <a:gd name="connsiteY783" fmla="*/ 345963 h 578229"/>
              <a:gd name="connsiteX784" fmla="*/ 446113 w 886248"/>
              <a:gd name="connsiteY784" fmla="*/ 340505 h 578229"/>
              <a:gd name="connsiteX785" fmla="*/ 442864 w 886248"/>
              <a:gd name="connsiteY785" fmla="*/ 335030 h 578229"/>
              <a:gd name="connsiteX786" fmla="*/ 645935 w 886248"/>
              <a:gd name="connsiteY786" fmla="*/ 346094 h 578229"/>
              <a:gd name="connsiteX787" fmla="*/ 638823 w 886248"/>
              <a:gd name="connsiteY787" fmla="*/ 338227 h 578229"/>
              <a:gd name="connsiteX788" fmla="*/ 638120 w 886248"/>
              <a:gd name="connsiteY788" fmla="*/ 337470 h 578229"/>
              <a:gd name="connsiteX789" fmla="*/ 646895 w 886248"/>
              <a:gd name="connsiteY789" fmla="*/ 344777 h 578229"/>
              <a:gd name="connsiteX790" fmla="*/ 486865 w 886248"/>
              <a:gd name="connsiteY790" fmla="*/ 350016 h 578229"/>
              <a:gd name="connsiteX791" fmla="*/ 481510 w 886248"/>
              <a:gd name="connsiteY791" fmla="*/ 341401 h 578229"/>
              <a:gd name="connsiteX792" fmla="*/ 485293 w 886248"/>
              <a:gd name="connsiteY792" fmla="*/ 343497 h 578229"/>
              <a:gd name="connsiteX793" fmla="*/ 491853 w 886248"/>
              <a:gd name="connsiteY793" fmla="*/ 358040 h 578229"/>
              <a:gd name="connsiteX794" fmla="*/ 488310 w 886248"/>
              <a:gd name="connsiteY794" fmla="*/ 356000 h 578229"/>
              <a:gd name="connsiteX795" fmla="*/ 486865 w 886248"/>
              <a:gd name="connsiteY795" fmla="*/ 350016 h 578229"/>
              <a:gd name="connsiteX796" fmla="*/ 493326 w 886248"/>
              <a:gd name="connsiteY796" fmla="*/ 360409 h 578229"/>
              <a:gd name="connsiteX797" fmla="*/ 491853 w 886248"/>
              <a:gd name="connsiteY797" fmla="*/ 358040 h 578229"/>
              <a:gd name="connsiteX798" fmla="*/ 492671 w 886248"/>
              <a:gd name="connsiteY798" fmla="*/ 358510 h 578229"/>
              <a:gd name="connsiteX799" fmla="*/ 633624 w 886248"/>
              <a:gd name="connsiteY799" fmla="*/ 362972 h 578229"/>
              <a:gd name="connsiteX800" fmla="*/ 611589 w 886248"/>
              <a:gd name="connsiteY800" fmla="*/ 342393 h 578229"/>
              <a:gd name="connsiteX801" fmla="*/ 598978 w 886248"/>
              <a:gd name="connsiteY801" fmla="*/ 322509 h 578229"/>
              <a:gd name="connsiteX802" fmla="*/ 631974 w 886248"/>
              <a:gd name="connsiteY802" fmla="*/ 352503 h 578229"/>
              <a:gd name="connsiteX803" fmla="*/ 637849 w 886248"/>
              <a:gd name="connsiteY803" fmla="*/ 357179 h 578229"/>
              <a:gd name="connsiteX804" fmla="*/ 523335 w 886248"/>
              <a:gd name="connsiteY804" fmla="*/ 364585 h 578229"/>
              <a:gd name="connsiteX805" fmla="*/ 512500 w 886248"/>
              <a:gd name="connsiteY805" fmla="*/ 358578 h 578229"/>
              <a:gd name="connsiteX806" fmla="*/ 503682 w 886248"/>
              <a:gd name="connsiteY806" fmla="*/ 340543 h 578229"/>
              <a:gd name="connsiteX807" fmla="*/ 511476 w 886248"/>
              <a:gd name="connsiteY807" fmla="*/ 348279 h 578229"/>
              <a:gd name="connsiteX808" fmla="*/ 627746 w 886248"/>
              <a:gd name="connsiteY808" fmla="*/ 371031 h 578229"/>
              <a:gd name="connsiteX809" fmla="*/ 625124 w 886248"/>
              <a:gd name="connsiteY809" fmla="*/ 366781 h 578229"/>
              <a:gd name="connsiteX810" fmla="*/ 610759 w 886248"/>
              <a:gd name="connsiteY810" fmla="*/ 346235 h 578229"/>
              <a:gd name="connsiteX811" fmla="*/ 601188 w 886248"/>
              <a:gd name="connsiteY811" fmla="*/ 332877 h 578229"/>
              <a:gd name="connsiteX812" fmla="*/ 610990 w 886248"/>
              <a:gd name="connsiteY812" fmla="*/ 341833 h 578229"/>
              <a:gd name="connsiteX813" fmla="*/ 611589 w 886248"/>
              <a:gd name="connsiteY813" fmla="*/ 342393 h 578229"/>
              <a:gd name="connsiteX814" fmla="*/ 611742 w 886248"/>
              <a:gd name="connsiteY814" fmla="*/ 342634 h 578229"/>
              <a:gd name="connsiteX815" fmla="*/ 630515 w 886248"/>
              <a:gd name="connsiteY815" fmla="*/ 367234 h 578229"/>
              <a:gd name="connsiteX816" fmla="*/ 520122 w 886248"/>
              <a:gd name="connsiteY816" fmla="*/ 374168 h 578229"/>
              <a:gd name="connsiteX817" fmla="*/ 516639 w 886248"/>
              <a:gd name="connsiteY817" fmla="*/ 372313 h 578229"/>
              <a:gd name="connsiteX818" fmla="*/ 492671 w 886248"/>
              <a:gd name="connsiteY818" fmla="*/ 358510 h 578229"/>
              <a:gd name="connsiteX819" fmla="*/ 488008 w 886248"/>
              <a:gd name="connsiteY819" fmla="*/ 345002 h 578229"/>
              <a:gd name="connsiteX820" fmla="*/ 512500 w 886248"/>
              <a:gd name="connsiteY820" fmla="*/ 358578 h 578229"/>
              <a:gd name="connsiteX821" fmla="*/ 551195 w 886248"/>
              <a:gd name="connsiteY821" fmla="*/ 380027 h 578229"/>
              <a:gd name="connsiteX822" fmla="*/ 534002 w 886248"/>
              <a:gd name="connsiteY822" fmla="*/ 370497 h 578229"/>
              <a:gd name="connsiteX823" fmla="*/ 531695 w 886248"/>
              <a:gd name="connsiteY823" fmla="*/ 368351 h 578229"/>
              <a:gd name="connsiteX824" fmla="*/ 511476 w 886248"/>
              <a:gd name="connsiteY824" fmla="*/ 348279 h 578229"/>
              <a:gd name="connsiteX825" fmla="*/ 499242 w 886248"/>
              <a:gd name="connsiteY825" fmla="*/ 331460 h 578229"/>
              <a:gd name="connsiteX826" fmla="*/ 491255 w 886248"/>
              <a:gd name="connsiteY826" fmla="*/ 315121 h 578229"/>
              <a:gd name="connsiteX827" fmla="*/ 532897 w 886248"/>
              <a:gd name="connsiteY827" fmla="*/ 357664 h 578229"/>
              <a:gd name="connsiteX828" fmla="*/ 544144 w 886248"/>
              <a:gd name="connsiteY828" fmla="*/ 369154 h 578229"/>
              <a:gd name="connsiteX829" fmla="*/ 495858 w 886248"/>
              <a:gd name="connsiteY829" fmla="*/ 387259 h 578229"/>
              <a:gd name="connsiteX830" fmla="*/ 465118 w 886248"/>
              <a:gd name="connsiteY830" fmla="*/ 342644 h 578229"/>
              <a:gd name="connsiteX831" fmla="*/ 488310 w 886248"/>
              <a:gd name="connsiteY831" fmla="*/ 356000 h 578229"/>
              <a:gd name="connsiteX832" fmla="*/ 573134 w 886248"/>
              <a:gd name="connsiteY832" fmla="*/ 392189 h 578229"/>
              <a:gd name="connsiteX833" fmla="*/ 559047 w 886248"/>
              <a:gd name="connsiteY833" fmla="*/ 384380 h 578229"/>
              <a:gd name="connsiteX834" fmla="*/ 544144 w 886248"/>
              <a:gd name="connsiteY834" fmla="*/ 369154 h 578229"/>
              <a:gd name="connsiteX835" fmla="*/ 529173 w 886248"/>
              <a:gd name="connsiteY835" fmla="*/ 346068 h 578229"/>
              <a:gd name="connsiteX836" fmla="*/ 469728 w 886248"/>
              <a:gd name="connsiteY836" fmla="*/ 259294 h 578229"/>
              <a:gd name="connsiteX837" fmla="*/ 469420 w 886248"/>
              <a:gd name="connsiteY837" fmla="*/ 257565 h 578229"/>
              <a:gd name="connsiteX838" fmla="*/ 494267 w 886248"/>
              <a:gd name="connsiteY838" fmla="*/ 289634 h 578229"/>
              <a:gd name="connsiteX839" fmla="*/ 602229 w 886248"/>
              <a:gd name="connsiteY839" fmla="*/ 393509 h 578229"/>
              <a:gd name="connsiteX840" fmla="*/ 598960 w 886248"/>
              <a:gd name="connsiteY840" fmla="*/ 388599 h 578229"/>
              <a:gd name="connsiteX841" fmla="*/ 587754 w 886248"/>
              <a:gd name="connsiteY841" fmla="*/ 368321 h 578229"/>
              <a:gd name="connsiteX842" fmla="*/ 539354 w 886248"/>
              <a:gd name="connsiteY842" fmla="*/ 276371 h 578229"/>
              <a:gd name="connsiteX843" fmla="*/ 584481 w 886248"/>
              <a:gd name="connsiteY843" fmla="*/ 317610 h 578229"/>
              <a:gd name="connsiteX844" fmla="*/ 595608 w 886248"/>
              <a:gd name="connsiteY844" fmla="*/ 348064 h 578229"/>
              <a:gd name="connsiteX845" fmla="*/ 561802 w 886248"/>
              <a:gd name="connsiteY845" fmla="*/ 396385 h 578229"/>
              <a:gd name="connsiteX846" fmla="*/ 536756 w 886248"/>
              <a:gd name="connsiteY846" fmla="*/ 383035 h 578229"/>
              <a:gd name="connsiteX847" fmla="*/ 523335 w 886248"/>
              <a:gd name="connsiteY847" fmla="*/ 364585 h 578229"/>
              <a:gd name="connsiteX848" fmla="*/ 534002 w 886248"/>
              <a:gd name="connsiteY848" fmla="*/ 370497 h 578229"/>
              <a:gd name="connsiteX849" fmla="*/ 561759 w 886248"/>
              <a:gd name="connsiteY849" fmla="*/ 396317 h 578229"/>
              <a:gd name="connsiteX850" fmla="*/ 605844 w 886248"/>
              <a:gd name="connsiteY850" fmla="*/ 401057 h 578229"/>
              <a:gd name="connsiteX851" fmla="*/ 602427 w 886248"/>
              <a:gd name="connsiteY851" fmla="*/ 394872 h 578229"/>
              <a:gd name="connsiteX852" fmla="*/ 602229 w 886248"/>
              <a:gd name="connsiteY852" fmla="*/ 393509 h 578229"/>
              <a:gd name="connsiteX853" fmla="*/ 606580 w 886248"/>
              <a:gd name="connsiteY853" fmla="*/ 400048 h 578229"/>
              <a:gd name="connsiteX854" fmla="*/ 580610 w 886248"/>
              <a:gd name="connsiteY854" fmla="*/ 406408 h 578229"/>
              <a:gd name="connsiteX855" fmla="*/ 561870 w 886248"/>
              <a:gd name="connsiteY855" fmla="*/ 396420 h 578229"/>
              <a:gd name="connsiteX856" fmla="*/ 561759 w 886248"/>
              <a:gd name="connsiteY856" fmla="*/ 396317 h 578229"/>
              <a:gd name="connsiteX857" fmla="*/ 551195 w 886248"/>
              <a:gd name="connsiteY857" fmla="*/ 380027 h 578229"/>
              <a:gd name="connsiteX858" fmla="*/ 559047 w 886248"/>
              <a:gd name="connsiteY858" fmla="*/ 384380 h 578229"/>
              <a:gd name="connsiteX859" fmla="*/ 601033 w 886248"/>
              <a:gd name="connsiteY859" fmla="*/ 407652 h 578229"/>
              <a:gd name="connsiteX860" fmla="*/ 595598 w 886248"/>
              <a:gd name="connsiteY860" fmla="*/ 404639 h 578229"/>
              <a:gd name="connsiteX861" fmla="*/ 539457 w 886248"/>
              <a:gd name="connsiteY861" fmla="*/ 325683 h 578229"/>
              <a:gd name="connsiteX862" fmla="*/ 506284 w 886248"/>
              <a:gd name="connsiteY862" fmla="*/ 258100 h 578229"/>
              <a:gd name="connsiteX863" fmla="*/ 560683 w 886248"/>
              <a:gd name="connsiteY863" fmla="*/ 331085 h 578229"/>
              <a:gd name="connsiteX864" fmla="*/ 598960 w 886248"/>
              <a:gd name="connsiteY864" fmla="*/ 388599 h 578229"/>
              <a:gd name="connsiteX865" fmla="*/ 602427 w 886248"/>
              <a:gd name="connsiteY865" fmla="*/ 394872 h 578229"/>
              <a:gd name="connsiteX866" fmla="*/ 603747 w 886248"/>
              <a:gd name="connsiteY866" fmla="*/ 403932 h 578229"/>
              <a:gd name="connsiteX867" fmla="*/ 595969 w 886248"/>
              <a:gd name="connsiteY867" fmla="*/ 414595 h 578229"/>
              <a:gd name="connsiteX868" fmla="*/ 586336 w 886248"/>
              <a:gd name="connsiteY868" fmla="*/ 409461 h 578229"/>
              <a:gd name="connsiteX869" fmla="*/ 579769 w 886248"/>
              <a:gd name="connsiteY869" fmla="*/ 400816 h 578229"/>
              <a:gd name="connsiteX870" fmla="*/ 573134 w 886248"/>
              <a:gd name="connsiteY870" fmla="*/ 392189 h 578229"/>
              <a:gd name="connsiteX871" fmla="*/ 595598 w 886248"/>
              <a:gd name="connsiteY871" fmla="*/ 404639 h 578229"/>
              <a:gd name="connsiteX872" fmla="*/ 599366 w 886248"/>
              <a:gd name="connsiteY872" fmla="*/ 409938 h 578229"/>
              <a:gd name="connsiteX873" fmla="*/ 510233 w 886248"/>
              <a:gd name="connsiteY873" fmla="*/ 415388 h 578229"/>
              <a:gd name="connsiteX874" fmla="*/ 499664 w 886248"/>
              <a:gd name="connsiteY874" fmla="*/ 403022 h 578229"/>
              <a:gd name="connsiteX875" fmla="*/ 495858 w 886248"/>
              <a:gd name="connsiteY875" fmla="*/ 387259 h 578229"/>
              <a:gd name="connsiteX876" fmla="*/ 499572 w 886248"/>
              <a:gd name="connsiteY876" fmla="*/ 392652 h 578229"/>
              <a:gd name="connsiteX877" fmla="*/ 506924 w 886248"/>
              <a:gd name="connsiteY877" fmla="*/ 404408 h 578229"/>
              <a:gd name="connsiteX878" fmla="*/ 503316 w 886248"/>
              <a:gd name="connsiteY878" fmla="*/ 418158 h 578229"/>
              <a:gd name="connsiteX879" fmla="*/ 498359 w 886248"/>
              <a:gd name="connsiteY879" fmla="*/ 411350 h 578229"/>
              <a:gd name="connsiteX880" fmla="*/ 450813 w 886248"/>
              <a:gd name="connsiteY880" fmla="*/ 345963 h 578229"/>
              <a:gd name="connsiteX881" fmla="*/ 460614 w 886248"/>
              <a:gd name="connsiteY881" fmla="*/ 357340 h 578229"/>
              <a:gd name="connsiteX882" fmla="*/ 499664 w 886248"/>
              <a:gd name="connsiteY882" fmla="*/ 403022 h 578229"/>
              <a:gd name="connsiteX883" fmla="*/ 592833 w 886248"/>
              <a:gd name="connsiteY883" fmla="*/ 418895 h 578229"/>
              <a:gd name="connsiteX884" fmla="*/ 580610 w 886248"/>
              <a:gd name="connsiteY884" fmla="*/ 406408 h 578229"/>
              <a:gd name="connsiteX885" fmla="*/ 586336 w 886248"/>
              <a:gd name="connsiteY885" fmla="*/ 409461 h 578229"/>
              <a:gd name="connsiteX886" fmla="*/ 593161 w 886248"/>
              <a:gd name="connsiteY886" fmla="*/ 418446 h 578229"/>
              <a:gd name="connsiteX887" fmla="*/ 583308 w 886248"/>
              <a:gd name="connsiteY887" fmla="*/ 431954 h 578229"/>
              <a:gd name="connsiteX888" fmla="*/ 581767 w 886248"/>
              <a:gd name="connsiteY888" fmla="*/ 429175 h 578229"/>
              <a:gd name="connsiteX889" fmla="*/ 565714 w 886248"/>
              <a:gd name="connsiteY889" fmla="*/ 402415 h 578229"/>
              <a:gd name="connsiteX890" fmla="*/ 561802 w 886248"/>
              <a:gd name="connsiteY890" fmla="*/ 396385 h 578229"/>
              <a:gd name="connsiteX891" fmla="*/ 561870 w 886248"/>
              <a:gd name="connsiteY891" fmla="*/ 396420 h 578229"/>
              <a:gd name="connsiteX892" fmla="*/ 580137 w 886248"/>
              <a:gd name="connsiteY892" fmla="*/ 413411 h 578229"/>
              <a:gd name="connsiteX893" fmla="*/ 590248 w 886248"/>
              <a:gd name="connsiteY893" fmla="*/ 422439 h 578229"/>
              <a:gd name="connsiteX894" fmla="*/ 353405 w 886248"/>
              <a:gd name="connsiteY894" fmla="*/ 444797 h 578229"/>
              <a:gd name="connsiteX895" fmla="*/ 335661 w 886248"/>
              <a:gd name="connsiteY895" fmla="*/ 433946 h 578229"/>
              <a:gd name="connsiteX896" fmla="*/ 294777 w 886248"/>
              <a:gd name="connsiteY896" fmla="*/ 385589 h 578229"/>
              <a:gd name="connsiteX897" fmla="*/ 279579 w 886248"/>
              <a:gd name="connsiteY897" fmla="*/ 364346 h 578229"/>
              <a:gd name="connsiteX898" fmla="*/ 212803 w 886248"/>
              <a:gd name="connsiteY898" fmla="*/ 274353 h 578229"/>
              <a:gd name="connsiteX899" fmla="*/ 201950 w 886248"/>
              <a:gd name="connsiteY899" fmla="*/ 260364 h 578229"/>
              <a:gd name="connsiteX900" fmla="*/ 110546 w 886248"/>
              <a:gd name="connsiteY900" fmla="*/ 84783 h 578229"/>
              <a:gd name="connsiteX901" fmla="*/ 112861 w 886248"/>
              <a:gd name="connsiteY901" fmla="*/ 87088 h 578229"/>
              <a:gd name="connsiteX902" fmla="*/ 117005 w 886248"/>
              <a:gd name="connsiteY902" fmla="*/ 91592 h 578229"/>
              <a:gd name="connsiteX903" fmla="*/ 350626 w 886248"/>
              <a:gd name="connsiteY903" fmla="*/ 440215 h 578229"/>
              <a:gd name="connsiteX904" fmla="*/ 504186 w 886248"/>
              <a:gd name="connsiteY904" fmla="*/ 457668 h 578229"/>
              <a:gd name="connsiteX905" fmla="*/ 503287 w 886248"/>
              <a:gd name="connsiteY905" fmla="*/ 456721 h 578229"/>
              <a:gd name="connsiteX906" fmla="*/ 486809 w 886248"/>
              <a:gd name="connsiteY906" fmla="*/ 438421 h 578229"/>
              <a:gd name="connsiteX907" fmla="*/ 450056 w 886248"/>
              <a:gd name="connsiteY907" fmla="*/ 361825 h 578229"/>
              <a:gd name="connsiteX908" fmla="*/ 426292 w 886248"/>
              <a:gd name="connsiteY908" fmla="*/ 320286 h 578229"/>
              <a:gd name="connsiteX909" fmla="*/ 431067 w 886248"/>
              <a:gd name="connsiteY909" fmla="*/ 323034 h 578229"/>
              <a:gd name="connsiteX910" fmla="*/ 431291 w 886248"/>
              <a:gd name="connsiteY910" fmla="*/ 323299 h 578229"/>
              <a:gd name="connsiteX911" fmla="*/ 446113 w 886248"/>
              <a:gd name="connsiteY911" fmla="*/ 340505 h 578229"/>
              <a:gd name="connsiteX912" fmla="*/ 454948 w 886248"/>
              <a:gd name="connsiteY912" fmla="*/ 355395 h 578229"/>
              <a:gd name="connsiteX913" fmla="*/ 484470 w 886248"/>
              <a:gd name="connsiteY913" fmla="*/ 415320 h 578229"/>
              <a:gd name="connsiteX914" fmla="*/ 562781 w 886248"/>
              <a:gd name="connsiteY914" fmla="*/ 460096 h 578229"/>
              <a:gd name="connsiteX915" fmla="*/ 552468 w 886248"/>
              <a:gd name="connsiteY915" fmla="*/ 440330 h 578229"/>
              <a:gd name="connsiteX916" fmla="*/ 520122 w 886248"/>
              <a:gd name="connsiteY916" fmla="*/ 374168 h 578229"/>
              <a:gd name="connsiteX917" fmla="*/ 536756 w 886248"/>
              <a:gd name="connsiteY917" fmla="*/ 383035 h 578229"/>
              <a:gd name="connsiteX918" fmla="*/ 565898 w 886248"/>
              <a:gd name="connsiteY918" fmla="*/ 423099 h 578229"/>
              <a:gd name="connsiteX919" fmla="*/ 578040 w 886248"/>
              <a:gd name="connsiteY919" fmla="*/ 439175 h 578229"/>
              <a:gd name="connsiteX920" fmla="*/ 562018 w 886248"/>
              <a:gd name="connsiteY920" fmla="*/ 461141 h 578229"/>
              <a:gd name="connsiteX921" fmla="*/ 519024 w 886248"/>
              <a:gd name="connsiteY921" fmla="*/ 423754 h 578229"/>
              <a:gd name="connsiteX922" fmla="*/ 506924 w 886248"/>
              <a:gd name="connsiteY922" fmla="*/ 404408 h 578229"/>
              <a:gd name="connsiteX923" fmla="*/ 496010 w 886248"/>
              <a:gd name="connsiteY923" fmla="*/ 368181 h 578229"/>
              <a:gd name="connsiteX924" fmla="*/ 493326 w 886248"/>
              <a:gd name="connsiteY924" fmla="*/ 360409 h 578229"/>
              <a:gd name="connsiteX925" fmla="*/ 512424 w 886248"/>
              <a:gd name="connsiteY925" fmla="*/ 391133 h 578229"/>
              <a:gd name="connsiteX926" fmla="*/ 549926 w 886248"/>
              <a:gd name="connsiteY926" fmla="*/ 449402 h 578229"/>
              <a:gd name="connsiteX927" fmla="*/ 562192 w 886248"/>
              <a:gd name="connsiteY927" fmla="*/ 460902 h 578229"/>
              <a:gd name="connsiteX928" fmla="*/ 548313 w 886248"/>
              <a:gd name="connsiteY928" fmla="*/ 479931 h 578229"/>
              <a:gd name="connsiteX929" fmla="*/ 516535 w 886248"/>
              <a:gd name="connsiteY929" fmla="*/ 436305 h 578229"/>
              <a:gd name="connsiteX930" fmla="*/ 510233 w 886248"/>
              <a:gd name="connsiteY930" fmla="*/ 415388 h 578229"/>
              <a:gd name="connsiteX931" fmla="*/ 512637 w 886248"/>
              <a:gd name="connsiteY931" fmla="*/ 418199 h 578229"/>
              <a:gd name="connsiteX932" fmla="*/ 519024 w 886248"/>
              <a:gd name="connsiteY932" fmla="*/ 423754 h 578229"/>
              <a:gd name="connsiteX933" fmla="*/ 551459 w 886248"/>
              <a:gd name="connsiteY933" fmla="*/ 475617 h 578229"/>
              <a:gd name="connsiteX934" fmla="*/ 375189 w 886248"/>
              <a:gd name="connsiteY934" fmla="*/ 480701 h 578229"/>
              <a:gd name="connsiteX935" fmla="*/ 337692 w 886248"/>
              <a:gd name="connsiteY935" fmla="*/ 436348 h 578229"/>
              <a:gd name="connsiteX936" fmla="*/ 359693 w 886248"/>
              <a:gd name="connsiteY936" fmla="*/ 455161 h 578229"/>
              <a:gd name="connsiteX937" fmla="*/ 404921 w 886248"/>
              <a:gd name="connsiteY937" fmla="*/ 481205 h 578229"/>
              <a:gd name="connsiteX938" fmla="*/ 189941 w 886248"/>
              <a:gd name="connsiteY938" fmla="*/ 175566 h 578229"/>
              <a:gd name="connsiteX939" fmla="*/ 161101 w 886248"/>
              <a:gd name="connsiteY939" fmla="*/ 135081 h 578229"/>
              <a:gd name="connsiteX940" fmla="*/ 192589 w 886248"/>
              <a:gd name="connsiteY940" fmla="*/ 166410 h 578229"/>
              <a:gd name="connsiteX941" fmla="*/ 235648 w 886248"/>
              <a:gd name="connsiteY941" fmla="*/ 200393 h 578229"/>
              <a:gd name="connsiteX942" fmla="*/ 300275 w 886248"/>
              <a:gd name="connsiteY942" fmla="*/ 296585 h 578229"/>
              <a:gd name="connsiteX943" fmla="*/ 363587 w 886248"/>
              <a:gd name="connsiteY943" fmla="*/ 399384 h 578229"/>
              <a:gd name="connsiteX944" fmla="*/ 527716 w 886248"/>
              <a:gd name="connsiteY944" fmla="*/ 482499 h 578229"/>
              <a:gd name="connsiteX945" fmla="*/ 515821 w 886248"/>
              <a:gd name="connsiteY945" fmla="*/ 469945 h 578229"/>
              <a:gd name="connsiteX946" fmla="*/ 503316 w 886248"/>
              <a:gd name="connsiteY946" fmla="*/ 418158 h 578229"/>
              <a:gd name="connsiteX947" fmla="*/ 516535 w 886248"/>
              <a:gd name="connsiteY947" fmla="*/ 436305 h 578229"/>
              <a:gd name="connsiteX948" fmla="*/ 519555 w 886248"/>
              <a:gd name="connsiteY948" fmla="*/ 446326 h 578229"/>
              <a:gd name="connsiteX949" fmla="*/ 412918 w 886248"/>
              <a:gd name="connsiteY949" fmla="*/ 492575 h 578229"/>
              <a:gd name="connsiteX950" fmla="*/ 408835 w 886248"/>
              <a:gd name="connsiteY950" fmla="*/ 488953 h 578229"/>
              <a:gd name="connsiteX951" fmla="*/ 404921 w 886248"/>
              <a:gd name="connsiteY951" fmla="*/ 481205 h 578229"/>
              <a:gd name="connsiteX952" fmla="*/ 524521 w 886248"/>
              <a:gd name="connsiteY952" fmla="*/ 501876 h 578229"/>
              <a:gd name="connsiteX953" fmla="*/ 515641 w 886248"/>
              <a:gd name="connsiteY953" fmla="*/ 482274 h 578229"/>
              <a:gd name="connsiteX954" fmla="*/ 504186 w 886248"/>
              <a:gd name="connsiteY954" fmla="*/ 457668 h 578229"/>
              <a:gd name="connsiteX955" fmla="*/ 515821 w 886248"/>
              <a:gd name="connsiteY955" fmla="*/ 469945 h 578229"/>
              <a:gd name="connsiteX956" fmla="*/ 519797 w 886248"/>
              <a:gd name="connsiteY956" fmla="*/ 486419 h 578229"/>
              <a:gd name="connsiteX957" fmla="*/ 532140 w 886248"/>
              <a:gd name="connsiteY957" fmla="*/ 502103 h 578229"/>
              <a:gd name="connsiteX958" fmla="*/ 527716 w 886248"/>
              <a:gd name="connsiteY958" fmla="*/ 482499 h 578229"/>
              <a:gd name="connsiteX959" fmla="*/ 538297 w 886248"/>
              <a:gd name="connsiteY959" fmla="*/ 493663 h 578229"/>
              <a:gd name="connsiteX960" fmla="*/ 519325 w 886248"/>
              <a:gd name="connsiteY960" fmla="*/ 506187 h 578229"/>
              <a:gd name="connsiteX961" fmla="*/ 482925 w 886248"/>
              <a:gd name="connsiteY961" fmla="*/ 452882 h 578229"/>
              <a:gd name="connsiteX962" fmla="*/ 356691 w 886248"/>
              <a:gd name="connsiteY962" fmla="*/ 285379 h 578229"/>
              <a:gd name="connsiteX963" fmla="*/ 349069 w 886248"/>
              <a:gd name="connsiteY963" fmla="*/ 275818 h 578229"/>
              <a:gd name="connsiteX964" fmla="*/ 364044 w 886248"/>
              <a:gd name="connsiteY964" fmla="*/ 284442 h 578229"/>
              <a:gd name="connsiteX965" fmla="*/ 462953 w 886248"/>
              <a:gd name="connsiteY965" fmla="*/ 411928 h 578229"/>
              <a:gd name="connsiteX966" fmla="*/ 486809 w 886248"/>
              <a:gd name="connsiteY966" fmla="*/ 438421 h 578229"/>
              <a:gd name="connsiteX967" fmla="*/ 526820 w 886248"/>
              <a:gd name="connsiteY967" fmla="*/ 509397 h 578229"/>
              <a:gd name="connsiteX968" fmla="*/ 524521 w 886248"/>
              <a:gd name="connsiteY968" fmla="*/ 501876 h 578229"/>
              <a:gd name="connsiteX969" fmla="*/ 527503 w 886248"/>
              <a:gd name="connsiteY969" fmla="*/ 508460 h 578229"/>
              <a:gd name="connsiteX970" fmla="*/ 522927 w 886248"/>
              <a:gd name="connsiteY970" fmla="*/ 514734 h 578229"/>
              <a:gd name="connsiteX971" fmla="*/ 521221 w 886248"/>
              <a:gd name="connsiteY971" fmla="*/ 510137 h 578229"/>
              <a:gd name="connsiteX972" fmla="*/ 519325 w 886248"/>
              <a:gd name="connsiteY972" fmla="*/ 506187 h 578229"/>
              <a:gd name="connsiteX973" fmla="*/ 524081 w 886248"/>
              <a:gd name="connsiteY973" fmla="*/ 513151 h 578229"/>
              <a:gd name="connsiteX974" fmla="*/ 430069 w 886248"/>
              <a:gd name="connsiteY974" fmla="*/ 530987 h 578229"/>
              <a:gd name="connsiteX975" fmla="*/ 393298 w 886248"/>
              <a:gd name="connsiteY975" fmla="*/ 483895 h 578229"/>
              <a:gd name="connsiteX976" fmla="*/ 359693 w 886248"/>
              <a:gd name="connsiteY976" fmla="*/ 455161 h 578229"/>
              <a:gd name="connsiteX977" fmla="*/ 353405 w 886248"/>
              <a:gd name="connsiteY977" fmla="*/ 444797 h 578229"/>
              <a:gd name="connsiteX978" fmla="*/ 371594 w 886248"/>
              <a:gd name="connsiteY978" fmla="*/ 455918 h 578229"/>
              <a:gd name="connsiteX979" fmla="*/ 408835 w 886248"/>
              <a:gd name="connsiteY979" fmla="*/ 488953 h 578229"/>
              <a:gd name="connsiteX980" fmla="*/ 489048 w 886248"/>
              <a:gd name="connsiteY980" fmla="*/ 561182 h 578229"/>
              <a:gd name="connsiteX981" fmla="*/ 457837 w 886248"/>
              <a:gd name="connsiteY981" fmla="*/ 532422 h 578229"/>
              <a:gd name="connsiteX982" fmla="*/ 456269 w 886248"/>
              <a:gd name="connsiteY982" fmla="*/ 531030 h 578229"/>
              <a:gd name="connsiteX983" fmla="*/ 392143 w 886248"/>
              <a:gd name="connsiteY983" fmla="*/ 413084 h 578229"/>
              <a:gd name="connsiteX984" fmla="*/ 279027 w 886248"/>
              <a:gd name="connsiteY984" fmla="*/ 234628 h 578229"/>
              <a:gd name="connsiteX985" fmla="*/ 283036 w 886248"/>
              <a:gd name="connsiteY985" fmla="*/ 237792 h 578229"/>
              <a:gd name="connsiteX986" fmla="*/ 324720 w 886248"/>
              <a:gd name="connsiteY986" fmla="*/ 261796 h 578229"/>
              <a:gd name="connsiteX987" fmla="*/ 355151 w 886248"/>
              <a:gd name="connsiteY987" fmla="*/ 308326 h 578229"/>
              <a:gd name="connsiteX988" fmla="*/ 501767 w 886248"/>
              <a:gd name="connsiteY988" fmla="*/ 507201 h 578229"/>
              <a:gd name="connsiteX989" fmla="*/ 514327 w 886248"/>
              <a:gd name="connsiteY989" fmla="*/ 526524 h 578229"/>
              <a:gd name="connsiteX990" fmla="*/ 477366 w 886248"/>
              <a:gd name="connsiteY990" fmla="*/ 577197 h 578229"/>
              <a:gd name="connsiteX991" fmla="*/ 474531 w 886248"/>
              <a:gd name="connsiteY991" fmla="*/ 575669 h 578229"/>
              <a:gd name="connsiteX992" fmla="*/ 450987 w 886248"/>
              <a:gd name="connsiteY992" fmla="*/ 546700 h 578229"/>
              <a:gd name="connsiteX993" fmla="*/ 412918 w 886248"/>
              <a:gd name="connsiteY993" fmla="*/ 492575 h 578229"/>
              <a:gd name="connsiteX994" fmla="*/ 456269 w 886248"/>
              <a:gd name="connsiteY994" fmla="*/ 531030 h 578229"/>
              <a:gd name="connsiteX995" fmla="*/ 479660 w 886248"/>
              <a:gd name="connsiteY995" fmla="*/ 574052 h 578229"/>
              <a:gd name="connsiteX996" fmla="*/ 476604 w 886248"/>
              <a:gd name="connsiteY996" fmla="*/ 578219 h 578229"/>
              <a:gd name="connsiteX997" fmla="*/ 471858 w 886248"/>
              <a:gd name="connsiteY997" fmla="*/ 577462 h 578229"/>
              <a:gd name="connsiteX998" fmla="*/ 452972 w 886248"/>
              <a:gd name="connsiteY998" fmla="*/ 572703 h 578229"/>
              <a:gd name="connsiteX999" fmla="*/ 448431 w 886248"/>
              <a:gd name="connsiteY999" fmla="*/ 567332 h 578229"/>
              <a:gd name="connsiteX1000" fmla="*/ 430069 w 886248"/>
              <a:gd name="connsiteY1000" fmla="*/ 530987 h 578229"/>
              <a:gd name="connsiteX1001" fmla="*/ 430932 w 886248"/>
              <a:gd name="connsiteY1001" fmla="*/ 532091 h 578229"/>
              <a:gd name="connsiteX1002" fmla="*/ 472694 w 886248"/>
              <a:gd name="connsiteY1002" fmla="*/ 574678 h 578229"/>
              <a:gd name="connsiteX1003" fmla="*/ 474531 w 886248"/>
              <a:gd name="connsiteY1003" fmla="*/ 575669 h 578229"/>
              <a:gd name="connsiteX1004" fmla="*/ 476613 w 886248"/>
              <a:gd name="connsiteY1004" fmla="*/ 578229 h 578229"/>
              <a:gd name="connsiteX1005" fmla="*/ 476604 w 886248"/>
              <a:gd name="connsiteY1005" fmla="*/ 578219 h 578229"/>
              <a:gd name="connsiteX1006" fmla="*/ 476619 w 886248"/>
              <a:gd name="connsiteY1006" fmla="*/ 578221 h 578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Lst>
            <a:rect l="l" t="t" r="r" b="b"/>
            <a:pathLst>
              <a:path w="886248" h="578229">
                <a:moveTo>
                  <a:pt x="277648" y="53"/>
                </a:moveTo>
                <a:lnTo>
                  <a:pt x="277567" y="0"/>
                </a:lnTo>
                <a:lnTo>
                  <a:pt x="277621" y="0"/>
                </a:lnTo>
                <a:close/>
                <a:moveTo>
                  <a:pt x="438791" y="695"/>
                </a:moveTo>
                <a:lnTo>
                  <a:pt x="438171" y="0"/>
                </a:lnTo>
                <a:lnTo>
                  <a:pt x="438262" y="0"/>
                </a:lnTo>
                <a:close/>
                <a:moveTo>
                  <a:pt x="637588" y="1614"/>
                </a:moveTo>
                <a:lnTo>
                  <a:pt x="635942" y="1293"/>
                </a:lnTo>
                <a:lnTo>
                  <a:pt x="635123" y="0"/>
                </a:lnTo>
                <a:lnTo>
                  <a:pt x="636423" y="0"/>
                </a:lnTo>
                <a:close/>
                <a:moveTo>
                  <a:pt x="535725" y="2956"/>
                </a:moveTo>
                <a:lnTo>
                  <a:pt x="532859" y="0"/>
                </a:lnTo>
                <a:lnTo>
                  <a:pt x="533608" y="0"/>
                </a:lnTo>
                <a:close/>
                <a:moveTo>
                  <a:pt x="302240" y="3842"/>
                </a:moveTo>
                <a:lnTo>
                  <a:pt x="298053" y="0"/>
                </a:lnTo>
                <a:lnTo>
                  <a:pt x="299904" y="0"/>
                </a:lnTo>
                <a:close/>
                <a:moveTo>
                  <a:pt x="43061" y="7273"/>
                </a:moveTo>
                <a:lnTo>
                  <a:pt x="36976" y="0"/>
                </a:lnTo>
                <a:lnTo>
                  <a:pt x="37270" y="0"/>
                </a:lnTo>
                <a:close/>
                <a:moveTo>
                  <a:pt x="301021" y="7345"/>
                </a:moveTo>
                <a:lnTo>
                  <a:pt x="293815" y="0"/>
                </a:lnTo>
                <a:lnTo>
                  <a:pt x="295255" y="0"/>
                </a:lnTo>
                <a:close/>
                <a:moveTo>
                  <a:pt x="444971" y="8813"/>
                </a:moveTo>
                <a:lnTo>
                  <a:pt x="438791" y="695"/>
                </a:lnTo>
                <a:lnTo>
                  <a:pt x="445302" y="7990"/>
                </a:lnTo>
                <a:close/>
                <a:moveTo>
                  <a:pt x="589028" y="8854"/>
                </a:moveTo>
                <a:lnTo>
                  <a:pt x="583538" y="0"/>
                </a:lnTo>
                <a:lnTo>
                  <a:pt x="585434" y="0"/>
                </a:lnTo>
                <a:close/>
                <a:moveTo>
                  <a:pt x="229405" y="10733"/>
                </a:moveTo>
                <a:lnTo>
                  <a:pt x="221407" y="0"/>
                </a:lnTo>
                <a:lnTo>
                  <a:pt x="222851" y="0"/>
                </a:lnTo>
                <a:close/>
                <a:moveTo>
                  <a:pt x="698148" y="13446"/>
                </a:moveTo>
                <a:lnTo>
                  <a:pt x="684788" y="10836"/>
                </a:lnTo>
                <a:lnTo>
                  <a:pt x="678288" y="0"/>
                </a:lnTo>
                <a:lnTo>
                  <a:pt x="688433" y="0"/>
                </a:lnTo>
                <a:lnTo>
                  <a:pt x="692333" y="5313"/>
                </a:lnTo>
                <a:close/>
                <a:moveTo>
                  <a:pt x="367795" y="14437"/>
                </a:moveTo>
                <a:lnTo>
                  <a:pt x="353435" y="0"/>
                </a:lnTo>
                <a:lnTo>
                  <a:pt x="358989" y="0"/>
                </a:lnTo>
                <a:close/>
                <a:moveTo>
                  <a:pt x="301098" y="15224"/>
                </a:moveTo>
                <a:lnTo>
                  <a:pt x="301048" y="15190"/>
                </a:lnTo>
                <a:lnTo>
                  <a:pt x="291665" y="9120"/>
                </a:lnTo>
                <a:lnTo>
                  <a:pt x="286347" y="0"/>
                </a:lnTo>
                <a:lnTo>
                  <a:pt x="292764" y="0"/>
                </a:lnTo>
                <a:close/>
                <a:moveTo>
                  <a:pt x="168419" y="17473"/>
                </a:moveTo>
                <a:lnTo>
                  <a:pt x="160080" y="9722"/>
                </a:lnTo>
                <a:lnTo>
                  <a:pt x="148941" y="0"/>
                </a:lnTo>
                <a:lnTo>
                  <a:pt x="156040" y="0"/>
                </a:lnTo>
                <a:close/>
                <a:moveTo>
                  <a:pt x="55370" y="21985"/>
                </a:moveTo>
                <a:lnTo>
                  <a:pt x="49031" y="14768"/>
                </a:lnTo>
                <a:lnTo>
                  <a:pt x="43061" y="7273"/>
                </a:lnTo>
                <a:close/>
                <a:moveTo>
                  <a:pt x="752968" y="24158"/>
                </a:moveTo>
                <a:lnTo>
                  <a:pt x="711372" y="16030"/>
                </a:lnTo>
                <a:lnTo>
                  <a:pt x="702428" y="0"/>
                </a:lnTo>
                <a:lnTo>
                  <a:pt x="735508" y="0"/>
                </a:lnTo>
                <a:close/>
                <a:moveTo>
                  <a:pt x="314972" y="24782"/>
                </a:moveTo>
                <a:lnTo>
                  <a:pt x="314407" y="24393"/>
                </a:lnTo>
                <a:lnTo>
                  <a:pt x="301021" y="7345"/>
                </a:lnTo>
                <a:lnTo>
                  <a:pt x="309823" y="16313"/>
                </a:lnTo>
                <a:close/>
                <a:moveTo>
                  <a:pt x="441044" y="26497"/>
                </a:moveTo>
                <a:lnTo>
                  <a:pt x="433378" y="17804"/>
                </a:lnTo>
                <a:lnTo>
                  <a:pt x="419838" y="1800"/>
                </a:lnTo>
                <a:lnTo>
                  <a:pt x="418639" y="0"/>
                </a:lnTo>
                <a:lnTo>
                  <a:pt x="431981" y="0"/>
                </a:lnTo>
                <a:lnTo>
                  <a:pt x="443074" y="13528"/>
                </a:lnTo>
                <a:lnTo>
                  <a:pt x="441035" y="18595"/>
                </a:lnTo>
                <a:close/>
                <a:moveTo>
                  <a:pt x="775477" y="28556"/>
                </a:moveTo>
                <a:lnTo>
                  <a:pt x="770410" y="27565"/>
                </a:lnTo>
                <a:lnTo>
                  <a:pt x="751377" y="0"/>
                </a:lnTo>
                <a:lnTo>
                  <a:pt x="752693" y="0"/>
                </a:lnTo>
                <a:lnTo>
                  <a:pt x="760963" y="10415"/>
                </a:lnTo>
                <a:close/>
                <a:moveTo>
                  <a:pt x="787098" y="30825"/>
                </a:moveTo>
                <a:lnTo>
                  <a:pt x="782962" y="30017"/>
                </a:lnTo>
                <a:lnTo>
                  <a:pt x="755390" y="0"/>
                </a:lnTo>
                <a:lnTo>
                  <a:pt x="769286" y="0"/>
                </a:lnTo>
                <a:close/>
                <a:moveTo>
                  <a:pt x="356431" y="31881"/>
                </a:moveTo>
                <a:lnTo>
                  <a:pt x="350378" y="24203"/>
                </a:lnTo>
                <a:lnTo>
                  <a:pt x="336355" y="0"/>
                </a:lnTo>
                <a:lnTo>
                  <a:pt x="341297" y="0"/>
                </a:lnTo>
                <a:lnTo>
                  <a:pt x="342950" y="3075"/>
                </a:lnTo>
                <a:close/>
                <a:moveTo>
                  <a:pt x="179321" y="32860"/>
                </a:moveTo>
                <a:lnTo>
                  <a:pt x="168419" y="17473"/>
                </a:lnTo>
                <a:lnTo>
                  <a:pt x="175502" y="24057"/>
                </a:lnTo>
                <a:close/>
                <a:moveTo>
                  <a:pt x="800655" y="33475"/>
                </a:moveTo>
                <a:lnTo>
                  <a:pt x="800058" y="33357"/>
                </a:lnTo>
                <a:lnTo>
                  <a:pt x="790698" y="17801"/>
                </a:lnTo>
                <a:lnTo>
                  <a:pt x="779559" y="0"/>
                </a:lnTo>
                <a:lnTo>
                  <a:pt x="784270" y="0"/>
                </a:lnTo>
                <a:close/>
                <a:moveTo>
                  <a:pt x="599201" y="33916"/>
                </a:moveTo>
                <a:lnTo>
                  <a:pt x="560991" y="0"/>
                </a:lnTo>
                <a:lnTo>
                  <a:pt x="573464" y="0"/>
                </a:lnTo>
                <a:lnTo>
                  <a:pt x="598613" y="32463"/>
                </a:lnTo>
                <a:close/>
                <a:moveTo>
                  <a:pt x="566184" y="34365"/>
                </a:moveTo>
                <a:lnTo>
                  <a:pt x="542500" y="9942"/>
                </a:lnTo>
                <a:lnTo>
                  <a:pt x="534532" y="0"/>
                </a:lnTo>
                <a:lnTo>
                  <a:pt x="549724" y="0"/>
                </a:lnTo>
                <a:close/>
                <a:moveTo>
                  <a:pt x="30967" y="35838"/>
                </a:moveTo>
                <a:lnTo>
                  <a:pt x="5861" y="0"/>
                </a:lnTo>
                <a:lnTo>
                  <a:pt x="15343" y="0"/>
                </a:lnTo>
                <a:close/>
                <a:moveTo>
                  <a:pt x="441054" y="36686"/>
                </a:moveTo>
                <a:lnTo>
                  <a:pt x="419883" y="8854"/>
                </a:lnTo>
                <a:lnTo>
                  <a:pt x="415921" y="0"/>
                </a:lnTo>
                <a:lnTo>
                  <a:pt x="418314" y="0"/>
                </a:lnTo>
                <a:lnTo>
                  <a:pt x="419838" y="1800"/>
                </a:lnTo>
                <a:lnTo>
                  <a:pt x="441050" y="33661"/>
                </a:lnTo>
                <a:close/>
                <a:moveTo>
                  <a:pt x="871167" y="37307"/>
                </a:moveTo>
                <a:lnTo>
                  <a:pt x="852902" y="1832"/>
                </a:lnTo>
                <a:lnTo>
                  <a:pt x="851168" y="0"/>
                </a:lnTo>
                <a:lnTo>
                  <a:pt x="879359" y="0"/>
                </a:lnTo>
                <a:lnTo>
                  <a:pt x="886248" y="16631"/>
                </a:lnTo>
                <a:close/>
                <a:moveTo>
                  <a:pt x="849326" y="42983"/>
                </a:moveTo>
                <a:lnTo>
                  <a:pt x="829199" y="39051"/>
                </a:lnTo>
                <a:lnTo>
                  <a:pt x="798542" y="0"/>
                </a:lnTo>
                <a:lnTo>
                  <a:pt x="824778" y="0"/>
                </a:lnTo>
                <a:lnTo>
                  <a:pt x="846189" y="36762"/>
                </a:lnTo>
                <a:close/>
                <a:moveTo>
                  <a:pt x="611123" y="44496"/>
                </a:moveTo>
                <a:lnTo>
                  <a:pt x="600915" y="35437"/>
                </a:lnTo>
                <a:lnTo>
                  <a:pt x="598613" y="32463"/>
                </a:lnTo>
                <a:lnTo>
                  <a:pt x="589028" y="8854"/>
                </a:lnTo>
                <a:close/>
                <a:moveTo>
                  <a:pt x="224416" y="45738"/>
                </a:moveTo>
                <a:lnTo>
                  <a:pt x="221862" y="43379"/>
                </a:lnTo>
                <a:lnTo>
                  <a:pt x="208756" y="26516"/>
                </a:lnTo>
                <a:lnTo>
                  <a:pt x="188185" y="0"/>
                </a:lnTo>
                <a:lnTo>
                  <a:pt x="192833" y="0"/>
                </a:lnTo>
                <a:close/>
                <a:moveTo>
                  <a:pt x="856560" y="57333"/>
                </a:moveTo>
                <a:lnTo>
                  <a:pt x="849326" y="42983"/>
                </a:lnTo>
                <a:lnTo>
                  <a:pt x="864819" y="46010"/>
                </a:lnTo>
                <a:close/>
                <a:moveTo>
                  <a:pt x="671838" y="57642"/>
                </a:moveTo>
                <a:lnTo>
                  <a:pt x="647311" y="31296"/>
                </a:lnTo>
                <a:lnTo>
                  <a:pt x="614367" y="0"/>
                </a:lnTo>
                <a:lnTo>
                  <a:pt x="629325" y="0"/>
                </a:lnTo>
                <a:lnTo>
                  <a:pt x="635942" y="1293"/>
                </a:lnTo>
                <a:lnTo>
                  <a:pt x="669604" y="54405"/>
                </a:lnTo>
                <a:close/>
                <a:moveTo>
                  <a:pt x="441165" y="62211"/>
                </a:moveTo>
                <a:lnTo>
                  <a:pt x="379978" y="0"/>
                </a:lnTo>
                <a:lnTo>
                  <a:pt x="413147" y="0"/>
                </a:lnTo>
                <a:lnTo>
                  <a:pt x="419883" y="8854"/>
                </a:lnTo>
                <a:lnTo>
                  <a:pt x="422418" y="14524"/>
                </a:lnTo>
                <a:lnTo>
                  <a:pt x="441079" y="61365"/>
                </a:lnTo>
                <a:close/>
                <a:moveTo>
                  <a:pt x="415060" y="63549"/>
                </a:moveTo>
                <a:lnTo>
                  <a:pt x="389682" y="36444"/>
                </a:lnTo>
                <a:lnTo>
                  <a:pt x="389521" y="36282"/>
                </a:lnTo>
                <a:lnTo>
                  <a:pt x="359150" y="0"/>
                </a:lnTo>
                <a:lnTo>
                  <a:pt x="374720" y="0"/>
                </a:lnTo>
                <a:lnTo>
                  <a:pt x="407488" y="51602"/>
                </a:lnTo>
                <a:close/>
                <a:moveTo>
                  <a:pt x="357839" y="68236"/>
                </a:moveTo>
                <a:lnTo>
                  <a:pt x="314972" y="24782"/>
                </a:lnTo>
                <a:lnTo>
                  <a:pt x="330673" y="37904"/>
                </a:lnTo>
                <a:lnTo>
                  <a:pt x="340860" y="48589"/>
                </a:lnTo>
                <a:cubicBezTo>
                  <a:pt x="346326" y="54405"/>
                  <a:pt x="349876" y="58281"/>
                  <a:pt x="350955" y="59609"/>
                </a:cubicBezTo>
                <a:close/>
                <a:moveTo>
                  <a:pt x="587778" y="75624"/>
                </a:moveTo>
                <a:lnTo>
                  <a:pt x="535725" y="2956"/>
                </a:lnTo>
                <a:lnTo>
                  <a:pt x="542500" y="9942"/>
                </a:lnTo>
                <a:lnTo>
                  <a:pt x="572288" y="47108"/>
                </a:lnTo>
                <a:lnTo>
                  <a:pt x="572394" y="47333"/>
                </a:lnTo>
                <a:close/>
                <a:moveTo>
                  <a:pt x="383554" y="78457"/>
                </a:moveTo>
                <a:lnTo>
                  <a:pt x="374222" y="69895"/>
                </a:lnTo>
                <a:lnTo>
                  <a:pt x="356431" y="31881"/>
                </a:lnTo>
                <a:lnTo>
                  <a:pt x="370320" y="49497"/>
                </a:lnTo>
                <a:close/>
                <a:moveTo>
                  <a:pt x="378861" y="79804"/>
                </a:moveTo>
                <a:lnTo>
                  <a:pt x="362855" y="64798"/>
                </a:lnTo>
                <a:lnTo>
                  <a:pt x="330673" y="37904"/>
                </a:lnTo>
                <a:lnTo>
                  <a:pt x="319270" y="25940"/>
                </a:lnTo>
                <a:lnTo>
                  <a:pt x="309823" y="16313"/>
                </a:lnTo>
                <a:lnTo>
                  <a:pt x="302240" y="3842"/>
                </a:lnTo>
                <a:lnTo>
                  <a:pt x="374222" y="69895"/>
                </a:lnTo>
                <a:close/>
                <a:moveTo>
                  <a:pt x="106368" y="80027"/>
                </a:moveTo>
                <a:lnTo>
                  <a:pt x="79456" y="50772"/>
                </a:lnTo>
                <a:lnTo>
                  <a:pt x="55370" y="21985"/>
                </a:lnTo>
                <a:close/>
                <a:moveTo>
                  <a:pt x="824092" y="81357"/>
                </a:moveTo>
                <a:lnTo>
                  <a:pt x="796947" y="45243"/>
                </a:lnTo>
                <a:lnTo>
                  <a:pt x="794232" y="42288"/>
                </a:lnTo>
                <a:lnTo>
                  <a:pt x="790485" y="36687"/>
                </a:lnTo>
                <a:lnTo>
                  <a:pt x="787098" y="30825"/>
                </a:lnTo>
                <a:lnTo>
                  <a:pt x="800058" y="33357"/>
                </a:lnTo>
                <a:lnTo>
                  <a:pt x="802953" y="38169"/>
                </a:lnTo>
                <a:close/>
                <a:moveTo>
                  <a:pt x="110546" y="84783"/>
                </a:moveTo>
                <a:lnTo>
                  <a:pt x="106368" y="80027"/>
                </a:lnTo>
                <a:lnTo>
                  <a:pt x="110048" y="84030"/>
                </a:lnTo>
                <a:close/>
                <a:moveTo>
                  <a:pt x="337668" y="88012"/>
                </a:moveTo>
                <a:lnTo>
                  <a:pt x="293463" y="31453"/>
                </a:lnTo>
                <a:lnTo>
                  <a:pt x="277648" y="53"/>
                </a:lnTo>
                <a:lnTo>
                  <a:pt x="291665" y="9120"/>
                </a:lnTo>
                <a:close/>
                <a:moveTo>
                  <a:pt x="833408" y="89074"/>
                </a:moveTo>
                <a:lnTo>
                  <a:pt x="825158" y="75076"/>
                </a:lnTo>
                <a:lnTo>
                  <a:pt x="802953" y="38169"/>
                </a:lnTo>
                <a:lnTo>
                  <a:pt x="800655" y="33475"/>
                </a:lnTo>
                <a:lnTo>
                  <a:pt x="829199" y="39051"/>
                </a:lnTo>
                <a:lnTo>
                  <a:pt x="850295" y="65923"/>
                </a:lnTo>
                <a:close/>
                <a:moveTo>
                  <a:pt x="830093" y="93618"/>
                </a:moveTo>
                <a:lnTo>
                  <a:pt x="824092" y="81357"/>
                </a:lnTo>
                <a:lnTo>
                  <a:pt x="831677" y="91447"/>
                </a:lnTo>
                <a:close/>
                <a:moveTo>
                  <a:pt x="828873" y="95291"/>
                </a:moveTo>
                <a:lnTo>
                  <a:pt x="775477" y="28556"/>
                </a:lnTo>
                <a:lnTo>
                  <a:pt x="782962" y="30017"/>
                </a:lnTo>
                <a:lnTo>
                  <a:pt x="794232" y="42288"/>
                </a:lnTo>
                <a:lnTo>
                  <a:pt x="829303" y="94702"/>
                </a:lnTo>
                <a:close/>
                <a:moveTo>
                  <a:pt x="52002" y="97608"/>
                </a:moveTo>
                <a:lnTo>
                  <a:pt x="32307" y="64813"/>
                </a:lnTo>
                <a:lnTo>
                  <a:pt x="0" y="0"/>
                </a:lnTo>
                <a:lnTo>
                  <a:pt x="4226" y="0"/>
                </a:lnTo>
                <a:close/>
                <a:moveTo>
                  <a:pt x="758255" y="100047"/>
                </a:moveTo>
                <a:lnTo>
                  <a:pt x="755270" y="95504"/>
                </a:lnTo>
                <a:cubicBezTo>
                  <a:pt x="741280" y="74690"/>
                  <a:pt x="729369" y="57386"/>
                  <a:pt x="719045" y="42664"/>
                </a:cubicBezTo>
                <a:lnTo>
                  <a:pt x="698148" y="13446"/>
                </a:lnTo>
                <a:lnTo>
                  <a:pt x="711372" y="16030"/>
                </a:lnTo>
                <a:close/>
                <a:moveTo>
                  <a:pt x="53809" y="100569"/>
                </a:moveTo>
                <a:lnTo>
                  <a:pt x="52959" y="99564"/>
                </a:lnTo>
                <a:lnTo>
                  <a:pt x="52002" y="97608"/>
                </a:lnTo>
                <a:lnTo>
                  <a:pt x="53573" y="100224"/>
                </a:lnTo>
                <a:close/>
                <a:moveTo>
                  <a:pt x="445388" y="103020"/>
                </a:moveTo>
                <a:lnTo>
                  <a:pt x="423515" y="76891"/>
                </a:lnTo>
                <a:lnTo>
                  <a:pt x="415060" y="63549"/>
                </a:lnTo>
                <a:lnTo>
                  <a:pt x="444510" y="95005"/>
                </a:lnTo>
                <a:lnTo>
                  <a:pt x="445159" y="101362"/>
                </a:lnTo>
                <a:close/>
                <a:moveTo>
                  <a:pt x="394959" y="103419"/>
                </a:moveTo>
                <a:lnTo>
                  <a:pt x="386065" y="95198"/>
                </a:lnTo>
                <a:lnTo>
                  <a:pt x="378861" y="79804"/>
                </a:lnTo>
                <a:lnTo>
                  <a:pt x="388148" y="88511"/>
                </a:lnTo>
                <a:close/>
                <a:moveTo>
                  <a:pt x="816600" y="112117"/>
                </a:moveTo>
                <a:lnTo>
                  <a:pt x="797920" y="86353"/>
                </a:lnTo>
                <a:lnTo>
                  <a:pt x="752968" y="24158"/>
                </a:lnTo>
                <a:lnTo>
                  <a:pt x="770410" y="27565"/>
                </a:lnTo>
                <a:lnTo>
                  <a:pt x="818010" y="96508"/>
                </a:lnTo>
                <a:lnTo>
                  <a:pt x="822743" y="103696"/>
                </a:lnTo>
                <a:close/>
                <a:moveTo>
                  <a:pt x="461866" y="113544"/>
                </a:moveTo>
                <a:lnTo>
                  <a:pt x="444510" y="95005"/>
                </a:lnTo>
                <a:lnTo>
                  <a:pt x="441165" y="62211"/>
                </a:lnTo>
                <a:lnTo>
                  <a:pt x="441586" y="62638"/>
                </a:lnTo>
                <a:close/>
                <a:moveTo>
                  <a:pt x="395583" y="115532"/>
                </a:moveTo>
                <a:lnTo>
                  <a:pt x="357839" y="68236"/>
                </a:lnTo>
                <a:lnTo>
                  <a:pt x="367622" y="78153"/>
                </a:lnTo>
                <a:lnTo>
                  <a:pt x="386065" y="95198"/>
                </a:lnTo>
                <a:close/>
                <a:moveTo>
                  <a:pt x="304516" y="119735"/>
                </a:moveTo>
                <a:lnTo>
                  <a:pt x="302747" y="118101"/>
                </a:lnTo>
                <a:lnTo>
                  <a:pt x="251589" y="47067"/>
                </a:lnTo>
                <a:lnTo>
                  <a:pt x="229405" y="10733"/>
                </a:lnTo>
                <a:lnTo>
                  <a:pt x="260551" y="52530"/>
                </a:lnTo>
                <a:close/>
                <a:moveTo>
                  <a:pt x="448374" y="124650"/>
                </a:moveTo>
                <a:lnTo>
                  <a:pt x="432073" y="105228"/>
                </a:lnTo>
                <a:lnTo>
                  <a:pt x="412055" y="79746"/>
                </a:lnTo>
                <a:lnTo>
                  <a:pt x="376345" y="28454"/>
                </a:lnTo>
                <a:lnTo>
                  <a:pt x="367795" y="14437"/>
                </a:lnTo>
                <a:lnTo>
                  <a:pt x="389521" y="36282"/>
                </a:lnTo>
                <a:lnTo>
                  <a:pt x="423515" y="76891"/>
                </a:lnTo>
                <a:lnTo>
                  <a:pt x="446868" y="113738"/>
                </a:lnTo>
                <a:close/>
                <a:moveTo>
                  <a:pt x="403417" y="125350"/>
                </a:moveTo>
                <a:lnTo>
                  <a:pt x="396818" y="118173"/>
                </a:lnTo>
                <a:lnTo>
                  <a:pt x="395583" y="115532"/>
                </a:lnTo>
                <a:close/>
                <a:moveTo>
                  <a:pt x="405289" y="127696"/>
                </a:moveTo>
                <a:lnTo>
                  <a:pt x="403417" y="125350"/>
                </a:lnTo>
                <a:lnTo>
                  <a:pt x="405066" y="127144"/>
                </a:lnTo>
                <a:close/>
                <a:moveTo>
                  <a:pt x="192490" y="129593"/>
                </a:moveTo>
                <a:lnTo>
                  <a:pt x="160288" y="100534"/>
                </a:lnTo>
                <a:lnTo>
                  <a:pt x="75815" y="7812"/>
                </a:lnTo>
                <a:lnTo>
                  <a:pt x="70788" y="0"/>
                </a:lnTo>
                <a:lnTo>
                  <a:pt x="99599" y="0"/>
                </a:lnTo>
                <a:lnTo>
                  <a:pt x="159727" y="75491"/>
                </a:lnTo>
                <a:close/>
                <a:moveTo>
                  <a:pt x="640168" y="130510"/>
                </a:moveTo>
                <a:lnTo>
                  <a:pt x="635355" y="125794"/>
                </a:lnTo>
                <a:lnTo>
                  <a:pt x="572288" y="47108"/>
                </a:lnTo>
                <a:lnTo>
                  <a:pt x="566184" y="34365"/>
                </a:lnTo>
                <a:lnTo>
                  <a:pt x="589384" y="58287"/>
                </a:lnTo>
                <a:lnTo>
                  <a:pt x="624736" y="96809"/>
                </a:lnTo>
                <a:lnTo>
                  <a:pt x="627927" y="104668"/>
                </a:lnTo>
                <a:cubicBezTo>
                  <a:pt x="629659" y="108937"/>
                  <a:pt x="633824" y="117744"/>
                  <a:pt x="639954" y="130091"/>
                </a:cubicBezTo>
                <a:close/>
                <a:moveTo>
                  <a:pt x="678038" y="134993"/>
                </a:moveTo>
                <a:lnTo>
                  <a:pt x="623902" y="65110"/>
                </a:lnTo>
                <a:lnTo>
                  <a:pt x="611123" y="44496"/>
                </a:lnTo>
                <a:lnTo>
                  <a:pt x="648006" y="77232"/>
                </a:lnTo>
                <a:lnTo>
                  <a:pt x="648895" y="78186"/>
                </a:lnTo>
                <a:lnTo>
                  <a:pt x="665694" y="108806"/>
                </a:lnTo>
                <a:close/>
                <a:moveTo>
                  <a:pt x="161101" y="135081"/>
                </a:moveTo>
                <a:lnTo>
                  <a:pt x="112861" y="87088"/>
                </a:lnTo>
                <a:lnTo>
                  <a:pt x="110048" y="84030"/>
                </a:lnTo>
                <a:lnTo>
                  <a:pt x="54627" y="0"/>
                </a:lnTo>
                <a:lnTo>
                  <a:pt x="68698" y="0"/>
                </a:lnTo>
                <a:lnTo>
                  <a:pt x="75815" y="7812"/>
                </a:lnTo>
                <a:lnTo>
                  <a:pt x="126047" y="85874"/>
                </a:lnTo>
                <a:close/>
                <a:moveTo>
                  <a:pt x="294614" y="137182"/>
                </a:moveTo>
                <a:lnTo>
                  <a:pt x="223611" y="68771"/>
                </a:lnTo>
                <a:lnTo>
                  <a:pt x="175502" y="24057"/>
                </a:lnTo>
                <a:lnTo>
                  <a:pt x="165069" y="0"/>
                </a:lnTo>
                <a:lnTo>
                  <a:pt x="174906" y="0"/>
                </a:lnTo>
                <a:lnTo>
                  <a:pt x="221862" y="43379"/>
                </a:lnTo>
                <a:lnTo>
                  <a:pt x="230150" y="54041"/>
                </a:lnTo>
                <a:lnTo>
                  <a:pt x="230461" y="54493"/>
                </a:lnTo>
                <a:close/>
                <a:moveTo>
                  <a:pt x="450984" y="143558"/>
                </a:moveTo>
                <a:lnTo>
                  <a:pt x="419891" y="112977"/>
                </a:lnTo>
                <a:lnTo>
                  <a:pt x="405227" y="93766"/>
                </a:lnTo>
                <a:lnTo>
                  <a:pt x="370320" y="49497"/>
                </a:lnTo>
                <a:lnTo>
                  <a:pt x="359989" y="26885"/>
                </a:lnTo>
                <a:lnTo>
                  <a:pt x="346421" y="0"/>
                </a:lnTo>
                <a:lnTo>
                  <a:pt x="349412" y="0"/>
                </a:lnTo>
                <a:lnTo>
                  <a:pt x="412055" y="79746"/>
                </a:lnTo>
                <a:lnTo>
                  <a:pt x="418727" y="89329"/>
                </a:lnTo>
                <a:lnTo>
                  <a:pt x="432073" y="105228"/>
                </a:lnTo>
                <a:lnTo>
                  <a:pt x="448597" y="126264"/>
                </a:lnTo>
                <a:close/>
                <a:moveTo>
                  <a:pt x="586414" y="147397"/>
                </a:moveTo>
                <a:lnTo>
                  <a:pt x="582714" y="141979"/>
                </a:lnTo>
                <a:cubicBezTo>
                  <a:pt x="550462" y="90882"/>
                  <a:pt x="543643" y="67935"/>
                  <a:pt x="516180" y="28889"/>
                </a:cubicBezTo>
                <a:lnTo>
                  <a:pt x="493565" y="0"/>
                </a:lnTo>
                <a:lnTo>
                  <a:pt x="520193" y="0"/>
                </a:lnTo>
                <a:lnTo>
                  <a:pt x="527404" y="21314"/>
                </a:lnTo>
                <a:close/>
                <a:moveTo>
                  <a:pt x="787252" y="152353"/>
                </a:moveTo>
                <a:lnTo>
                  <a:pt x="783705" y="145655"/>
                </a:lnTo>
                <a:lnTo>
                  <a:pt x="758255" y="100047"/>
                </a:lnTo>
                <a:lnTo>
                  <a:pt x="785193" y="141048"/>
                </a:lnTo>
                <a:lnTo>
                  <a:pt x="789953" y="148650"/>
                </a:lnTo>
                <a:close/>
                <a:moveTo>
                  <a:pt x="587600" y="154672"/>
                </a:moveTo>
                <a:lnTo>
                  <a:pt x="557592" y="127795"/>
                </a:lnTo>
                <a:lnTo>
                  <a:pt x="510939" y="81528"/>
                </a:lnTo>
                <a:lnTo>
                  <a:pt x="445302" y="7990"/>
                </a:lnTo>
                <a:lnTo>
                  <a:pt x="446671" y="4587"/>
                </a:lnTo>
                <a:lnTo>
                  <a:pt x="448928" y="0"/>
                </a:lnTo>
                <a:lnTo>
                  <a:pt x="476498" y="0"/>
                </a:lnTo>
                <a:lnTo>
                  <a:pt x="519723" y="60626"/>
                </a:lnTo>
                <a:close/>
                <a:moveTo>
                  <a:pt x="478988" y="156521"/>
                </a:moveTo>
                <a:lnTo>
                  <a:pt x="465520" y="143169"/>
                </a:lnTo>
                <a:lnTo>
                  <a:pt x="446868" y="113738"/>
                </a:lnTo>
                <a:lnTo>
                  <a:pt x="445388" y="103020"/>
                </a:lnTo>
                <a:lnTo>
                  <a:pt x="468832" y="131026"/>
                </a:lnTo>
                <a:close/>
                <a:moveTo>
                  <a:pt x="261207" y="161349"/>
                </a:moveTo>
                <a:lnTo>
                  <a:pt x="209912" y="97327"/>
                </a:lnTo>
                <a:cubicBezTo>
                  <a:pt x="198413" y="80218"/>
                  <a:pt x="190616" y="61077"/>
                  <a:pt x="183164" y="41723"/>
                </a:cubicBezTo>
                <a:lnTo>
                  <a:pt x="179321" y="32860"/>
                </a:lnTo>
                <a:lnTo>
                  <a:pt x="195057" y="55072"/>
                </a:lnTo>
                <a:close/>
                <a:moveTo>
                  <a:pt x="453781" y="162968"/>
                </a:moveTo>
                <a:lnTo>
                  <a:pt x="422922" y="129263"/>
                </a:lnTo>
                <a:lnTo>
                  <a:pt x="419499" y="126100"/>
                </a:lnTo>
                <a:lnTo>
                  <a:pt x="393854" y="93861"/>
                </a:lnTo>
                <a:lnTo>
                  <a:pt x="388148" y="88511"/>
                </a:lnTo>
                <a:lnTo>
                  <a:pt x="383554" y="78457"/>
                </a:lnTo>
                <a:lnTo>
                  <a:pt x="402052" y="95432"/>
                </a:lnTo>
                <a:lnTo>
                  <a:pt x="419891" y="112977"/>
                </a:lnTo>
                <a:lnTo>
                  <a:pt x="452697" y="155956"/>
                </a:lnTo>
                <a:lnTo>
                  <a:pt x="452978" y="157996"/>
                </a:lnTo>
                <a:close/>
                <a:moveTo>
                  <a:pt x="597356" y="163411"/>
                </a:moveTo>
                <a:lnTo>
                  <a:pt x="591424" y="158099"/>
                </a:lnTo>
                <a:lnTo>
                  <a:pt x="586414" y="147397"/>
                </a:lnTo>
                <a:close/>
                <a:moveTo>
                  <a:pt x="593918" y="163427"/>
                </a:moveTo>
                <a:lnTo>
                  <a:pt x="587600" y="154672"/>
                </a:lnTo>
                <a:lnTo>
                  <a:pt x="591424" y="158099"/>
                </a:lnTo>
                <a:close/>
                <a:moveTo>
                  <a:pt x="687274" y="167333"/>
                </a:moveTo>
                <a:lnTo>
                  <a:pt x="663910" y="139493"/>
                </a:lnTo>
                <a:lnTo>
                  <a:pt x="624736" y="96809"/>
                </a:lnTo>
                <a:lnTo>
                  <a:pt x="599201" y="33916"/>
                </a:lnTo>
                <a:lnTo>
                  <a:pt x="600915" y="35437"/>
                </a:lnTo>
                <a:lnTo>
                  <a:pt x="623902" y="65110"/>
                </a:lnTo>
                <a:close/>
                <a:moveTo>
                  <a:pt x="450264" y="170781"/>
                </a:moveTo>
                <a:lnTo>
                  <a:pt x="412020" y="134708"/>
                </a:lnTo>
                <a:lnTo>
                  <a:pt x="405066" y="127144"/>
                </a:lnTo>
                <a:lnTo>
                  <a:pt x="399516" y="113393"/>
                </a:lnTo>
                <a:lnTo>
                  <a:pt x="394959" y="103419"/>
                </a:lnTo>
                <a:lnTo>
                  <a:pt x="419499" y="126100"/>
                </a:lnTo>
                <a:lnTo>
                  <a:pt x="427072" y="135618"/>
                </a:lnTo>
                <a:close/>
                <a:moveTo>
                  <a:pt x="485986" y="175463"/>
                </a:moveTo>
                <a:lnTo>
                  <a:pt x="462343" y="143763"/>
                </a:lnTo>
                <a:lnTo>
                  <a:pt x="448597" y="126264"/>
                </a:lnTo>
                <a:lnTo>
                  <a:pt x="448374" y="124650"/>
                </a:lnTo>
                <a:lnTo>
                  <a:pt x="455983" y="133714"/>
                </a:lnTo>
                <a:lnTo>
                  <a:pt x="465520" y="143169"/>
                </a:lnTo>
                <a:close/>
                <a:moveTo>
                  <a:pt x="559215" y="177423"/>
                </a:moveTo>
                <a:lnTo>
                  <a:pt x="462047" y="83442"/>
                </a:lnTo>
                <a:lnTo>
                  <a:pt x="441586" y="62638"/>
                </a:lnTo>
                <a:lnTo>
                  <a:pt x="441079" y="61365"/>
                </a:lnTo>
                <a:lnTo>
                  <a:pt x="441077" y="61348"/>
                </a:lnTo>
                <a:lnTo>
                  <a:pt x="441054" y="36686"/>
                </a:lnTo>
                <a:lnTo>
                  <a:pt x="457171" y="57875"/>
                </a:lnTo>
                <a:cubicBezTo>
                  <a:pt x="480827" y="87370"/>
                  <a:pt x="502641" y="113398"/>
                  <a:pt x="523071" y="136981"/>
                </a:cubicBezTo>
                <a:close/>
                <a:moveTo>
                  <a:pt x="487461" y="177790"/>
                </a:moveTo>
                <a:lnTo>
                  <a:pt x="485986" y="175463"/>
                </a:lnTo>
                <a:lnTo>
                  <a:pt x="487161" y="177039"/>
                </a:lnTo>
                <a:close/>
                <a:moveTo>
                  <a:pt x="456590" y="180369"/>
                </a:moveTo>
                <a:lnTo>
                  <a:pt x="450264" y="170781"/>
                </a:lnTo>
                <a:lnTo>
                  <a:pt x="455900" y="176094"/>
                </a:lnTo>
                <a:close/>
                <a:moveTo>
                  <a:pt x="766807" y="180382"/>
                </a:moveTo>
                <a:lnTo>
                  <a:pt x="744248" y="150822"/>
                </a:lnTo>
                <a:lnTo>
                  <a:pt x="727293" y="117210"/>
                </a:lnTo>
                <a:lnTo>
                  <a:pt x="695465" y="83021"/>
                </a:lnTo>
                <a:lnTo>
                  <a:pt x="653442" y="23573"/>
                </a:lnTo>
                <a:lnTo>
                  <a:pt x="637588" y="1614"/>
                </a:lnTo>
                <a:lnTo>
                  <a:pt x="684788" y="10836"/>
                </a:lnTo>
                <a:lnTo>
                  <a:pt x="732791" y="90860"/>
                </a:lnTo>
                <a:lnTo>
                  <a:pt x="775066" y="169059"/>
                </a:lnTo>
                <a:close/>
                <a:moveTo>
                  <a:pt x="760117" y="182281"/>
                </a:moveTo>
                <a:lnTo>
                  <a:pt x="753335" y="174322"/>
                </a:lnTo>
                <a:lnTo>
                  <a:pt x="729464" y="141093"/>
                </a:lnTo>
                <a:lnTo>
                  <a:pt x="671838" y="57642"/>
                </a:lnTo>
                <a:lnTo>
                  <a:pt x="695465" y="83021"/>
                </a:lnTo>
                <a:lnTo>
                  <a:pt x="700768" y="90524"/>
                </a:lnTo>
                <a:cubicBezTo>
                  <a:pt x="714524" y="110008"/>
                  <a:pt x="726053" y="126301"/>
                  <a:pt x="734721" y="138338"/>
                </a:cubicBezTo>
                <a:lnTo>
                  <a:pt x="744248" y="150822"/>
                </a:lnTo>
                <a:close/>
                <a:moveTo>
                  <a:pt x="493040" y="184919"/>
                </a:moveTo>
                <a:lnTo>
                  <a:pt x="489255" y="181197"/>
                </a:lnTo>
                <a:lnTo>
                  <a:pt x="487461" y="177790"/>
                </a:lnTo>
                <a:lnTo>
                  <a:pt x="491474" y="182819"/>
                </a:lnTo>
                <a:close/>
                <a:moveTo>
                  <a:pt x="702365" y="185312"/>
                </a:moveTo>
                <a:lnTo>
                  <a:pt x="700002" y="182497"/>
                </a:lnTo>
                <a:lnTo>
                  <a:pt x="697528" y="176337"/>
                </a:lnTo>
                <a:lnTo>
                  <a:pt x="678038" y="134993"/>
                </a:lnTo>
                <a:lnTo>
                  <a:pt x="687900" y="147724"/>
                </a:lnTo>
                <a:lnTo>
                  <a:pt x="713093" y="181549"/>
                </a:lnTo>
                <a:close/>
                <a:moveTo>
                  <a:pt x="699124" y="186447"/>
                </a:moveTo>
                <a:lnTo>
                  <a:pt x="687274" y="167333"/>
                </a:lnTo>
                <a:lnTo>
                  <a:pt x="700002" y="182497"/>
                </a:lnTo>
                <a:lnTo>
                  <a:pt x="701284" y="185691"/>
                </a:lnTo>
                <a:close/>
                <a:moveTo>
                  <a:pt x="762286" y="186579"/>
                </a:moveTo>
                <a:lnTo>
                  <a:pt x="760117" y="182281"/>
                </a:lnTo>
                <a:lnTo>
                  <a:pt x="762975" y="185635"/>
                </a:lnTo>
                <a:close/>
                <a:moveTo>
                  <a:pt x="701437" y="190178"/>
                </a:moveTo>
                <a:lnTo>
                  <a:pt x="699743" y="188884"/>
                </a:lnTo>
                <a:lnTo>
                  <a:pt x="697749" y="186929"/>
                </a:lnTo>
                <a:lnTo>
                  <a:pt x="699124" y="186447"/>
                </a:lnTo>
                <a:close/>
                <a:moveTo>
                  <a:pt x="571531" y="191202"/>
                </a:moveTo>
                <a:lnTo>
                  <a:pt x="559215" y="177423"/>
                </a:lnTo>
                <a:lnTo>
                  <a:pt x="562128" y="180239"/>
                </a:lnTo>
                <a:close/>
                <a:moveTo>
                  <a:pt x="473281" y="192489"/>
                </a:moveTo>
                <a:lnTo>
                  <a:pt x="455900" y="176094"/>
                </a:lnTo>
                <a:lnTo>
                  <a:pt x="453781" y="162968"/>
                </a:lnTo>
                <a:lnTo>
                  <a:pt x="463974" y="174101"/>
                </a:lnTo>
                <a:close/>
                <a:moveTo>
                  <a:pt x="756863" y="194015"/>
                </a:moveTo>
                <a:lnTo>
                  <a:pt x="648895" y="78186"/>
                </a:lnTo>
                <a:lnTo>
                  <a:pt x="606002" y="0"/>
                </a:lnTo>
                <a:lnTo>
                  <a:pt x="613323" y="0"/>
                </a:lnTo>
                <a:lnTo>
                  <a:pt x="620402" y="9420"/>
                </a:lnTo>
                <a:cubicBezTo>
                  <a:pt x="654495" y="53610"/>
                  <a:pt x="696045" y="105477"/>
                  <a:pt x="738760" y="157219"/>
                </a:cubicBezTo>
                <a:lnTo>
                  <a:pt x="753335" y="174322"/>
                </a:lnTo>
                <a:lnTo>
                  <a:pt x="762213" y="186680"/>
                </a:lnTo>
                <a:close/>
                <a:moveTo>
                  <a:pt x="681842" y="196045"/>
                </a:moveTo>
                <a:lnTo>
                  <a:pt x="659093" y="167594"/>
                </a:lnTo>
                <a:lnTo>
                  <a:pt x="640168" y="130510"/>
                </a:lnTo>
                <a:lnTo>
                  <a:pt x="697749" y="186929"/>
                </a:lnTo>
                <a:lnTo>
                  <a:pt x="688928" y="190023"/>
                </a:lnTo>
                <a:close/>
                <a:moveTo>
                  <a:pt x="706124" y="197738"/>
                </a:moveTo>
                <a:lnTo>
                  <a:pt x="701437" y="190178"/>
                </a:lnTo>
                <a:lnTo>
                  <a:pt x="703818" y="191997"/>
                </a:lnTo>
                <a:close/>
                <a:moveTo>
                  <a:pt x="715401" y="200845"/>
                </a:moveTo>
                <a:lnTo>
                  <a:pt x="703818" y="191997"/>
                </a:lnTo>
                <a:lnTo>
                  <a:pt x="701284" y="185691"/>
                </a:lnTo>
                <a:lnTo>
                  <a:pt x="702365" y="185312"/>
                </a:lnTo>
                <a:close/>
                <a:moveTo>
                  <a:pt x="363452" y="210448"/>
                </a:moveTo>
                <a:lnTo>
                  <a:pt x="321283" y="162877"/>
                </a:lnTo>
                <a:lnTo>
                  <a:pt x="295515" y="138050"/>
                </a:lnTo>
                <a:lnTo>
                  <a:pt x="270898" y="106470"/>
                </a:lnTo>
                <a:lnTo>
                  <a:pt x="230150" y="54041"/>
                </a:lnTo>
                <a:lnTo>
                  <a:pt x="224416" y="45738"/>
                </a:lnTo>
                <a:lnTo>
                  <a:pt x="302747" y="118101"/>
                </a:lnTo>
                <a:lnTo>
                  <a:pt x="310383" y="128706"/>
                </a:lnTo>
                <a:lnTo>
                  <a:pt x="360646" y="205542"/>
                </a:lnTo>
                <a:close/>
                <a:moveTo>
                  <a:pt x="664004" y="215820"/>
                </a:moveTo>
                <a:lnTo>
                  <a:pt x="587778" y="75624"/>
                </a:lnTo>
                <a:lnTo>
                  <a:pt x="606859" y="102262"/>
                </a:lnTo>
                <a:lnTo>
                  <a:pt x="659093" y="167594"/>
                </a:lnTo>
                <a:lnTo>
                  <a:pt x="663772" y="176759"/>
                </a:lnTo>
                <a:lnTo>
                  <a:pt x="676427" y="200649"/>
                </a:lnTo>
                <a:lnTo>
                  <a:pt x="665067" y="210305"/>
                </a:lnTo>
                <a:close/>
                <a:moveTo>
                  <a:pt x="739800" y="217408"/>
                </a:moveTo>
                <a:lnTo>
                  <a:pt x="713093" y="181549"/>
                </a:lnTo>
                <a:lnTo>
                  <a:pt x="714172" y="181170"/>
                </a:lnTo>
                <a:lnTo>
                  <a:pt x="753180" y="199064"/>
                </a:lnTo>
                <a:close/>
                <a:moveTo>
                  <a:pt x="734918" y="224100"/>
                </a:moveTo>
                <a:lnTo>
                  <a:pt x="715401" y="200845"/>
                </a:lnTo>
                <a:lnTo>
                  <a:pt x="738827" y="218741"/>
                </a:lnTo>
                <a:close/>
                <a:moveTo>
                  <a:pt x="444949" y="225983"/>
                </a:moveTo>
                <a:lnTo>
                  <a:pt x="411309" y="182565"/>
                </a:lnTo>
                <a:lnTo>
                  <a:pt x="357164" y="113035"/>
                </a:lnTo>
                <a:lnTo>
                  <a:pt x="310573" y="32531"/>
                </a:lnTo>
                <a:lnTo>
                  <a:pt x="301098" y="15224"/>
                </a:lnTo>
                <a:lnTo>
                  <a:pt x="314407" y="24393"/>
                </a:lnTo>
                <a:lnTo>
                  <a:pt x="336678" y="52759"/>
                </a:lnTo>
                <a:lnTo>
                  <a:pt x="396818" y="118173"/>
                </a:lnTo>
                <a:lnTo>
                  <a:pt x="430393" y="189910"/>
                </a:lnTo>
                <a:close/>
                <a:moveTo>
                  <a:pt x="625135" y="229469"/>
                </a:moveTo>
                <a:lnTo>
                  <a:pt x="586828" y="190334"/>
                </a:lnTo>
                <a:lnTo>
                  <a:pt x="586724" y="190218"/>
                </a:lnTo>
                <a:lnTo>
                  <a:pt x="565122" y="162357"/>
                </a:lnTo>
                <a:lnTo>
                  <a:pt x="443074" y="13528"/>
                </a:lnTo>
                <a:lnTo>
                  <a:pt x="444971" y="8813"/>
                </a:lnTo>
                <a:lnTo>
                  <a:pt x="467620" y="38568"/>
                </a:lnTo>
                <a:lnTo>
                  <a:pt x="510939" y="81528"/>
                </a:lnTo>
                <a:lnTo>
                  <a:pt x="514283" y="85274"/>
                </a:lnTo>
                <a:cubicBezTo>
                  <a:pt x="548234" y="124582"/>
                  <a:pt x="578832" y="160776"/>
                  <a:pt x="607429" y="195708"/>
                </a:cubicBezTo>
                <a:lnTo>
                  <a:pt x="611358" y="200687"/>
                </a:lnTo>
                <a:lnTo>
                  <a:pt x="622811" y="225160"/>
                </a:lnTo>
                <a:close/>
                <a:moveTo>
                  <a:pt x="304164" y="230364"/>
                </a:moveTo>
                <a:lnTo>
                  <a:pt x="229209" y="162727"/>
                </a:lnTo>
                <a:lnTo>
                  <a:pt x="159727" y="75491"/>
                </a:lnTo>
                <a:lnTo>
                  <a:pt x="147266" y="54916"/>
                </a:lnTo>
                <a:lnTo>
                  <a:pt x="114483" y="0"/>
                </a:lnTo>
                <a:lnTo>
                  <a:pt x="126386" y="0"/>
                </a:lnTo>
                <a:lnTo>
                  <a:pt x="227756" y="123627"/>
                </a:lnTo>
                <a:lnTo>
                  <a:pt x="273255" y="180708"/>
                </a:lnTo>
                <a:close/>
                <a:moveTo>
                  <a:pt x="516121" y="232237"/>
                </a:moveTo>
                <a:lnTo>
                  <a:pt x="506595" y="223910"/>
                </a:lnTo>
                <a:lnTo>
                  <a:pt x="505257" y="222648"/>
                </a:lnTo>
                <a:lnTo>
                  <a:pt x="498668" y="214127"/>
                </a:lnTo>
                <a:cubicBezTo>
                  <a:pt x="491770" y="205656"/>
                  <a:pt x="482746" y="195024"/>
                  <a:pt x="470489" y="181218"/>
                </a:cubicBezTo>
                <a:lnTo>
                  <a:pt x="463974" y="174101"/>
                </a:lnTo>
                <a:lnTo>
                  <a:pt x="458906" y="164091"/>
                </a:lnTo>
                <a:lnTo>
                  <a:pt x="452697" y="155956"/>
                </a:lnTo>
                <a:lnTo>
                  <a:pt x="450984" y="143558"/>
                </a:lnTo>
                <a:lnTo>
                  <a:pt x="489255" y="181197"/>
                </a:lnTo>
                <a:close/>
                <a:moveTo>
                  <a:pt x="672862" y="232340"/>
                </a:moveTo>
                <a:lnTo>
                  <a:pt x="662703" y="222584"/>
                </a:lnTo>
                <a:lnTo>
                  <a:pt x="664004" y="215820"/>
                </a:lnTo>
                <a:lnTo>
                  <a:pt x="672495" y="231433"/>
                </a:lnTo>
                <a:close/>
                <a:moveTo>
                  <a:pt x="279027" y="234628"/>
                </a:moveTo>
                <a:lnTo>
                  <a:pt x="235648" y="200393"/>
                </a:lnTo>
                <a:lnTo>
                  <a:pt x="232773" y="196115"/>
                </a:lnTo>
                <a:lnTo>
                  <a:pt x="192490" y="129593"/>
                </a:lnTo>
                <a:lnTo>
                  <a:pt x="229209" y="162727"/>
                </a:lnTo>
                <a:lnTo>
                  <a:pt x="249991" y="188820"/>
                </a:lnTo>
                <a:close/>
                <a:moveTo>
                  <a:pt x="453935" y="238789"/>
                </a:moveTo>
                <a:lnTo>
                  <a:pt x="446050" y="228759"/>
                </a:lnTo>
                <a:lnTo>
                  <a:pt x="445784" y="228051"/>
                </a:lnTo>
                <a:lnTo>
                  <a:pt x="444949" y="225983"/>
                </a:lnTo>
                <a:lnTo>
                  <a:pt x="452332" y="235512"/>
                </a:lnTo>
                <a:close/>
                <a:moveTo>
                  <a:pt x="723035" y="240391"/>
                </a:moveTo>
                <a:lnTo>
                  <a:pt x="722955" y="240316"/>
                </a:lnTo>
                <a:lnTo>
                  <a:pt x="722177" y="237704"/>
                </a:lnTo>
                <a:lnTo>
                  <a:pt x="706124" y="197738"/>
                </a:lnTo>
                <a:lnTo>
                  <a:pt x="728188" y="233328"/>
                </a:lnTo>
                <a:close/>
                <a:moveTo>
                  <a:pt x="549926" y="242661"/>
                </a:moveTo>
                <a:lnTo>
                  <a:pt x="530325" y="221589"/>
                </a:lnTo>
                <a:lnTo>
                  <a:pt x="493546" y="185418"/>
                </a:lnTo>
                <a:lnTo>
                  <a:pt x="491474" y="182819"/>
                </a:lnTo>
                <a:lnTo>
                  <a:pt x="487161" y="177039"/>
                </a:lnTo>
                <a:lnTo>
                  <a:pt x="478988" y="156521"/>
                </a:lnTo>
                <a:lnTo>
                  <a:pt x="493424" y="170834"/>
                </a:lnTo>
                <a:lnTo>
                  <a:pt x="509470" y="185435"/>
                </a:lnTo>
                <a:lnTo>
                  <a:pt x="528602" y="211332"/>
                </a:lnTo>
                <a:close/>
                <a:moveTo>
                  <a:pt x="658017" y="246921"/>
                </a:moveTo>
                <a:lnTo>
                  <a:pt x="625149" y="204097"/>
                </a:lnTo>
                <a:lnTo>
                  <a:pt x="597356" y="163411"/>
                </a:lnTo>
                <a:lnTo>
                  <a:pt x="652752" y="213031"/>
                </a:lnTo>
                <a:lnTo>
                  <a:pt x="662703" y="222584"/>
                </a:lnTo>
                <a:close/>
                <a:moveTo>
                  <a:pt x="339819" y="253215"/>
                </a:moveTo>
                <a:lnTo>
                  <a:pt x="321897" y="241730"/>
                </a:lnTo>
                <a:lnTo>
                  <a:pt x="273255" y="180708"/>
                </a:lnTo>
                <a:lnTo>
                  <a:pt x="261207" y="161349"/>
                </a:lnTo>
                <a:lnTo>
                  <a:pt x="269667" y="171910"/>
                </a:lnTo>
                <a:cubicBezTo>
                  <a:pt x="290925" y="195764"/>
                  <a:pt x="312731" y="219214"/>
                  <a:pt x="332718" y="244063"/>
                </a:cubicBezTo>
                <a:close/>
                <a:moveTo>
                  <a:pt x="656019" y="257307"/>
                </a:moveTo>
                <a:lnTo>
                  <a:pt x="611358" y="200687"/>
                </a:lnTo>
                <a:lnTo>
                  <a:pt x="593918" y="163427"/>
                </a:lnTo>
                <a:lnTo>
                  <a:pt x="623935" y="205018"/>
                </a:lnTo>
                <a:lnTo>
                  <a:pt x="657191" y="251220"/>
                </a:lnTo>
                <a:close/>
                <a:moveTo>
                  <a:pt x="469420" y="257565"/>
                </a:moveTo>
                <a:lnTo>
                  <a:pt x="452332" y="235512"/>
                </a:lnTo>
                <a:lnTo>
                  <a:pt x="438357" y="206923"/>
                </a:lnTo>
                <a:lnTo>
                  <a:pt x="430393" y="189910"/>
                </a:lnTo>
                <a:lnTo>
                  <a:pt x="405289" y="127696"/>
                </a:lnTo>
                <a:lnTo>
                  <a:pt x="458940" y="194928"/>
                </a:lnTo>
                <a:lnTo>
                  <a:pt x="465309" y="234390"/>
                </a:lnTo>
                <a:close/>
                <a:moveTo>
                  <a:pt x="506284" y="258100"/>
                </a:moveTo>
                <a:lnTo>
                  <a:pt x="462885" y="199872"/>
                </a:lnTo>
                <a:lnTo>
                  <a:pt x="458940" y="194928"/>
                </a:lnTo>
                <a:lnTo>
                  <a:pt x="456590" y="180369"/>
                </a:lnTo>
                <a:lnTo>
                  <a:pt x="458359" y="183051"/>
                </a:lnTo>
                <a:lnTo>
                  <a:pt x="486551" y="218706"/>
                </a:lnTo>
                <a:lnTo>
                  <a:pt x="499657" y="244597"/>
                </a:lnTo>
                <a:close/>
                <a:moveTo>
                  <a:pt x="639721" y="258572"/>
                </a:moveTo>
                <a:lnTo>
                  <a:pt x="607531" y="224151"/>
                </a:lnTo>
                <a:lnTo>
                  <a:pt x="562128" y="180239"/>
                </a:lnTo>
                <a:lnTo>
                  <a:pt x="457171" y="57875"/>
                </a:lnTo>
                <a:lnTo>
                  <a:pt x="441050" y="33661"/>
                </a:lnTo>
                <a:lnTo>
                  <a:pt x="441044" y="26497"/>
                </a:lnTo>
                <a:lnTo>
                  <a:pt x="490310" y="82376"/>
                </a:lnTo>
                <a:cubicBezTo>
                  <a:pt x="502788" y="96406"/>
                  <a:pt x="516915" y="112244"/>
                  <a:pt x="532923" y="130150"/>
                </a:cubicBezTo>
                <a:lnTo>
                  <a:pt x="586724" y="190218"/>
                </a:lnTo>
                <a:close/>
                <a:moveTo>
                  <a:pt x="708460" y="260374"/>
                </a:moveTo>
                <a:lnTo>
                  <a:pt x="696579" y="238685"/>
                </a:lnTo>
                <a:lnTo>
                  <a:pt x="676427" y="200649"/>
                </a:lnTo>
                <a:lnTo>
                  <a:pt x="681842" y="196045"/>
                </a:lnTo>
                <a:lnTo>
                  <a:pt x="699804" y="218513"/>
                </a:lnTo>
                <a:lnTo>
                  <a:pt x="722955" y="240316"/>
                </a:lnTo>
                <a:lnTo>
                  <a:pt x="722994" y="240447"/>
                </a:lnTo>
                <a:close/>
                <a:moveTo>
                  <a:pt x="643377" y="263285"/>
                </a:moveTo>
                <a:lnTo>
                  <a:pt x="639721" y="258572"/>
                </a:lnTo>
                <a:lnTo>
                  <a:pt x="642350" y="261382"/>
                </a:lnTo>
                <a:close/>
                <a:moveTo>
                  <a:pt x="559617" y="270255"/>
                </a:moveTo>
                <a:lnTo>
                  <a:pt x="549569" y="261472"/>
                </a:lnTo>
                <a:lnTo>
                  <a:pt x="523972" y="226392"/>
                </a:lnTo>
                <a:lnTo>
                  <a:pt x="493040" y="184919"/>
                </a:lnTo>
                <a:lnTo>
                  <a:pt x="493546" y="185418"/>
                </a:lnTo>
                <a:lnTo>
                  <a:pt x="531676" y="233215"/>
                </a:lnTo>
                <a:close/>
                <a:moveTo>
                  <a:pt x="653035" y="272807"/>
                </a:moveTo>
                <a:lnTo>
                  <a:pt x="642350" y="261382"/>
                </a:lnTo>
                <a:lnTo>
                  <a:pt x="625135" y="229469"/>
                </a:lnTo>
                <a:lnTo>
                  <a:pt x="655422" y="260409"/>
                </a:lnTo>
                <a:close/>
                <a:moveTo>
                  <a:pt x="349069" y="275818"/>
                </a:moveTo>
                <a:lnTo>
                  <a:pt x="324720" y="261796"/>
                </a:lnTo>
                <a:lnTo>
                  <a:pt x="304164" y="230364"/>
                </a:lnTo>
                <a:lnTo>
                  <a:pt x="321897" y="241730"/>
                </a:lnTo>
                <a:close/>
                <a:moveTo>
                  <a:pt x="539354" y="276371"/>
                </a:moveTo>
                <a:lnTo>
                  <a:pt x="531450" y="269149"/>
                </a:lnTo>
                <a:cubicBezTo>
                  <a:pt x="513355" y="249746"/>
                  <a:pt x="498824" y="233326"/>
                  <a:pt x="486945" y="219204"/>
                </a:cubicBezTo>
                <a:lnTo>
                  <a:pt x="486551" y="218706"/>
                </a:lnTo>
                <a:lnTo>
                  <a:pt x="473281" y="192489"/>
                </a:lnTo>
                <a:lnTo>
                  <a:pt x="505257" y="222648"/>
                </a:lnTo>
                <a:lnTo>
                  <a:pt x="514090" y="234074"/>
                </a:lnTo>
                <a:cubicBezTo>
                  <a:pt x="517842" y="239240"/>
                  <a:pt x="520572" y="243260"/>
                  <a:pt x="523389" y="247150"/>
                </a:cubicBezTo>
                <a:lnTo>
                  <a:pt x="525104" y="249302"/>
                </a:lnTo>
                <a:close/>
                <a:moveTo>
                  <a:pt x="671103" y="276430"/>
                </a:moveTo>
                <a:lnTo>
                  <a:pt x="655422" y="260409"/>
                </a:lnTo>
                <a:lnTo>
                  <a:pt x="656019" y="257307"/>
                </a:lnTo>
                <a:close/>
                <a:moveTo>
                  <a:pt x="473011" y="277806"/>
                </a:moveTo>
                <a:lnTo>
                  <a:pt x="453935" y="238789"/>
                </a:lnTo>
                <a:lnTo>
                  <a:pt x="467490" y="256028"/>
                </a:lnTo>
                <a:lnTo>
                  <a:pt x="469728" y="259294"/>
                </a:lnTo>
                <a:close/>
                <a:moveTo>
                  <a:pt x="651942" y="278481"/>
                </a:moveTo>
                <a:lnTo>
                  <a:pt x="651056" y="277522"/>
                </a:lnTo>
                <a:lnTo>
                  <a:pt x="643377" y="263285"/>
                </a:lnTo>
                <a:lnTo>
                  <a:pt x="652583" y="275159"/>
                </a:lnTo>
                <a:close/>
                <a:moveTo>
                  <a:pt x="692903" y="281702"/>
                </a:moveTo>
                <a:lnTo>
                  <a:pt x="672862" y="232340"/>
                </a:lnTo>
                <a:lnTo>
                  <a:pt x="705824" y="263988"/>
                </a:lnTo>
                <a:close/>
                <a:moveTo>
                  <a:pt x="650927" y="283765"/>
                </a:moveTo>
                <a:lnTo>
                  <a:pt x="571531" y="191202"/>
                </a:lnTo>
                <a:lnTo>
                  <a:pt x="580672" y="201428"/>
                </a:lnTo>
                <a:lnTo>
                  <a:pt x="651056" y="277522"/>
                </a:lnTo>
                <a:lnTo>
                  <a:pt x="651846" y="278987"/>
                </a:lnTo>
                <a:close/>
                <a:moveTo>
                  <a:pt x="468818" y="289632"/>
                </a:moveTo>
                <a:lnTo>
                  <a:pt x="455569" y="271419"/>
                </a:lnTo>
                <a:cubicBezTo>
                  <a:pt x="421037" y="222352"/>
                  <a:pt x="390026" y="176209"/>
                  <a:pt x="366390" y="137270"/>
                </a:cubicBezTo>
                <a:lnTo>
                  <a:pt x="337668" y="88012"/>
                </a:lnTo>
                <a:lnTo>
                  <a:pt x="340339" y="91430"/>
                </a:lnTo>
                <a:lnTo>
                  <a:pt x="357164" y="113035"/>
                </a:lnTo>
                <a:lnTo>
                  <a:pt x="358962" y="116143"/>
                </a:lnTo>
                <a:cubicBezTo>
                  <a:pt x="375208" y="140775"/>
                  <a:pt x="393900" y="163645"/>
                  <a:pt x="412750" y="186407"/>
                </a:cubicBezTo>
                <a:lnTo>
                  <a:pt x="446050" y="228759"/>
                </a:lnTo>
                <a:close/>
                <a:moveTo>
                  <a:pt x="685970" y="291206"/>
                </a:moveTo>
                <a:lnTo>
                  <a:pt x="657191" y="251220"/>
                </a:lnTo>
                <a:lnTo>
                  <a:pt x="658017" y="246921"/>
                </a:lnTo>
                <a:lnTo>
                  <a:pt x="688913" y="287172"/>
                </a:lnTo>
                <a:close/>
                <a:moveTo>
                  <a:pt x="684427" y="293322"/>
                </a:moveTo>
                <a:lnTo>
                  <a:pt x="671103" y="276430"/>
                </a:lnTo>
                <a:lnTo>
                  <a:pt x="685798" y="291443"/>
                </a:lnTo>
                <a:close/>
                <a:moveTo>
                  <a:pt x="476087" y="299627"/>
                </a:moveTo>
                <a:lnTo>
                  <a:pt x="470301" y="293715"/>
                </a:lnTo>
                <a:lnTo>
                  <a:pt x="469781" y="292206"/>
                </a:lnTo>
                <a:lnTo>
                  <a:pt x="468818" y="289632"/>
                </a:lnTo>
                <a:close/>
                <a:moveTo>
                  <a:pt x="477138" y="301070"/>
                </a:moveTo>
                <a:lnTo>
                  <a:pt x="476087" y="299627"/>
                </a:lnTo>
                <a:lnTo>
                  <a:pt x="477058" y="300618"/>
                </a:lnTo>
                <a:close/>
                <a:moveTo>
                  <a:pt x="415768" y="301892"/>
                </a:moveTo>
                <a:lnTo>
                  <a:pt x="411242" y="298991"/>
                </a:lnTo>
                <a:lnTo>
                  <a:pt x="411119" y="298829"/>
                </a:lnTo>
                <a:cubicBezTo>
                  <a:pt x="404895" y="289617"/>
                  <a:pt x="399950" y="278229"/>
                  <a:pt x="317285" y="166403"/>
                </a:cubicBezTo>
                <a:lnTo>
                  <a:pt x="294614" y="137182"/>
                </a:lnTo>
                <a:lnTo>
                  <a:pt x="295515" y="138050"/>
                </a:lnTo>
                <a:lnTo>
                  <a:pt x="312061" y="159278"/>
                </a:lnTo>
                <a:cubicBezTo>
                  <a:pt x="355974" y="215602"/>
                  <a:pt x="362032" y="223600"/>
                  <a:pt x="402594" y="279514"/>
                </a:cubicBezTo>
                <a:lnTo>
                  <a:pt x="404356" y="281943"/>
                </a:lnTo>
                <a:close/>
                <a:moveTo>
                  <a:pt x="225005" y="303062"/>
                </a:moveTo>
                <a:lnTo>
                  <a:pt x="67282" y="116506"/>
                </a:lnTo>
                <a:lnTo>
                  <a:pt x="46585" y="71662"/>
                </a:lnTo>
                <a:lnTo>
                  <a:pt x="30967" y="35838"/>
                </a:lnTo>
                <a:lnTo>
                  <a:pt x="60863" y="78512"/>
                </a:lnTo>
                <a:lnTo>
                  <a:pt x="201950" y="260364"/>
                </a:lnTo>
                <a:lnTo>
                  <a:pt x="220231" y="295481"/>
                </a:lnTo>
                <a:close/>
                <a:moveTo>
                  <a:pt x="676157" y="304660"/>
                </a:moveTo>
                <a:lnTo>
                  <a:pt x="671815" y="299967"/>
                </a:lnTo>
                <a:lnTo>
                  <a:pt x="652583" y="275159"/>
                </a:lnTo>
                <a:lnTo>
                  <a:pt x="653035" y="272807"/>
                </a:lnTo>
                <a:lnTo>
                  <a:pt x="679079" y="300655"/>
                </a:lnTo>
                <a:close/>
                <a:moveTo>
                  <a:pt x="579934" y="305164"/>
                </a:moveTo>
                <a:lnTo>
                  <a:pt x="550139" y="277041"/>
                </a:lnTo>
                <a:cubicBezTo>
                  <a:pt x="542563" y="269615"/>
                  <a:pt x="537284" y="264087"/>
                  <a:pt x="533194" y="259443"/>
                </a:cubicBezTo>
                <a:lnTo>
                  <a:pt x="525104" y="249302"/>
                </a:lnTo>
                <a:lnTo>
                  <a:pt x="516121" y="232237"/>
                </a:lnTo>
                <a:lnTo>
                  <a:pt x="549569" y="261472"/>
                </a:lnTo>
                <a:lnTo>
                  <a:pt x="575244" y="296661"/>
                </a:lnTo>
                <a:lnTo>
                  <a:pt x="578477" y="301174"/>
                </a:lnTo>
                <a:close/>
                <a:moveTo>
                  <a:pt x="672799" y="309264"/>
                </a:moveTo>
                <a:lnTo>
                  <a:pt x="660348" y="294749"/>
                </a:lnTo>
                <a:lnTo>
                  <a:pt x="651846" y="278987"/>
                </a:lnTo>
                <a:lnTo>
                  <a:pt x="651942" y="278481"/>
                </a:lnTo>
                <a:lnTo>
                  <a:pt x="671815" y="299967"/>
                </a:lnTo>
                <a:lnTo>
                  <a:pt x="675816" y="305127"/>
                </a:lnTo>
                <a:close/>
                <a:moveTo>
                  <a:pt x="427765" y="309579"/>
                </a:moveTo>
                <a:lnTo>
                  <a:pt x="421479" y="305551"/>
                </a:lnTo>
                <a:lnTo>
                  <a:pt x="404356" y="281943"/>
                </a:lnTo>
                <a:lnTo>
                  <a:pt x="363452" y="210448"/>
                </a:lnTo>
                <a:lnTo>
                  <a:pt x="380074" y="229198"/>
                </a:lnTo>
                <a:close/>
                <a:moveTo>
                  <a:pt x="477492" y="314542"/>
                </a:moveTo>
                <a:lnTo>
                  <a:pt x="475497" y="312562"/>
                </a:lnTo>
                <a:cubicBezTo>
                  <a:pt x="447453" y="283758"/>
                  <a:pt x="421730" y="252815"/>
                  <a:pt x="396032" y="221848"/>
                </a:cubicBezTo>
                <a:lnTo>
                  <a:pt x="338715" y="156204"/>
                </a:lnTo>
                <a:lnTo>
                  <a:pt x="295001" y="103020"/>
                </a:lnTo>
                <a:cubicBezTo>
                  <a:pt x="272720" y="69636"/>
                  <a:pt x="253043" y="39921"/>
                  <a:pt x="235696" y="13501"/>
                </a:cubicBezTo>
                <a:lnTo>
                  <a:pt x="226923" y="0"/>
                </a:lnTo>
                <a:lnTo>
                  <a:pt x="268310" y="0"/>
                </a:lnTo>
                <a:lnTo>
                  <a:pt x="272138" y="4232"/>
                </a:lnTo>
                <a:cubicBezTo>
                  <a:pt x="272164" y="4262"/>
                  <a:pt x="278909" y="12856"/>
                  <a:pt x="290800" y="28047"/>
                </a:cubicBezTo>
                <a:lnTo>
                  <a:pt x="293463" y="31453"/>
                </a:lnTo>
                <a:lnTo>
                  <a:pt x="293844" y="32210"/>
                </a:lnTo>
                <a:cubicBezTo>
                  <a:pt x="324984" y="86446"/>
                  <a:pt x="430074" y="246382"/>
                  <a:pt x="468069" y="291434"/>
                </a:cubicBezTo>
                <a:lnTo>
                  <a:pt x="470301" y="293715"/>
                </a:lnTo>
                <a:close/>
                <a:moveTo>
                  <a:pt x="491255" y="315121"/>
                </a:moveTo>
                <a:lnTo>
                  <a:pt x="477058" y="300618"/>
                </a:lnTo>
                <a:lnTo>
                  <a:pt x="473011" y="277806"/>
                </a:lnTo>
                <a:close/>
                <a:moveTo>
                  <a:pt x="647746" y="318456"/>
                </a:moveTo>
                <a:lnTo>
                  <a:pt x="590099" y="260153"/>
                </a:lnTo>
                <a:cubicBezTo>
                  <a:pt x="569796" y="240517"/>
                  <a:pt x="552177" y="224280"/>
                  <a:pt x="536360" y="209906"/>
                </a:cubicBezTo>
                <a:lnTo>
                  <a:pt x="509470" y="185435"/>
                </a:lnTo>
                <a:lnTo>
                  <a:pt x="472606" y="135535"/>
                </a:lnTo>
                <a:lnTo>
                  <a:pt x="468832" y="131026"/>
                </a:lnTo>
                <a:lnTo>
                  <a:pt x="461866" y="113544"/>
                </a:lnTo>
                <a:lnTo>
                  <a:pt x="479209" y="132068"/>
                </a:lnTo>
                <a:cubicBezTo>
                  <a:pt x="519468" y="176625"/>
                  <a:pt x="556453" y="219209"/>
                  <a:pt x="605845" y="272908"/>
                </a:cubicBezTo>
                <a:lnTo>
                  <a:pt x="647755" y="317749"/>
                </a:lnTo>
                <a:close/>
                <a:moveTo>
                  <a:pt x="426292" y="320286"/>
                </a:moveTo>
                <a:lnTo>
                  <a:pt x="364044" y="284442"/>
                </a:lnTo>
                <a:lnTo>
                  <a:pt x="339819" y="253215"/>
                </a:lnTo>
                <a:lnTo>
                  <a:pt x="411242" y="298991"/>
                </a:lnTo>
                <a:lnTo>
                  <a:pt x="417261" y="306866"/>
                </a:lnTo>
                <a:lnTo>
                  <a:pt x="421362" y="311669"/>
                </a:lnTo>
                <a:close/>
                <a:moveTo>
                  <a:pt x="598978" y="322509"/>
                </a:moveTo>
                <a:lnTo>
                  <a:pt x="584015" y="308906"/>
                </a:lnTo>
                <a:lnTo>
                  <a:pt x="578477" y="301174"/>
                </a:lnTo>
                <a:lnTo>
                  <a:pt x="574284" y="289700"/>
                </a:lnTo>
                <a:lnTo>
                  <a:pt x="559617" y="270255"/>
                </a:lnTo>
                <a:lnTo>
                  <a:pt x="577724" y="286082"/>
                </a:lnTo>
                <a:lnTo>
                  <a:pt x="583034" y="294806"/>
                </a:lnTo>
                <a:cubicBezTo>
                  <a:pt x="588262" y="303908"/>
                  <a:pt x="592418" y="311526"/>
                  <a:pt x="596777" y="319038"/>
                </a:cubicBezTo>
                <a:close/>
                <a:moveTo>
                  <a:pt x="436377" y="326094"/>
                </a:moveTo>
                <a:lnTo>
                  <a:pt x="431067" y="323034"/>
                </a:lnTo>
                <a:lnTo>
                  <a:pt x="421362" y="311669"/>
                </a:lnTo>
                <a:lnTo>
                  <a:pt x="415768" y="301892"/>
                </a:lnTo>
                <a:lnTo>
                  <a:pt x="421479" y="305551"/>
                </a:lnTo>
                <a:close/>
                <a:moveTo>
                  <a:pt x="481680" y="326672"/>
                </a:moveTo>
                <a:lnTo>
                  <a:pt x="477492" y="314542"/>
                </a:lnTo>
                <a:lnTo>
                  <a:pt x="479963" y="316996"/>
                </a:lnTo>
                <a:close/>
                <a:moveTo>
                  <a:pt x="658345" y="329080"/>
                </a:moveTo>
                <a:lnTo>
                  <a:pt x="647755" y="317749"/>
                </a:lnTo>
                <a:lnTo>
                  <a:pt x="647979" y="299075"/>
                </a:lnTo>
                <a:lnTo>
                  <a:pt x="650927" y="283765"/>
                </a:lnTo>
                <a:lnTo>
                  <a:pt x="660348" y="294749"/>
                </a:lnTo>
                <a:lnTo>
                  <a:pt x="670142" y="312906"/>
                </a:lnTo>
                <a:close/>
                <a:moveTo>
                  <a:pt x="601188" y="332877"/>
                </a:moveTo>
                <a:lnTo>
                  <a:pt x="584481" y="317610"/>
                </a:lnTo>
                <a:lnTo>
                  <a:pt x="579934" y="305164"/>
                </a:lnTo>
                <a:lnTo>
                  <a:pt x="580855" y="306032"/>
                </a:lnTo>
                <a:lnTo>
                  <a:pt x="584015" y="308906"/>
                </a:lnTo>
                <a:close/>
                <a:moveTo>
                  <a:pt x="442864" y="335030"/>
                </a:moveTo>
                <a:lnTo>
                  <a:pt x="440615" y="331936"/>
                </a:lnTo>
                <a:lnTo>
                  <a:pt x="436377" y="326094"/>
                </a:lnTo>
                <a:lnTo>
                  <a:pt x="438177" y="327129"/>
                </a:lnTo>
                <a:close/>
                <a:moveTo>
                  <a:pt x="638120" y="337470"/>
                </a:moveTo>
                <a:lnTo>
                  <a:pt x="604312" y="309322"/>
                </a:lnTo>
                <a:lnTo>
                  <a:pt x="577724" y="286082"/>
                </a:lnTo>
                <a:lnTo>
                  <a:pt x="562861" y="261664"/>
                </a:lnTo>
                <a:lnTo>
                  <a:pt x="549926" y="242661"/>
                </a:lnTo>
                <a:close/>
                <a:moveTo>
                  <a:pt x="503682" y="340543"/>
                </a:moveTo>
                <a:lnTo>
                  <a:pt x="479963" y="316996"/>
                </a:lnTo>
                <a:lnTo>
                  <a:pt x="477138" y="301070"/>
                </a:lnTo>
                <a:lnTo>
                  <a:pt x="499242" y="331460"/>
                </a:lnTo>
                <a:close/>
                <a:moveTo>
                  <a:pt x="481510" y="341401"/>
                </a:moveTo>
                <a:lnTo>
                  <a:pt x="453603" y="325932"/>
                </a:lnTo>
                <a:lnTo>
                  <a:pt x="410958" y="264035"/>
                </a:lnTo>
                <a:lnTo>
                  <a:pt x="380074" y="229198"/>
                </a:lnTo>
                <a:lnTo>
                  <a:pt x="367545" y="208080"/>
                </a:lnTo>
                <a:lnTo>
                  <a:pt x="310383" y="128706"/>
                </a:lnTo>
                <a:lnTo>
                  <a:pt x="304516" y="119735"/>
                </a:lnTo>
                <a:lnTo>
                  <a:pt x="316706" y="130997"/>
                </a:lnTo>
                <a:lnTo>
                  <a:pt x="338715" y="156204"/>
                </a:lnTo>
                <a:lnTo>
                  <a:pt x="355705" y="176874"/>
                </a:lnTo>
                <a:cubicBezTo>
                  <a:pt x="377321" y="200457"/>
                  <a:pt x="399171" y="223878"/>
                  <a:pt x="417808" y="249757"/>
                </a:cubicBezTo>
                <a:cubicBezTo>
                  <a:pt x="445210" y="287808"/>
                  <a:pt x="465560" y="317239"/>
                  <a:pt x="480711" y="340114"/>
                </a:cubicBezTo>
                <a:close/>
                <a:moveTo>
                  <a:pt x="465118" y="342644"/>
                </a:moveTo>
                <a:lnTo>
                  <a:pt x="438177" y="327129"/>
                </a:lnTo>
                <a:lnTo>
                  <a:pt x="427765" y="309579"/>
                </a:lnTo>
                <a:lnTo>
                  <a:pt x="451202" y="324601"/>
                </a:lnTo>
                <a:lnTo>
                  <a:pt x="453603" y="325932"/>
                </a:lnTo>
                <a:close/>
                <a:moveTo>
                  <a:pt x="647439" y="344031"/>
                </a:moveTo>
                <a:lnTo>
                  <a:pt x="647746" y="318456"/>
                </a:lnTo>
                <a:lnTo>
                  <a:pt x="658305" y="329134"/>
                </a:lnTo>
                <a:close/>
                <a:moveTo>
                  <a:pt x="488008" y="345002"/>
                </a:moveTo>
                <a:lnTo>
                  <a:pt x="485293" y="343497"/>
                </a:lnTo>
                <a:lnTo>
                  <a:pt x="482924" y="333690"/>
                </a:lnTo>
                <a:lnTo>
                  <a:pt x="481680" y="326672"/>
                </a:lnTo>
                <a:close/>
                <a:moveTo>
                  <a:pt x="450813" y="345963"/>
                </a:moveTo>
                <a:lnTo>
                  <a:pt x="446113" y="340505"/>
                </a:lnTo>
                <a:lnTo>
                  <a:pt x="442864" y="335030"/>
                </a:lnTo>
                <a:close/>
                <a:moveTo>
                  <a:pt x="645935" y="346094"/>
                </a:moveTo>
                <a:lnTo>
                  <a:pt x="638823" y="338227"/>
                </a:lnTo>
                <a:lnTo>
                  <a:pt x="638120" y="337470"/>
                </a:lnTo>
                <a:lnTo>
                  <a:pt x="646895" y="344777"/>
                </a:lnTo>
                <a:close/>
                <a:moveTo>
                  <a:pt x="486865" y="350016"/>
                </a:moveTo>
                <a:lnTo>
                  <a:pt x="481510" y="341401"/>
                </a:lnTo>
                <a:lnTo>
                  <a:pt x="485293" y="343497"/>
                </a:lnTo>
                <a:close/>
                <a:moveTo>
                  <a:pt x="491853" y="358040"/>
                </a:moveTo>
                <a:lnTo>
                  <a:pt x="488310" y="356000"/>
                </a:lnTo>
                <a:lnTo>
                  <a:pt x="486865" y="350016"/>
                </a:lnTo>
                <a:close/>
                <a:moveTo>
                  <a:pt x="493326" y="360409"/>
                </a:moveTo>
                <a:lnTo>
                  <a:pt x="491853" y="358040"/>
                </a:lnTo>
                <a:lnTo>
                  <a:pt x="492671" y="358510"/>
                </a:lnTo>
                <a:close/>
                <a:moveTo>
                  <a:pt x="633624" y="362972"/>
                </a:moveTo>
                <a:lnTo>
                  <a:pt x="611589" y="342393"/>
                </a:lnTo>
                <a:lnTo>
                  <a:pt x="598978" y="322509"/>
                </a:lnTo>
                <a:lnTo>
                  <a:pt x="631974" y="352503"/>
                </a:lnTo>
                <a:lnTo>
                  <a:pt x="637849" y="357179"/>
                </a:lnTo>
                <a:close/>
                <a:moveTo>
                  <a:pt x="523335" y="364585"/>
                </a:moveTo>
                <a:lnTo>
                  <a:pt x="512500" y="358578"/>
                </a:lnTo>
                <a:lnTo>
                  <a:pt x="503682" y="340543"/>
                </a:lnTo>
                <a:lnTo>
                  <a:pt x="511476" y="348279"/>
                </a:lnTo>
                <a:close/>
                <a:moveTo>
                  <a:pt x="627746" y="371031"/>
                </a:moveTo>
                <a:lnTo>
                  <a:pt x="625124" y="366781"/>
                </a:lnTo>
                <a:cubicBezTo>
                  <a:pt x="624460" y="365697"/>
                  <a:pt x="619371" y="358385"/>
                  <a:pt x="610759" y="346235"/>
                </a:cubicBezTo>
                <a:lnTo>
                  <a:pt x="601188" y="332877"/>
                </a:lnTo>
                <a:lnTo>
                  <a:pt x="610990" y="341833"/>
                </a:lnTo>
                <a:lnTo>
                  <a:pt x="611589" y="342393"/>
                </a:lnTo>
                <a:lnTo>
                  <a:pt x="611742" y="342634"/>
                </a:lnTo>
                <a:lnTo>
                  <a:pt x="630515" y="367234"/>
                </a:lnTo>
                <a:close/>
                <a:moveTo>
                  <a:pt x="520122" y="374168"/>
                </a:moveTo>
                <a:lnTo>
                  <a:pt x="516639" y="372313"/>
                </a:lnTo>
                <a:lnTo>
                  <a:pt x="492671" y="358510"/>
                </a:lnTo>
                <a:lnTo>
                  <a:pt x="488008" y="345002"/>
                </a:lnTo>
                <a:lnTo>
                  <a:pt x="512500" y="358578"/>
                </a:lnTo>
                <a:close/>
                <a:moveTo>
                  <a:pt x="551195" y="380027"/>
                </a:moveTo>
                <a:lnTo>
                  <a:pt x="534002" y="370497"/>
                </a:lnTo>
                <a:lnTo>
                  <a:pt x="531695" y="368351"/>
                </a:lnTo>
                <a:lnTo>
                  <a:pt x="511476" y="348279"/>
                </a:lnTo>
                <a:lnTo>
                  <a:pt x="499242" y="331460"/>
                </a:lnTo>
                <a:lnTo>
                  <a:pt x="491255" y="315121"/>
                </a:lnTo>
                <a:lnTo>
                  <a:pt x="532897" y="357664"/>
                </a:lnTo>
                <a:lnTo>
                  <a:pt x="544144" y="369154"/>
                </a:lnTo>
                <a:close/>
                <a:moveTo>
                  <a:pt x="495858" y="387259"/>
                </a:moveTo>
                <a:lnTo>
                  <a:pt x="465118" y="342644"/>
                </a:lnTo>
                <a:lnTo>
                  <a:pt x="488310" y="356000"/>
                </a:lnTo>
                <a:close/>
                <a:moveTo>
                  <a:pt x="573134" y="392189"/>
                </a:moveTo>
                <a:lnTo>
                  <a:pt x="559047" y="384380"/>
                </a:lnTo>
                <a:lnTo>
                  <a:pt x="544144" y="369154"/>
                </a:lnTo>
                <a:lnTo>
                  <a:pt x="529173" y="346068"/>
                </a:lnTo>
                <a:lnTo>
                  <a:pt x="469728" y="259294"/>
                </a:lnTo>
                <a:lnTo>
                  <a:pt x="469420" y="257565"/>
                </a:lnTo>
                <a:lnTo>
                  <a:pt x="494267" y="289634"/>
                </a:lnTo>
                <a:close/>
                <a:moveTo>
                  <a:pt x="602229" y="393509"/>
                </a:moveTo>
                <a:lnTo>
                  <a:pt x="598960" y="388599"/>
                </a:lnTo>
                <a:lnTo>
                  <a:pt x="587754" y="368321"/>
                </a:lnTo>
                <a:lnTo>
                  <a:pt x="539354" y="276371"/>
                </a:lnTo>
                <a:lnTo>
                  <a:pt x="584481" y="317610"/>
                </a:lnTo>
                <a:lnTo>
                  <a:pt x="595608" y="348064"/>
                </a:lnTo>
                <a:close/>
                <a:moveTo>
                  <a:pt x="561802" y="396385"/>
                </a:moveTo>
                <a:lnTo>
                  <a:pt x="536756" y="383035"/>
                </a:lnTo>
                <a:lnTo>
                  <a:pt x="523335" y="364585"/>
                </a:lnTo>
                <a:lnTo>
                  <a:pt x="534002" y="370497"/>
                </a:lnTo>
                <a:lnTo>
                  <a:pt x="561759" y="396317"/>
                </a:lnTo>
                <a:close/>
                <a:moveTo>
                  <a:pt x="605844" y="401057"/>
                </a:moveTo>
                <a:lnTo>
                  <a:pt x="602427" y="394872"/>
                </a:lnTo>
                <a:lnTo>
                  <a:pt x="602229" y="393509"/>
                </a:lnTo>
                <a:lnTo>
                  <a:pt x="606580" y="400048"/>
                </a:lnTo>
                <a:close/>
                <a:moveTo>
                  <a:pt x="580610" y="406408"/>
                </a:moveTo>
                <a:lnTo>
                  <a:pt x="561870" y="396420"/>
                </a:lnTo>
                <a:lnTo>
                  <a:pt x="561759" y="396317"/>
                </a:lnTo>
                <a:lnTo>
                  <a:pt x="551195" y="380027"/>
                </a:lnTo>
                <a:lnTo>
                  <a:pt x="559047" y="384380"/>
                </a:lnTo>
                <a:close/>
                <a:moveTo>
                  <a:pt x="601033" y="407652"/>
                </a:moveTo>
                <a:lnTo>
                  <a:pt x="595598" y="404639"/>
                </a:lnTo>
                <a:lnTo>
                  <a:pt x="539457" y="325683"/>
                </a:lnTo>
                <a:lnTo>
                  <a:pt x="506284" y="258100"/>
                </a:lnTo>
                <a:lnTo>
                  <a:pt x="560683" y="331085"/>
                </a:lnTo>
                <a:lnTo>
                  <a:pt x="598960" y="388599"/>
                </a:lnTo>
                <a:lnTo>
                  <a:pt x="602427" y="394872"/>
                </a:lnTo>
                <a:lnTo>
                  <a:pt x="603747" y="403932"/>
                </a:lnTo>
                <a:close/>
                <a:moveTo>
                  <a:pt x="595969" y="414595"/>
                </a:moveTo>
                <a:lnTo>
                  <a:pt x="586336" y="409461"/>
                </a:lnTo>
                <a:lnTo>
                  <a:pt x="579769" y="400816"/>
                </a:lnTo>
                <a:lnTo>
                  <a:pt x="573134" y="392189"/>
                </a:lnTo>
                <a:lnTo>
                  <a:pt x="595598" y="404639"/>
                </a:lnTo>
                <a:lnTo>
                  <a:pt x="599366" y="409938"/>
                </a:lnTo>
                <a:close/>
                <a:moveTo>
                  <a:pt x="510233" y="415388"/>
                </a:moveTo>
                <a:lnTo>
                  <a:pt x="499664" y="403022"/>
                </a:lnTo>
                <a:lnTo>
                  <a:pt x="495858" y="387259"/>
                </a:lnTo>
                <a:lnTo>
                  <a:pt x="499572" y="392652"/>
                </a:lnTo>
                <a:lnTo>
                  <a:pt x="506924" y="404408"/>
                </a:lnTo>
                <a:close/>
                <a:moveTo>
                  <a:pt x="503316" y="418158"/>
                </a:moveTo>
                <a:lnTo>
                  <a:pt x="498359" y="411350"/>
                </a:lnTo>
                <a:lnTo>
                  <a:pt x="450813" y="345963"/>
                </a:lnTo>
                <a:lnTo>
                  <a:pt x="460614" y="357340"/>
                </a:lnTo>
                <a:lnTo>
                  <a:pt x="499664" y="403022"/>
                </a:lnTo>
                <a:close/>
                <a:moveTo>
                  <a:pt x="592833" y="418895"/>
                </a:moveTo>
                <a:lnTo>
                  <a:pt x="580610" y="406408"/>
                </a:lnTo>
                <a:lnTo>
                  <a:pt x="586336" y="409461"/>
                </a:lnTo>
                <a:lnTo>
                  <a:pt x="593161" y="418446"/>
                </a:lnTo>
                <a:close/>
                <a:moveTo>
                  <a:pt x="583308" y="431954"/>
                </a:moveTo>
                <a:lnTo>
                  <a:pt x="581767" y="429175"/>
                </a:lnTo>
                <a:cubicBezTo>
                  <a:pt x="577570" y="421868"/>
                  <a:pt x="572419" y="413206"/>
                  <a:pt x="565714" y="402415"/>
                </a:cubicBezTo>
                <a:lnTo>
                  <a:pt x="561802" y="396385"/>
                </a:lnTo>
                <a:lnTo>
                  <a:pt x="561870" y="396420"/>
                </a:lnTo>
                <a:lnTo>
                  <a:pt x="580137" y="413411"/>
                </a:lnTo>
                <a:lnTo>
                  <a:pt x="590248" y="422439"/>
                </a:lnTo>
                <a:close/>
                <a:moveTo>
                  <a:pt x="353405" y="444797"/>
                </a:moveTo>
                <a:lnTo>
                  <a:pt x="335661" y="433946"/>
                </a:lnTo>
                <a:lnTo>
                  <a:pt x="294777" y="385589"/>
                </a:lnTo>
                <a:lnTo>
                  <a:pt x="279579" y="364346"/>
                </a:lnTo>
                <a:cubicBezTo>
                  <a:pt x="255702" y="331671"/>
                  <a:pt x="232915" y="301080"/>
                  <a:pt x="212803" y="274353"/>
                </a:cubicBezTo>
                <a:lnTo>
                  <a:pt x="201950" y="260364"/>
                </a:lnTo>
                <a:lnTo>
                  <a:pt x="110546" y="84783"/>
                </a:lnTo>
                <a:lnTo>
                  <a:pt x="112861" y="87088"/>
                </a:lnTo>
                <a:lnTo>
                  <a:pt x="117005" y="91592"/>
                </a:lnTo>
                <a:cubicBezTo>
                  <a:pt x="162635" y="139566"/>
                  <a:pt x="174759" y="151148"/>
                  <a:pt x="350626" y="440215"/>
                </a:cubicBezTo>
                <a:close/>
                <a:moveTo>
                  <a:pt x="504186" y="457668"/>
                </a:moveTo>
                <a:lnTo>
                  <a:pt x="503287" y="456721"/>
                </a:lnTo>
                <a:lnTo>
                  <a:pt x="486809" y="438421"/>
                </a:lnTo>
                <a:lnTo>
                  <a:pt x="450056" y="361825"/>
                </a:lnTo>
                <a:lnTo>
                  <a:pt x="426292" y="320286"/>
                </a:lnTo>
                <a:lnTo>
                  <a:pt x="431067" y="323034"/>
                </a:lnTo>
                <a:lnTo>
                  <a:pt x="431291" y="323299"/>
                </a:lnTo>
                <a:lnTo>
                  <a:pt x="446113" y="340505"/>
                </a:lnTo>
                <a:lnTo>
                  <a:pt x="454948" y="355395"/>
                </a:lnTo>
                <a:cubicBezTo>
                  <a:pt x="463608" y="372032"/>
                  <a:pt x="473901" y="393090"/>
                  <a:pt x="484470" y="415320"/>
                </a:cubicBezTo>
                <a:close/>
                <a:moveTo>
                  <a:pt x="562781" y="460096"/>
                </a:moveTo>
                <a:lnTo>
                  <a:pt x="552468" y="440330"/>
                </a:lnTo>
                <a:lnTo>
                  <a:pt x="520122" y="374168"/>
                </a:lnTo>
                <a:lnTo>
                  <a:pt x="536756" y="383035"/>
                </a:lnTo>
                <a:lnTo>
                  <a:pt x="565898" y="423099"/>
                </a:lnTo>
                <a:lnTo>
                  <a:pt x="578040" y="439175"/>
                </a:lnTo>
                <a:close/>
                <a:moveTo>
                  <a:pt x="562018" y="461141"/>
                </a:moveTo>
                <a:lnTo>
                  <a:pt x="519024" y="423754"/>
                </a:lnTo>
                <a:lnTo>
                  <a:pt x="506924" y="404408"/>
                </a:lnTo>
                <a:lnTo>
                  <a:pt x="496010" y="368181"/>
                </a:lnTo>
                <a:lnTo>
                  <a:pt x="493326" y="360409"/>
                </a:lnTo>
                <a:lnTo>
                  <a:pt x="512424" y="391133"/>
                </a:lnTo>
                <a:cubicBezTo>
                  <a:pt x="538862" y="438433"/>
                  <a:pt x="511797" y="413842"/>
                  <a:pt x="549926" y="449402"/>
                </a:cubicBezTo>
                <a:lnTo>
                  <a:pt x="562192" y="460902"/>
                </a:lnTo>
                <a:close/>
                <a:moveTo>
                  <a:pt x="548313" y="479931"/>
                </a:moveTo>
                <a:lnTo>
                  <a:pt x="516535" y="436305"/>
                </a:lnTo>
                <a:lnTo>
                  <a:pt x="510233" y="415388"/>
                </a:lnTo>
                <a:lnTo>
                  <a:pt x="512637" y="418199"/>
                </a:lnTo>
                <a:lnTo>
                  <a:pt x="519024" y="423754"/>
                </a:lnTo>
                <a:lnTo>
                  <a:pt x="551459" y="475617"/>
                </a:lnTo>
                <a:close/>
                <a:moveTo>
                  <a:pt x="375189" y="480701"/>
                </a:moveTo>
                <a:lnTo>
                  <a:pt x="337692" y="436348"/>
                </a:lnTo>
                <a:lnTo>
                  <a:pt x="359693" y="455161"/>
                </a:lnTo>
                <a:close/>
                <a:moveTo>
                  <a:pt x="404921" y="481205"/>
                </a:moveTo>
                <a:lnTo>
                  <a:pt x="189941" y="175566"/>
                </a:lnTo>
                <a:lnTo>
                  <a:pt x="161101" y="135081"/>
                </a:lnTo>
                <a:lnTo>
                  <a:pt x="192589" y="166410"/>
                </a:lnTo>
                <a:lnTo>
                  <a:pt x="235648" y="200393"/>
                </a:lnTo>
                <a:lnTo>
                  <a:pt x="300275" y="296585"/>
                </a:lnTo>
                <a:cubicBezTo>
                  <a:pt x="323197" y="329811"/>
                  <a:pt x="345420" y="363426"/>
                  <a:pt x="363587" y="399384"/>
                </a:cubicBezTo>
                <a:close/>
                <a:moveTo>
                  <a:pt x="527716" y="482499"/>
                </a:moveTo>
                <a:lnTo>
                  <a:pt x="515821" y="469945"/>
                </a:lnTo>
                <a:lnTo>
                  <a:pt x="503316" y="418158"/>
                </a:lnTo>
                <a:lnTo>
                  <a:pt x="516535" y="436305"/>
                </a:lnTo>
                <a:lnTo>
                  <a:pt x="519555" y="446326"/>
                </a:lnTo>
                <a:close/>
                <a:moveTo>
                  <a:pt x="412918" y="492575"/>
                </a:moveTo>
                <a:lnTo>
                  <a:pt x="408835" y="488953"/>
                </a:lnTo>
                <a:lnTo>
                  <a:pt x="404921" y="481205"/>
                </a:lnTo>
                <a:close/>
                <a:moveTo>
                  <a:pt x="524521" y="501876"/>
                </a:moveTo>
                <a:lnTo>
                  <a:pt x="515641" y="482274"/>
                </a:lnTo>
                <a:lnTo>
                  <a:pt x="504186" y="457668"/>
                </a:lnTo>
                <a:lnTo>
                  <a:pt x="515821" y="469945"/>
                </a:lnTo>
                <a:lnTo>
                  <a:pt x="519797" y="486419"/>
                </a:lnTo>
                <a:close/>
                <a:moveTo>
                  <a:pt x="532140" y="502103"/>
                </a:moveTo>
                <a:lnTo>
                  <a:pt x="527716" y="482499"/>
                </a:lnTo>
                <a:lnTo>
                  <a:pt x="538297" y="493663"/>
                </a:lnTo>
                <a:close/>
                <a:moveTo>
                  <a:pt x="519325" y="506187"/>
                </a:moveTo>
                <a:lnTo>
                  <a:pt x="482925" y="452882"/>
                </a:lnTo>
                <a:cubicBezTo>
                  <a:pt x="442706" y="397304"/>
                  <a:pt x="399924" y="340862"/>
                  <a:pt x="356691" y="285379"/>
                </a:cubicBezTo>
                <a:lnTo>
                  <a:pt x="349069" y="275818"/>
                </a:lnTo>
                <a:lnTo>
                  <a:pt x="364044" y="284442"/>
                </a:lnTo>
                <a:lnTo>
                  <a:pt x="462953" y="411928"/>
                </a:lnTo>
                <a:lnTo>
                  <a:pt x="486809" y="438421"/>
                </a:lnTo>
                <a:close/>
                <a:moveTo>
                  <a:pt x="526820" y="509397"/>
                </a:moveTo>
                <a:lnTo>
                  <a:pt x="524521" y="501876"/>
                </a:lnTo>
                <a:lnTo>
                  <a:pt x="527503" y="508460"/>
                </a:lnTo>
                <a:close/>
                <a:moveTo>
                  <a:pt x="522927" y="514734"/>
                </a:moveTo>
                <a:lnTo>
                  <a:pt x="521221" y="510137"/>
                </a:lnTo>
                <a:lnTo>
                  <a:pt x="519325" y="506187"/>
                </a:lnTo>
                <a:lnTo>
                  <a:pt x="524081" y="513151"/>
                </a:lnTo>
                <a:close/>
                <a:moveTo>
                  <a:pt x="430069" y="530987"/>
                </a:moveTo>
                <a:lnTo>
                  <a:pt x="393298" y="483895"/>
                </a:lnTo>
                <a:lnTo>
                  <a:pt x="359693" y="455161"/>
                </a:lnTo>
                <a:lnTo>
                  <a:pt x="353405" y="444797"/>
                </a:lnTo>
                <a:lnTo>
                  <a:pt x="371594" y="455918"/>
                </a:lnTo>
                <a:lnTo>
                  <a:pt x="408835" y="488953"/>
                </a:lnTo>
                <a:close/>
                <a:moveTo>
                  <a:pt x="489048" y="561182"/>
                </a:moveTo>
                <a:lnTo>
                  <a:pt x="457837" y="532422"/>
                </a:lnTo>
                <a:lnTo>
                  <a:pt x="456269" y="531030"/>
                </a:lnTo>
                <a:lnTo>
                  <a:pt x="392143" y="413084"/>
                </a:lnTo>
                <a:lnTo>
                  <a:pt x="279027" y="234628"/>
                </a:lnTo>
                <a:lnTo>
                  <a:pt x="283036" y="237792"/>
                </a:lnTo>
                <a:lnTo>
                  <a:pt x="324720" y="261796"/>
                </a:lnTo>
                <a:lnTo>
                  <a:pt x="355151" y="308326"/>
                </a:lnTo>
                <a:cubicBezTo>
                  <a:pt x="525774" y="567319"/>
                  <a:pt x="317896" y="226049"/>
                  <a:pt x="501767" y="507201"/>
                </a:cubicBezTo>
                <a:lnTo>
                  <a:pt x="514327" y="526524"/>
                </a:lnTo>
                <a:close/>
                <a:moveTo>
                  <a:pt x="477366" y="577197"/>
                </a:moveTo>
                <a:lnTo>
                  <a:pt x="474531" y="575669"/>
                </a:lnTo>
                <a:lnTo>
                  <a:pt x="450987" y="546700"/>
                </a:lnTo>
                <a:lnTo>
                  <a:pt x="412918" y="492575"/>
                </a:lnTo>
                <a:lnTo>
                  <a:pt x="456269" y="531030"/>
                </a:lnTo>
                <a:lnTo>
                  <a:pt x="479660" y="574052"/>
                </a:lnTo>
                <a:close/>
                <a:moveTo>
                  <a:pt x="476604" y="578219"/>
                </a:moveTo>
                <a:lnTo>
                  <a:pt x="471858" y="577462"/>
                </a:lnTo>
                <a:lnTo>
                  <a:pt x="452972" y="572703"/>
                </a:lnTo>
                <a:lnTo>
                  <a:pt x="448431" y="567332"/>
                </a:lnTo>
                <a:lnTo>
                  <a:pt x="430069" y="530987"/>
                </a:lnTo>
                <a:lnTo>
                  <a:pt x="430932" y="532091"/>
                </a:lnTo>
                <a:cubicBezTo>
                  <a:pt x="442740" y="548870"/>
                  <a:pt x="455237" y="564714"/>
                  <a:pt x="472694" y="574678"/>
                </a:cubicBezTo>
                <a:lnTo>
                  <a:pt x="474531" y="575669"/>
                </a:lnTo>
                <a:close/>
                <a:moveTo>
                  <a:pt x="476613" y="578229"/>
                </a:moveTo>
                <a:lnTo>
                  <a:pt x="476604" y="578219"/>
                </a:lnTo>
                <a:lnTo>
                  <a:pt x="476619" y="578221"/>
                </a:ln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ea typeface="幼圆" panose="02010509060101010101" pitchFamily="49" charset="-122"/>
            </a:endParaRPr>
          </a:p>
        </p:txBody>
      </p:sp>
      <p:sp>
        <p:nvSpPr>
          <p:cNvPr id="11" name="文本框 10"/>
          <p:cNvSpPr txBox="1"/>
          <p:nvPr/>
        </p:nvSpPr>
        <p:spPr>
          <a:xfrm>
            <a:off x="3497474" y="802799"/>
            <a:ext cx="1975221" cy="3770263"/>
          </a:xfrm>
          <a:prstGeom prst="rect">
            <a:avLst/>
          </a:prstGeom>
          <a:noFill/>
        </p:spPr>
        <p:txBody>
          <a:bodyPr wrap="none" rtlCol="0">
            <a:spAutoFit/>
          </a:bodyPr>
          <a:lstStyle/>
          <a:p>
            <a:r>
              <a:rPr lang="en-US" altLang="zh-CN" sz="23900" smtClean="0">
                <a:latin typeface="Slim Joe" panose="02000000000000000000" pitchFamily="50" charset="0"/>
                <a:ea typeface="幼圆" panose="02010509060101010101" pitchFamily="49" charset="-122"/>
              </a:rPr>
              <a:t>4</a:t>
            </a:r>
            <a:endParaRPr lang="zh-CN" altLang="en-US" sz="23900">
              <a:latin typeface="Slim Joe" panose="02000000000000000000" pitchFamily="50" charset="0"/>
              <a:ea typeface="幼圆" panose="02010509060101010101" pitchFamily="49" charset="-122"/>
            </a:endParaRPr>
          </a:p>
        </p:txBody>
      </p:sp>
    </p:spTree>
    <p:extLst>
      <p:ext uri="{BB962C8B-B14F-4D97-AF65-F5344CB8AC3E}">
        <p14:creationId xmlns="" xmlns:p14="http://schemas.microsoft.com/office/powerpoint/2010/main" val="1561524658"/>
      </p:ext>
    </p:extLst>
  </p:cSld>
  <p:clrMapOvr>
    <a:masterClrMapping/>
  </p:clrMapOvr>
  <mc:AlternateContent xmlns:mc="http://schemas.openxmlformats.org/markup-compatibility/2006">
    <mc:Choice xmlns=""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3"/>
          <p:cNvGrpSpPr/>
          <p:nvPr/>
        </p:nvGrpSpPr>
        <p:grpSpPr>
          <a:xfrm>
            <a:off x="377368" y="449038"/>
            <a:ext cx="10910064" cy="831850"/>
            <a:chOff x="0" y="260350"/>
            <a:chExt cx="10910064" cy="831850"/>
          </a:xfrm>
        </p:grpSpPr>
        <p:sp>
          <p:nvSpPr>
            <p:cNvPr id="35" name="文本框 34"/>
            <p:cNvSpPr txBox="1"/>
            <p:nvPr/>
          </p:nvSpPr>
          <p:spPr>
            <a:xfrm>
              <a:off x="201202" y="353109"/>
              <a:ext cx="10708862" cy="646331"/>
            </a:xfrm>
            <a:prstGeom prst="rect">
              <a:avLst/>
            </a:prstGeom>
            <a:noFill/>
          </p:spPr>
          <p:txBody>
            <a:bodyPr wrap="square" rtlCol="0">
              <a:spAutoFit/>
            </a:bodyPr>
            <a:lstStyle/>
            <a:p>
              <a:r>
                <a:rPr lang="en-US" altLang="zh-CN" sz="3600" b="1" dirty="0" smtClean="0">
                  <a:solidFill>
                    <a:srgbClr val="8B0012"/>
                  </a:solidFill>
                  <a:latin typeface="微软雅黑" panose="020B0503020204020204" pitchFamily="34" charset="-122"/>
                  <a:ea typeface="微软雅黑" panose="020B0503020204020204" pitchFamily="34" charset="-122"/>
                </a:rPr>
                <a:t>Analysis: Topic Extraction  </a:t>
              </a:r>
              <a:endParaRPr lang="en-US" altLang="zh-CN" sz="3600" b="1" dirty="0">
                <a:solidFill>
                  <a:srgbClr val="8B0012"/>
                </a:solidFill>
                <a:latin typeface="微软雅黑" panose="020B0503020204020204" pitchFamily="34" charset="-122"/>
                <a:ea typeface="微软雅黑" panose="020B0503020204020204" pitchFamily="34" charset="-122"/>
              </a:endParaRPr>
            </a:p>
          </p:txBody>
        </p:sp>
        <p:sp>
          <p:nvSpPr>
            <p:cNvPr id="37" name="矩形 36"/>
            <p:cNvSpPr/>
            <p:nvPr/>
          </p:nvSpPr>
          <p:spPr>
            <a:xfrm>
              <a:off x="0" y="260350"/>
              <a:ext cx="201202" cy="831850"/>
            </a:xfrm>
            <a:prstGeom prst="rect">
              <a:avLst/>
            </a:prstGeom>
            <a:solidFill>
              <a:srgbClr val="8B0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rgbClr val="D7343F"/>
                </a:solidFill>
              </a:endParaRPr>
            </a:p>
          </p:txBody>
        </p:sp>
      </p:grpSp>
      <p:sp>
        <p:nvSpPr>
          <p:cNvPr id="3" name="灯片编号占位符 2"/>
          <p:cNvSpPr>
            <a:spLocks noGrp="1"/>
          </p:cNvSpPr>
          <p:nvPr>
            <p:ph type="sldNum" sz="quarter" idx="12"/>
          </p:nvPr>
        </p:nvSpPr>
        <p:spPr/>
        <p:txBody>
          <a:bodyPr/>
          <a:lstStyle/>
          <a:p>
            <a:fld id="{8592E714-8771-4256-B120-A1444CD7D5F3}" type="slidenum">
              <a:rPr lang="zh-HK" altLang="en-US" smtClean="0"/>
              <a:pPr/>
              <a:t>25</a:t>
            </a:fld>
            <a:endParaRPr lang="zh-HK" altLang="en-US"/>
          </a:p>
        </p:txBody>
      </p:sp>
      <p:pic>
        <p:nvPicPr>
          <p:cNvPr id="12290" name="Picture 2"/>
          <p:cNvPicPr>
            <a:picLocks noChangeAspect="1" noChangeArrowheads="1"/>
          </p:cNvPicPr>
          <p:nvPr/>
        </p:nvPicPr>
        <p:blipFill>
          <a:blip r:embed="rId3" cstate="print"/>
          <a:srcRect/>
          <a:stretch>
            <a:fillRect/>
          </a:stretch>
        </p:blipFill>
        <p:spPr bwMode="auto">
          <a:xfrm>
            <a:off x="820738" y="1530033"/>
            <a:ext cx="4962525" cy="2314575"/>
          </a:xfrm>
          <a:prstGeom prst="rect">
            <a:avLst/>
          </a:prstGeom>
          <a:noFill/>
          <a:ln w="9525">
            <a:noFill/>
            <a:miter lim="800000"/>
            <a:headEnd/>
            <a:tailEnd/>
          </a:ln>
        </p:spPr>
      </p:pic>
      <p:pic>
        <p:nvPicPr>
          <p:cNvPr id="12291" name="Picture 3"/>
          <p:cNvPicPr>
            <a:picLocks noChangeAspect="1" noChangeArrowheads="1"/>
          </p:cNvPicPr>
          <p:nvPr/>
        </p:nvPicPr>
        <p:blipFill>
          <a:blip r:embed="rId4" cstate="print"/>
          <a:srcRect/>
          <a:stretch>
            <a:fillRect/>
          </a:stretch>
        </p:blipFill>
        <p:spPr bwMode="auto">
          <a:xfrm>
            <a:off x="6196965" y="1524318"/>
            <a:ext cx="5162550" cy="2447925"/>
          </a:xfrm>
          <a:prstGeom prst="rect">
            <a:avLst/>
          </a:prstGeom>
          <a:noFill/>
          <a:ln w="9525">
            <a:noFill/>
            <a:miter lim="800000"/>
            <a:headEnd/>
            <a:tailEnd/>
          </a:ln>
        </p:spPr>
      </p:pic>
      <p:sp>
        <p:nvSpPr>
          <p:cNvPr id="8" name="TextBox 7"/>
          <p:cNvSpPr txBox="1"/>
          <p:nvPr/>
        </p:nvSpPr>
        <p:spPr>
          <a:xfrm>
            <a:off x="731520" y="4023360"/>
            <a:ext cx="5374640" cy="1569660"/>
          </a:xfrm>
          <a:prstGeom prst="rect">
            <a:avLst/>
          </a:prstGeom>
          <a:noFill/>
        </p:spPr>
        <p:txBody>
          <a:bodyPr wrap="square" rtlCol="0">
            <a:spAutoFit/>
          </a:bodyPr>
          <a:lstStyle/>
          <a:p>
            <a:r>
              <a:rPr lang="en-US" altLang="zh-CN" sz="2400" dirty="0" smtClean="0"/>
              <a:t>The reason of using </a:t>
            </a:r>
            <a:r>
              <a:rPr lang="en-US" altLang="zh-CN" sz="2400" dirty="0" smtClean="0"/>
              <a:t>objects as topics is that they are easier to identify so that the generation suffers less from erroneous predictions.</a:t>
            </a:r>
            <a:endParaRPr lang="zh-CN" altLang="en-US" sz="2400" dirty="0"/>
          </a:p>
        </p:txBody>
      </p:sp>
      <p:sp>
        <p:nvSpPr>
          <p:cNvPr id="9" name="TextBox 8"/>
          <p:cNvSpPr txBox="1"/>
          <p:nvPr/>
        </p:nvSpPr>
        <p:spPr>
          <a:xfrm>
            <a:off x="6156960" y="4023360"/>
            <a:ext cx="5791200" cy="1569660"/>
          </a:xfrm>
          <a:prstGeom prst="rect">
            <a:avLst/>
          </a:prstGeom>
          <a:noFill/>
        </p:spPr>
        <p:txBody>
          <a:bodyPr wrap="square" rtlCol="0">
            <a:spAutoFit/>
          </a:bodyPr>
          <a:lstStyle/>
          <a:p>
            <a:r>
              <a:rPr lang="en-US" altLang="zh-CN" sz="2400" dirty="0" smtClean="0"/>
              <a:t>It proves that for semantic attention, it is also important to limit the absolute number of incorrect visual words instead of merely the precision or the recall.</a:t>
            </a:r>
            <a:endParaRPr lang="zh-CN" altLang="en-US" sz="2400" dirty="0"/>
          </a:p>
        </p:txBody>
      </p:sp>
    </p:spTree>
    <p:extLst>
      <p:ext uri="{BB962C8B-B14F-4D97-AF65-F5344CB8AC3E}">
        <p14:creationId xmlns:p14="http://schemas.microsoft.com/office/powerpoint/2010/main" xmlns="" val="3155105575"/>
      </p:ext>
    </p:extLst>
  </p:cSld>
  <p:clrMapOvr>
    <a:masterClrMapping/>
  </p:clrMapOvr>
  <p:transition>
    <p:wip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3"/>
          <p:cNvGrpSpPr/>
          <p:nvPr/>
        </p:nvGrpSpPr>
        <p:grpSpPr>
          <a:xfrm>
            <a:off x="377368" y="449038"/>
            <a:ext cx="11591112" cy="1293088"/>
            <a:chOff x="0" y="260350"/>
            <a:chExt cx="10910064" cy="1293088"/>
          </a:xfrm>
        </p:grpSpPr>
        <p:sp>
          <p:nvSpPr>
            <p:cNvPr id="35" name="文本框 34"/>
            <p:cNvSpPr txBox="1"/>
            <p:nvPr/>
          </p:nvSpPr>
          <p:spPr>
            <a:xfrm>
              <a:off x="201202" y="353109"/>
              <a:ext cx="10708862" cy="1200329"/>
            </a:xfrm>
            <a:prstGeom prst="rect">
              <a:avLst/>
            </a:prstGeom>
            <a:noFill/>
          </p:spPr>
          <p:txBody>
            <a:bodyPr wrap="square" rtlCol="0">
              <a:spAutoFit/>
            </a:bodyPr>
            <a:lstStyle/>
            <a:p>
              <a:r>
                <a:rPr lang="en-US" altLang="zh-CN" sz="3600" b="1" dirty="0" smtClean="0">
                  <a:solidFill>
                    <a:srgbClr val="8B0012"/>
                  </a:solidFill>
                  <a:latin typeface="微软雅黑" panose="020B0503020204020204" pitchFamily="34" charset="-122"/>
                  <a:ea typeface="微软雅黑" panose="020B0503020204020204" pitchFamily="34" charset="-122"/>
                </a:rPr>
                <a:t>Analysis: Visual Attention and Topic Attention  </a:t>
              </a:r>
              <a:endParaRPr lang="en-US" altLang="zh-CN" sz="3600" b="1" dirty="0">
                <a:solidFill>
                  <a:srgbClr val="8B0012"/>
                </a:solidFill>
                <a:latin typeface="微软雅黑" panose="020B0503020204020204" pitchFamily="34" charset="-122"/>
                <a:ea typeface="微软雅黑" panose="020B0503020204020204" pitchFamily="34" charset="-122"/>
              </a:endParaRPr>
            </a:p>
          </p:txBody>
        </p:sp>
        <p:sp>
          <p:nvSpPr>
            <p:cNvPr id="37" name="矩形 36"/>
            <p:cNvSpPr/>
            <p:nvPr/>
          </p:nvSpPr>
          <p:spPr>
            <a:xfrm>
              <a:off x="0" y="260350"/>
              <a:ext cx="201202" cy="831850"/>
            </a:xfrm>
            <a:prstGeom prst="rect">
              <a:avLst/>
            </a:prstGeom>
            <a:solidFill>
              <a:srgbClr val="8B0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rgbClr val="D7343F"/>
                </a:solidFill>
              </a:endParaRPr>
            </a:p>
          </p:txBody>
        </p:sp>
      </p:grpSp>
      <p:sp>
        <p:nvSpPr>
          <p:cNvPr id="3" name="灯片编号占位符 2"/>
          <p:cNvSpPr>
            <a:spLocks noGrp="1"/>
          </p:cNvSpPr>
          <p:nvPr>
            <p:ph type="sldNum" sz="quarter" idx="12"/>
          </p:nvPr>
        </p:nvSpPr>
        <p:spPr/>
        <p:txBody>
          <a:bodyPr/>
          <a:lstStyle/>
          <a:p>
            <a:fld id="{8592E714-8771-4256-B120-A1444CD7D5F3}" type="slidenum">
              <a:rPr lang="zh-HK" altLang="en-US" smtClean="0"/>
              <a:pPr/>
              <a:t>26</a:t>
            </a:fld>
            <a:endParaRPr lang="zh-HK" altLang="en-US"/>
          </a:p>
        </p:txBody>
      </p:sp>
      <p:pic>
        <p:nvPicPr>
          <p:cNvPr id="16386" name="Picture 2"/>
          <p:cNvPicPr>
            <a:picLocks noChangeAspect="1" noChangeArrowheads="1"/>
          </p:cNvPicPr>
          <p:nvPr/>
        </p:nvPicPr>
        <p:blipFill>
          <a:blip r:embed="rId3" cstate="print"/>
          <a:srcRect/>
          <a:stretch>
            <a:fillRect/>
          </a:stretch>
        </p:blipFill>
        <p:spPr bwMode="auto">
          <a:xfrm>
            <a:off x="172720" y="1267143"/>
            <a:ext cx="11591925" cy="4791075"/>
          </a:xfrm>
          <a:prstGeom prst="rect">
            <a:avLst/>
          </a:prstGeom>
          <a:noFill/>
          <a:ln w="9525">
            <a:noFill/>
            <a:miter lim="800000"/>
            <a:headEnd/>
            <a:tailEnd/>
          </a:ln>
        </p:spPr>
      </p:pic>
    </p:spTree>
    <p:extLst>
      <p:ext uri="{BB962C8B-B14F-4D97-AF65-F5344CB8AC3E}">
        <p14:creationId xmlns:p14="http://schemas.microsoft.com/office/powerpoint/2010/main" xmlns="" val="3155105575"/>
      </p:ext>
    </p:extLst>
  </p:cSld>
  <p:clrMapOvr>
    <a:masterClrMapping/>
  </p:clrMapOvr>
  <p:transition>
    <p:wip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3"/>
          <p:cNvGrpSpPr/>
          <p:nvPr/>
        </p:nvGrpSpPr>
        <p:grpSpPr>
          <a:xfrm>
            <a:off x="377368" y="449038"/>
            <a:ext cx="11591112" cy="831850"/>
            <a:chOff x="0" y="260350"/>
            <a:chExt cx="10910064" cy="831850"/>
          </a:xfrm>
        </p:grpSpPr>
        <p:sp>
          <p:nvSpPr>
            <p:cNvPr id="35" name="文本框 34"/>
            <p:cNvSpPr txBox="1"/>
            <p:nvPr/>
          </p:nvSpPr>
          <p:spPr>
            <a:xfrm>
              <a:off x="201202" y="353109"/>
              <a:ext cx="10708862" cy="646331"/>
            </a:xfrm>
            <a:prstGeom prst="rect">
              <a:avLst/>
            </a:prstGeom>
            <a:noFill/>
          </p:spPr>
          <p:txBody>
            <a:bodyPr wrap="square" rtlCol="0">
              <a:spAutoFit/>
            </a:bodyPr>
            <a:lstStyle/>
            <a:p>
              <a:r>
                <a:rPr lang="en-US" altLang="zh-CN" sz="3600" b="1" dirty="0" smtClean="0">
                  <a:solidFill>
                    <a:srgbClr val="8B0012"/>
                  </a:solidFill>
                  <a:latin typeface="微软雅黑" panose="020B0503020204020204" pitchFamily="34" charset="-122"/>
                  <a:ea typeface="微软雅黑" panose="020B0503020204020204" pitchFamily="34" charset="-122"/>
                </a:rPr>
                <a:t>Analysis: Visual </a:t>
              </a:r>
              <a:r>
                <a:rPr lang="en-US" altLang="zh-CN" sz="3600" b="1" dirty="0" smtClean="0">
                  <a:solidFill>
                    <a:srgbClr val="8B0012"/>
                  </a:solidFill>
                  <a:latin typeface="微软雅黑" panose="020B0503020204020204" pitchFamily="34" charset="-122"/>
                  <a:ea typeface="微软雅黑" panose="020B0503020204020204" pitchFamily="34" charset="-122"/>
                </a:rPr>
                <a:t>Attention</a:t>
              </a:r>
              <a:endParaRPr lang="en-US" altLang="zh-CN" sz="3600" b="1" dirty="0">
                <a:solidFill>
                  <a:srgbClr val="8B0012"/>
                </a:solidFill>
                <a:latin typeface="微软雅黑" panose="020B0503020204020204" pitchFamily="34" charset="-122"/>
                <a:ea typeface="微软雅黑" panose="020B0503020204020204" pitchFamily="34" charset="-122"/>
              </a:endParaRPr>
            </a:p>
          </p:txBody>
        </p:sp>
        <p:sp>
          <p:nvSpPr>
            <p:cNvPr id="37" name="矩形 36"/>
            <p:cNvSpPr/>
            <p:nvPr/>
          </p:nvSpPr>
          <p:spPr>
            <a:xfrm>
              <a:off x="0" y="260350"/>
              <a:ext cx="201202" cy="831850"/>
            </a:xfrm>
            <a:prstGeom prst="rect">
              <a:avLst/>
            </a:prstGeom>
            <a:solidFill>
              <a:srgbClr val="8B0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rgbClr val="D7343F"/>
                </a:solidFill>
              </a:endParaRPr>
            </a:p>
          </p:txBody>
        </p:sp>
      </p:grpSp>
      <p:sp>
        <p:nvSpPr>
          <p:cNvPr id="3" name="灯片编号占位符 2"/>
          <p:cNvSpPr>
            <a:spLocks noGrp="1"/>
          </p:cNvSpPr>
          <p:nvPr>
            <p:ph type="sldNum" sz="quarter" idx="12"/>
          </p:nvPr>
        </p:nvSpPr>
        <p:spPr/>
        <p:txBody>
          <a:bodyPr/>
          <a:lstStyle/>
          <a:p>
            <a:fld id="{8592E714-8771-4256-B120-A1444CD7D5F3}" type="slidenum">
              <a:rPr lang="zh-HK" altLang="en-US" smtClean="0"/>
              <a:pPr/>
              <a:t>27</a:t>
            </a:fld>
            <a:endParaRPr lang="zh-HK" altLang="en-US"/>
          </a:p>
        </p:txBody>
      </p:sp>
      <p:pic>
        <p:nvPicPr>
          <p:cNvPr id="16386" name="Picture 2"/>
          <p:cNvPicPr>
            <a:picLocks noChangeAspect="1" noChangeArrowheads="1"/>
          </p:cNvPicPr>
          <p:nvPr/>
        </p:nvPicPr>
        <p:blipFill>
          <a:blip r:embed="rId3" cstate="print"/>
          <a:srcRect/>
          <a:stretch>
            <a:fillRect/>
          </a:stretch>
        </p:blipFill>
        <p:spPr bwMode="auto">
          <a:xfrm>
            <a:off x="172720" y="1267143"/>
            <a:ext cx="11591925" cy="4791075"/>
          </a:xfrm>
          <a:prstGeom prst="rect">
            <a:avLst/>
          </a:prstGeom>
          <a:noFill/>
          <a:ln w="9525">
            <a:noFill/>
            <a:miter lim="800000"/>
            <a:headEnd/>
            <a:tailEnd/>
          </a:ln>
        </p:spPr>
      </p:pic>
      <p:sp>
        <p:nvSpPr>
          <p:cNvPr id="8" name="圆角矩形 7"/>
          <p:cNvSpPr/>
          <p:nvPr/>
        </p:nvSpPr>
        <p:spPr>
          <a:xfrm>
            <a:off x="314960" y="2651760"/>
            <a:ext cx="11297920" cy="436880"/>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xmlns="" val="3155105575"/>
      </p:ext>
    </p:extLst>
  </p:cSld>
  <p:clrMapOvr>
    <a:masterClrMapping/>
  </p:clrMapOvr>
  <p:transition>
    <p:wip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3"/>
          <p:cNvGrpSpPr/>
          <p:nvPr/>
        </p:nvGrpSpPr>
        <p:grpSpPr>
          <a:xfrm>
            <a:off x="377368" y="449038"/>
            <a:ext cx="11591112" cy="831850"/>
            <a:chOff x="0" y="260350"/>
            <a:chExt cx="10910064" cy="831850"/>
          </a:xfrm>
        </p:grpSpPr>
        <p:sp>
          <p:nvSpPr>
            <p:cNvPr id="35" name="文本框 34"/>
            <p:cNvSpPr txBox="1"/>
            <p:nvPr/>
          </p:nvSpPr>
          <p:spPr>
            <a:xfrm>
              <a:off x="201202" y="353109"/>
              <a:ext cx="10708862" cy="646331"/>
            </a:xfrm>
            <a:prstGeom prst="rect">
              <a:avLst/>
            </a:prstGeom>
            <a:noFill/>
          </p:spPr>
          <p:txBody>
            <a:bodyPr wrap="square" rtlCol="0">
              <a:spAutoFit/>
            </a:bodyPr>
            <a:lstStyle/>
            <a:p>
              <a:r>
                <a:rPr lang="en-US" altLang="zh-CN" sz="3600" b="1" dirty="0" smtClean="0">
                  <a:solidFill>
                    <a:srgbClr val="8B0012"/>
                  </a:solidFill>
                  <a:latin typeface="微软雅黑" panose="020B0503020204020204" pitchFamily="34" charset="-122"/>
                  <a:ea typeface="微软雅黑" panose="020B0503020204020204" pitchFamily="34" charset="-122"/>
                </a:rPr>
                <a:t>Analysis: Visual </a:t>
              </a:r>
              <a:r>
                <a:rPr lang="en-US" altLang="zh-CN" sz="3600" b="1" dirty="0" smtClean="0">
                  <a:solidFill>
                    <a:srgbClr val="8B0012"/>
                  </a:solidFill>
                  <a:latin typeface="微软雅黑" panose="020B0503020204020204" pitchFamily="34" charset="-122"/>
                  <a:ea typeface="微软雅黑" panose="020B0503020204020204" pitchFamily="34" charset="-122"/>
                </a:rPr>
                <a:t>Attention</a:t>
              </a:r>
              <a:endParaRPr lang="en-US" altLang="zh-CN" sz="3600" b="1" dirty="0">
                <a:solidFill>
                  <a:srgbClr val="8B0012"/>
                </a:solidFill>
                <a:latin typeface="微软雅黑" panose="020B0503020204020204" pitchFamily="34" charset="-122"/>
                <a:ea typeface="微软雅黑" panose="020B0503020204020204" pitchFamily="34" charset="-122"/>
              </a:endParaRPr>
            </a:p>
          </p:txBody>
        </p:sp>
        <p:sp>
          <p:nvSpPr>
            <p:cNvPr id="37" name="矩形 36"/>
            <p:cNvSpPr/>
            <p:nvPr/>
          </p:nvSpPr>
          <p:spPr>
            <a:xfrm>
              <a:off x="0" y="260350"/>
              <a:ext cx="201202" cy="831850"/>
            </a:xfrm>
            <a:prstGeom prst="rect">
              <a:avLst/>
            </a:prstGeom>
            <a:solidFill>
              <a:srgbClr val="8B0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rgbClr val="D7343F"/>
                </a:solidFill>
              </a:endParaRPr>
            </a:p>
          </p:txBody>
        </p:sp>
      </p:grpSp>
      <p:sp>
        <p:nvSpPr>
          <p:cNvPr id="3" name="灯片编号占位符 2"/>
          <p:cNvSpPr>
            <a:spLocks noGrp="1"/>
          </p:cNvSpPr>
          <p:nvPr>
            <p:ph type="sldNum" sz="quarter" idx="12"/>
          </p:nvPr>
        </p:nvSpPr>
        <p:spPr/>
        <p:txBody>
          <a:bodyPr/>
          <a:lstStyle/>
          <a:p>
            <a:fld id="{8592E714-8771-4256-B120-A1444CD7D5F3}" type="slidenum">
              <a:rPr lang="zh-HK" altLang="en-US" smtClean="0"/>
              <a:pPr/>
              <a:t>28</a:t>
            </a:fld>
            <a:endParaRPr lang="zh-HK" altLang="en-US"/>
          </a:p>
        </p:txBody>
      </p:sp>
      <p:pic>
        <p:nvPicPr>
          <p:cNvPr id="16386" name="Picture 2"/>
          <p:cNvPicPr>
            <a:picLocks noChangeAspect="1" noChangeArrowheads="1"/>
          </p:cNvPicPr>
          <p:nvPr/>
        </p:nvPicPr>
        <p:blipFill>
          <a:blip r:embed="rId3" cstate="print"/>
          <a:srcRect/>
          <a:stretch>
            <a:fillRect/>
          </a:stretch>
        </p:blipFill>
        <p:spPr bwMode="auto">
          <a:xfrm>
            <a:off x="172720" y="1267143"/>
            <a:ext cx="11591925" cy="4791075"/>
          </a:xfrm>
          <a:prstGeom prst="rect">
            <a:avLst/>
          </a:prstGeom>
          <a:noFill/>
          <a:ln w="9525">
            <a:noFill/>
            <a:miter lim="800000"/>
            <a:headEnd/>
            <a:tailEnd/>
          </a:ln>
        </p:spPr>
      </p:pic>
      <p:sp>
        <p:nvSpPr>
          <p:cNvPr id="8" name="圆角矩形 7"/>
          <p:cNvSpPr/>
          <p:nvPr/>
        </p:nvSpPr>
        <p:spPr>
          <a:xfrm>
            <a:off x="345440" y="2651760"/>
            <a:ext cx="11267440" cy="660400"/>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xmlns="" val="3155105575"/>
      </p:ext>
    </p:extLst>
  </p:cSld>
  <p:clrMapOvr>
    <a:masterClrMapping/>
  </p:clrMapOvr>
  <p:transition>
    <p:wip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3"/>
          <p:cNvGrpSpPr/>
          <p:nvPr/>
        </p:nvGrpSpPr>
        <p:grpSpPr>
          <a:xfrm>
            <a:off x="377368" y="449038"/>
            <a:ext cx="11591112" cy="831850"/>
            <a:chOff x="0" y="260350"/>
            <a:chExt cx="10910064" cy="831850"/>
          </a:xfrm>
        </p:grpSpPr>
        <p:sp>
          <p:nvSpPr>
            <p:cNvPr id="35" name="文本框 34"/>
            <p:cNvSpPr txBox="1"/>
            <p:nvPr/>
          </p:nvSpPr>
          <p:spPr>
            <a:xfrm>
              <a:off x="201202" y="353109"/>
              <a:ext cx="10708862" cy="646331"/>
            </a:xfrm>
            <a:prstGeom prst="rect">
              <a:avLst/>
            </a:prstGeom>
            <a:noFill/>
          </p:spPr>
          <p:txBody>
            <a:bodyPr wrap="square" rtlCol="0">
              <a:spAutoFit/>
            </a:bodyPr>
            <a:lstStyle/>
            <a:p>
              <a:r>
                <a:rPr lang="en-US" altLang="zh-CN" sz="3600" b="1" dirty="0" smtClean="0">
                  <a:solidFill>
                    <a:srgbClr val="8B0012"/>
                  </a:solidFill>
                  <a:latin typeface="微软雅黑" panose="020B0503020204020204" pitchFamily="34" charset="-122"/>
                  <a:ea typeface="微软雅黑" panose="020B0503020204020204" pitchFamily="34" charset="-122"/>
                </a:rPr>
                <a:t>Analysis: </a:t>
              </a:r>
              <a:r>
                <a:rPr lang="en-US" altLang="zh-CN" sz="3600" b="1" dirty="0" smtClean="0">
                  <a:solidFill>
                    <a:srgbClr val="8B0012"/>
                  </a:solidFill>
                  <a:latin typeface="微软雅黑" panose="020B0503020204020204" pitchFamily="34" charset="-122"/>
                  <a:ea typeface="微软雅黑" panose="020B0503020204020204" pitchFamily="34" charset="-122"/>
                </a:rPr>
                <a:t>Topic Attention</a:t>
              </a:r>
              <a:endParaRPr lang="en-US" altLang="zh-CN" sz="3600" b="1" dirty="0">
                <a:solidFill>
                  <a:srgbClr val="8B0012"/>
                </a:solidFill>
                <a:latin typeface="微软雅黑" panose="020B0503020204020204" pitchFamily="34" charset="-122"/>
                <a:ea typeface="微软雅黑" panose="020B0503020204020204" pitchFamily="34" charset="-122"/>
              </a:endParaRPr>
            </a:p>
          </p:txBody>
        </p:sp>
        <p:sp>
          <p:nvSpPr>
            <p:cNvPr id="37" name="矩形 36"/>
            <p:cNvSpPr/>
            <p:nvPr/>
          </p:nvSpPr>
          <p:spPr>
            <a:xfrm>
              <a:off x="0" y="260350"/>
              <a:ext cx="201202" cy="831850"/>
            </a:xfrm>
            <a:prstGeom prst="rect">
              <a:avLst/>
            </a:prstGeom>
            <a:solidFill>
              <a:srgbClr val="8B0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rgbClr val="D7343F"/>
                </a:solidFill>
              </a:endParaRPr>
            </a:p>
          </p:txBody>
        </p:sp>
      </p:grpSp>
      <p:sp>
        <p:nvSpPr>
          <p:cNvPr id="3" name="灯片编号占位符 2"/>
          <p:cNvSpPr>
            <a:spLocks noGrp="1"/>
          </p:cNvSpPr>
          <p:nvPr>
            <p:ph type="sldNum" sz="quarter" idx="12"/>
          </p:nvPr>
        </p:nvSpPr>
        <p:spPr/>
        <p:txBody>
          <a:bodyPr/>
          <a:lstStyle/>
          <a:p>
            <a:fld id="{8592E714-8771-4256-B120-A1444CD7D5F3}" type="slidenum">
              <a:rPr lang="zh-HK" altLang="en-US" smtClean="0"/>
              <a:pPr/>
              <a:t>29</a:t>
            </a:fld>
            <a:endParaRPr lang="zh-HK" altLang="en-US"/>
          </a:p>
        </p:txBody>
      </p:sp>
      <p:pic>
        <p:nvPicPr>
          <p:cNvPr id="16386" name="Picture 2"/>
          <p:cNvPicPr>
            <a:picLocks noChangeAspect="1" noChangeArrowheads="1"/>
          </p:cNvPicPr>
          <p:nvPr/>
        </p:nvPicPr>
        <p:blipFill>
          <a:blip r:embed="rId3" cstate="print"/>
          <a:srcRect/>
          <a:stretch>
            <a:fillRect/>
          </a:stretch>
        </p:blipFill>
        <p:spPr bwMode="auto">
          <a:xfrm>
            <a:off x="172720" y="1267143"/>
            <a:ext cx="11591925" cy="4791075"/>
          </a:xfrm>
          <a:prstGeom prst="rect">
            <a:avLst/>
          </a:prstGeom>
          <a:noFill/>
          <a:ln w="9525">
            <a:noFill/>
            <a:miter lim="800000"/>
            <a:headEnd/>
            <a:tailEnd/>
          </a:ln>
        </p:spPr>
      </p:pic>
      <p:sp>
        <p:nvSpPr>
          <p:cNvPr id="8" name="圆角矩形 7"/>
          <p:cNvSpPr/>
          <p:nvPr/>
        </p:nvSpPr>
        <p:spPr>
          <a:xfrm>
            <a:off x="274320" y="3068320"/>
            <a:ext cx="11369040" cy="558800"/>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xmlns="" val="3155105575"/>
      </p:ext>
    </p:extLst>
  </p:cSld>
  <p:clrMapOvr>
    <a:masterClrMapping/>
  </p:clrMapOvr>
  <p:transition>
    <p:wip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3"/>
          <p:cNvGrpSpPr/>
          <p:nvPr/>
        </p:nvGrpSpPr>
        <p:grpSpPr>
          <a:xfrm>
            <a:off x="377368" y="449038"/>
            <a:ext cx="11591112" cy="831850"/>
            <a:chOff x="0" y="260350"/>
            <a:chExt cx="10910064" cy="831850"/>
          </a:xfrm>
        </p:grpSpPr>
        <p:sp>
          <p:nvSpPr>
            <p:cNvPr id="35" name="文本框 34"/>
            <p:cNvSpPr txBox="1"/>
            <p:nvPr/>
          </p:nvSpPr>
          <p:spPr>
            <a:xfrm>
              <a:off x="201202" y="353109"/>
              <a:ext cx="10708862" cy="646331"/>
            </a:xfrm>
            <a:prstGeom prst="rect">
              <a:avLst/>
            </a:prstGeom>
            <a:noFill/>
          </p:spPr>
          <p:txBody>
            <a:bodyPr wrap="square" rtlCol="0">
              <a:spAutoFit/>
            </a:bodyPr>
            <a:lstStyle/>
            <a:p>
              <a:r>
                <a:rPr lang="en-US" altLang="zh-CN" sz="3600" b="1" dirty="0" smtClean="0">
                  <a:solidFill>
                    <a:srgbClr val="8B0012"/>
                  </a:solidFill>
                  <a:latin typeface="微软雅黑" panose="020B0503020204020204" pitchFamily="34" charset="-122"/>
                  <a:ea typeface="微软雅黑" panose="020B0503020204020204" pitchFamily="34" charset="-122"/>
                </a:rPr>
                <a:t>Analysis: </a:t>
              </a:r>
              <a:r>
                <a:rPr lang="en-US" altLang="zh-CN" sz="3600" b="1" dirty="0" smtClean="0">
                  <a:solidFill>
                    <a:srgbClr val="8B0012"/>
                  </a:solidFill>
                  <a:latin typeface="微软雅黑" panose="020B0503020204020204" pitchFamily="34" charset="-122"/>
                  <a:ea typeface="微软雅黑" panose="020B0503020204020204" pitchFamily="34" charset="-122"/>
                </a:rPr>
                <a:t>Topic Attention</a:t>
              </a:r>
              <a:endParaRPr lang="en-US" altLang="zh-CN" sz="3600" b="1" dirty="0">
                <a:solidFill>
                  <a:srgbClr val="8B0012"/>
                </a:solidFill>
                <a:latin typeface="微软雅黑" panose="020B0503020204020204" pitchFamily="34" charset="-122"/>
                <a:ea typeface="微软雅黑" panose="020B0503020204020204" pitchFamily="34" charset="-122"/>
              </a:endParaRPr>
            </a:p>
          </p:txBody>
        </p:sp>
        <p:sp>
          <p:nvSpPr>
            <p:cNvPr id="37" name="矩形 36"/>
            <p:cNvSpPr/>
            <p:nvPr/>
          </p:nvSpPr>
          <p:spPr>
            <a:xfrm>
              <a:off x="0" y="260350"/>
              <a:ext cx="201202" cy="831850"/>
            </a:xfrm>
            <a:prstGeom prst="rect">
              <a:avLst/>
            </a:prstGeom>
            <a:solidFill>
              <a:srgbClr val="8B0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rgbClr val="D7343F"/>
                </a:solidFill>
              </a:endParaRPr>
            </a:p>
          </p:txBody>
        </p:sp>
      </p:grpSp>
      <p:sp>
        <p:nvSpPr>
          <p:cNvPr id="3" name="灯片编号占位符 2"/>
          <p:cNvSpPr>
            <a:spLocks noGrp="1"/>
          </p:cNvSpPr>
          <p:nvPr>
            <p:ph type="sldNum" sz="quarter" idx="12"/>
          </p:nvPr>
        </p:nvSpPr>
        <p:spPr/>
        <p:txBody>
          <a:bodyPr/>
          <a:lstStyle/>
          <a:p>
            <a:fld id="{8592E714-8771-4256-B120-A1444CD7D5F3}" type="slidenum">
              <a:rPr lang="zh-HK" altLang="en-US" smtClean="0"/>
              <a:pPr/>
              <a:t>30</a:t>
            </a:fld>
            <a:endParaRPr lang="zh-HK" altLang="en-US"/>
          </a:p>
        </p:txBody>
      </p:sp>
      <p:pic>
        <p:nvPicPr>
          <p:cNvPr id="16386" name="Picture 2"/>
          <p:cNvPicPr>
            <a:picLocks noChangeAspect="1" noChangeArrowheads="1"/>
          </p:cNvPicPr>
          <p:nvPr/>
        </p:nvPicPr>
        <p:blipFill>
          <a:blip r:embed="rId3" cstate="print"/>
          <a:srcRect/>
          <a:stretch>
            <a:fillRect/>
          </a:stretch>
        </p:blipFill>
        <p:spPr bwMode="auto">
          <a:xfrm>
            <a:off x="172720" y="1267143"/>
            <a:ext cx="11591925" cy="4791075"/>
          </a:xfrm>
          <a:prstGeom prst="rect">
            <a:avLst/>
          </a:prstGeom>
          <a:noFill/>
          <a:ln w="9525">
            <a:noFill/>
            <a:miter lim="800000"/>
            <a:headEnd/>
            <a:tailEnd/>
          </a:ln>
        </p:spPr>
      </p:pic>
      <p:sp>
        <p:nvSpPr>
          <p:cNvPr id="8" name="圆角矩形 7"/>
          <p:cNvSpPr/>
          <p:nvPr/>
        </p:nvSpPr>
        <p:spPr>
          <a:xfrm>
            <a:off x="274320" y="3403600"/>
            <a:ext cx="11277600" cy="436880"/>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xmlns="" val="3155105575"/>
      </p:ext>
    </p:extLst>
  </p:cSld>
  <p:clrMapOvr>
    <a:masterClrMapping/>
  </p:clrMapOvr>
  <p:transition>
    <p:wip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3"/>
          <p:cNvGrpSpPr/>
          <p:nvPr/>
        </p:nvGrpSpPr>
        <p:grpSpPr>
          <a:xfrm>
            <a:off x="377368" y="449038"/>
            <a:ext cx="11591112" cy="831850"/>
            <a:chOff x="0" y="260350"/>
            <a:chExt cx="10910064" cy="831850"/>
          </a:xfrm>
        </p:grpSpPr>
        <p:sp>
          <p:nvSpPr>
            <p:cNvPr id="35" name="文本框 34"/>
            <p:cNvSpPr txBox="1"/>
            <p:nvPr/>
          </p:nvSpPr>
          <p:spPr>
            <a:xfrm>
              <a:off x="201202" y="353109"/>
              <a:ext cx="10708862" cy="646331"/>
            </a:xfrm>
            <a:prstGeom prst="rect">
              <a:avLst/>
            </a:prstGeom>
            <a:noFill/>
          </p:spPr>
          <p:txBody>
            <a:bodyPr wrap="square" rtlCol="0">
              <a:spAutoFit/>
            </a:bodyPr>
            <a:lstStyle/>
            <a:p>
              <a:r>
                <a:rPr lang="en-US" altLang="zh-CN" sz="3600" b="1" dirty="0" smtClean="0">
                  <a:solidFill>
                    <a:srgbClr val="8B0012"/>
                  </a:solidFill>
                  <a:latin typeface="微软雅黑" panose="020B0503020204020204" pitchFamily="34" charset="-122"/>
                  <a:ea typeface="微软雅黑" panose="020B0503020204020204" pitchFamily="34" charset="-122"/>
                </a:rPr>
                <a:t>Analysis: </a:t>
              </a:r>
              <a:r>
                <a:rPr lang="en-US" altLang="zh-CN" sz="3600" b="1" dirty="0" smtClean="0">
                  <a:solidFill>
                    <a:srgbClr val="8B0012"/>
                  </a:solidFill>
                  <a:latin typeface="微软雅黑" panose="020B0503020204020204" pitchFamily="34" charset="-122"/>
                  <a:ea typeface="微软雅黑" panose="020B0503020204020204" pitchFamily="34" charset="-122"/>
                </a:rPr>
                <a:t>Topic Attention</a:t>
              </a:r>
              <a:endParaRPr lang="en-US" altLang="zh-CN" sz="3600" b="1" dirty="0">
                <a:solidFill>
                  <a:srgbClr val="8B0012"/>
                </a:solidFill>
                <a:latin typeface="微软雅黑" panose="020B0503020204020204" pitchFamily="34" charset="-122"/>
                <a:ea typeface="微软雅黑" panose="020B0503020204020204" pitchFamily="34" charset="-122"/>
              </a:endParaRPr>
            </a:p>
          </p:txBody>
        </p:sp>
        <p:sp>
          <p:nvSpPr>
            <p:cNvPr id="37" name="矩形 36"/>
            <p:cNvSpPr/>
            <p:nvPr/>
          </p:nvSpPr>
          <p:spPr>
            <a:xfrm>
              <a:off x="0" y="260350"/>
              <a:ext cx="201202" cy="831850"/>
            </a:xfrm>
            <a:prstGeom prst="rect">
              <a:avLst/>
            </a:prstGeom>
            <a:solidFill>
              <a:srgbClr val="8B0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rgbClr val="D7343F"/>
                </a:solidFill>
              </a:endParaRPr>
            </a:p>
          </p:txBody>
        </p:sp>
      </p:grpSp>
      <p:sp>
        <p:nvSpPr>
          <p:cNvPr id="3" name="灯片编号占位符 2"/>
          <p:cNvSpPr>
            <a:spLocks noGrp="1"/>
          </p:cNvSpPr>
          <p:nvPr>
            <p:ph type="sldNum" sz="quarter" idx="12"/>
          </p:nvPr>
        </p:nvSpPr>
        <p:spPr/>
        <p:txBody>
          <a:bodyPr/>
          <a:lstStyle/>
          <a:p>
            <a:fld id="{8592E714-8771-4256-B120-A1444CD7D5F3}" type="slidenum">
              <a:rPr lang="zh-HK" altLang="en-US" smtClean="0"/>
              <a:pPr/>
              <a:t>31</a:t>
            </a:fld>
            <a:endParaRPr lang="zh-HK" altLang="en-US"/>
          </a:p>
        </p:txBody>
      </p:sp>
      <p:pic>
        <p:nvPicPr>
          <p:cNvPr id="16386" name="Picture 2"/>
          <p:cNvPicPr>
            <a:picLocks noChangeAspect="1" noChangeArrowheads="1"/>
          </p:cNvPicPr>
          <p:nvPr/>
        </p:nvPicPr>
        <p:blipFill>
          <a:blip r:embed="rId3" cstate="print"/>
          <a:srcRect/>
          <a:stretch>
            <a:fillRect/>
          </a:stretch>
        </p:blipFill>
        <p:spPr bwMode="auto">
          <a:xfrm>
            <a:off x="172720" y="1267143"/>
            <a:ext cx="11591925" cy="4791075"/>
          </a:xfrm>
          <a:prstGeom prst="rect">
            <a:avLst/>
          </a:prstGeom>
          <a:noFill/>
          <a:ln w="9525">
            <a:noFill/>
            <a:miter lim="800000"/>
            <a:headEnd/>
            <a:tailEnd/>
          </a:ln>
        </p:spPr>
      </p:pic>
      <p:sp>
        <p:nvSpPr>
          <p:cNvPr id="8" name="圆角矩形 7"/>
          <p:cNvSpPr/>
          <p:nvPr/>
        </p:nvSpPr>
        <p:spPr>
          <a:xfrm>
            <a:off x="264160" y="2651760"/>
            <a:ext cx="11348720" cy="1534160"/>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xmlns="" val="3155105575"/>
      </p:ext>
    </p:extLst>
  </p:cSld>
  <p:clrMapOvr>
    <a:masterClrMapping/>
  </p:clrMapOvr>
  <p:transition>
    <p:wip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3"/>
          <p:cNvGrpSpPr/>
          <p:nvPr/>
        </p:nvGrpSpPr>
        <p:grpSpPr>
          <a:xfrm>
            <a:off x="377368" y="449038"/>
            <a:ext cx="11591112" cy="831850"/>
            <a:chOff x="0" y="260350"/>
            <a:chExt cx="10910064" cy="831850"/>
          </a:xfrm>
        </p:grpSpPr>
        <p:sp>
          <p:nvSpPr>
            <p:cNvPr id="35" name="文本框 34"/>
            <p:cNvSpPr txBox="1"/>
            <p:nvPr/>
          </p:nvSpPr>
          <p:spPr>
            <a:xfrm>
              <a:off x="201202" y="353109"/>
              <a:ext cx="10708862" cy="646331"/>
            </a:xfrm>
            <a:prstGeom prst="rect">
              <a:avLst/>
            </a:prstGeom>
            <a:noFill/>
          </p:spPr>
          <p:txBody>
            <a:bodyPr wrap="square" rtlCol="0">
              <a:spAutoFit/>
            </a:bodyPr>
            <a:lstStyle/>
            <a:p>
              <a:r>
                <a:rPr lang="en-US" altLang="zh-CN" sz="3600" b="1" dirty="0" smtClean="0">
                  <a:solidFill>
                    <a:srgbClr val="8B0012"/>
                  </a:solidFill>
                  <a:latin typeface="微软雅黑" panose="020B0503020204020204" pitchFamily="34" charset="-122"/>
                  <a:ea typeface="微软雅黑" panose="020B0503020204020204" pitchFamily="34" charset="-122"/>
                </a:rPr>
                <a:t>Analysis: </a:t>
              </a:r>
              <a:r>
                <a:rPr lang="en-US" altLang="zh-CN" sz="3600" b="1" dirty="0" smtClean="0">
                  <a:solidFill>
                    <a:srgbClr val="8B0012"/>
                  </a:solidFill>
                  <a:latin typeface="微软雅黑" panose="020B0503020204020204" pitchFamily="34" charset="-122"/>
                  <a:ea typeface="微软雅黑" panose="020B0503020204020204" pitchFamily="34" charset="-122"/>
                </a:rPr>
                <a:t>Topic Attention</a:t>
              </a:r>
              <a:endParaRPr lang="en-US" altLang="zh-CN" sz="3600" b="1" dirty="0">
                <a:solidFill>
                  <a:srgbClr val="8B0012"/>
                </a:solidFill>
                <a:latin typeface="微软雅黑" panose="020B0503020204020204" pitchFamily="34" charset="-122"/>
                <a:ea typeface="微软雅黑" panose="020B0503020204020204" pitchFamily="34" charset="-122"/>
              </a:endParaRPr>
            </a:p>
          </p:txBody>
        </p:sp>
        <p:sp>
          <p:nvSpPr>
            <p:cNvPr id="37" name="矩形 36"/>
            <p:cNvSpPr/>
            <p:nvPr/>
          </p:nvSpPr>
          <p:spPr>
            <a:xfrm>
              <a:off x="0" y="260350"/>
              <a:ext cx="201202" cy="831850"/>
            </a:xfrm>
            <a:prstGeom prst="rect">
              <a:avLst/>
            </a:prstGeom>
            <a:solidFill>
              <a:srgbClr val="8B0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rgbClr val="D7343F"/>
                </a:solidFill>
              </a:endParaRPr>
            </a:p>
          </p:txBody>
        </p:sp>
      </p:grpSp>
      <p:sp>
        <p:nvSpPr>
          <p:cNvPr id="3" name="灯片编号占位符 2"/>
          <p:cNvSpPr>
            <a:spLocks noGrp="1"/>
          </p:cNvSpPr>
          <p:nvPr>
            <p:ph type="sldNum" sz="quarter" idx="12"/>
          </p:nvPr>
        </p:nvSpPr>
        <p:spPr/>
        <p:txBody>
          <a:bodyPr/>
          <a:lstStyle/>
          <a:p>
            <a:fld id="{8592E714-8771-4256-B120-A1444CD7D5F3}" type="slidenum">
              <a:rPr lang="zh-HK" altLang="en-US" smtClean="0"/>
              <a:pPr/>
              <a:t>32</a:t>
            </a:fld>
            <a:endParaRPr lang="zh-HK" altLang="en-US"/>
          </a:p>
        </p:txBody>
      </p:sp>
      <p:pic>
        <p:nvPicPr>
          <p:cNvPr id="16386" name="Picture 2"/>
          <p:cNvPicPr>
            <a:picLocks noChangeAspect="1" noChangeArrowheads="1"/>
          </p:cNvPicPr>
          <p:nvPr/>
        </p:nvPicPr>
        <p:blipFill>
          <a:blip r:embed="rId3" cstate="print"/>
          <a:srcRect/>
          <a:stretch>
            <a:fillRect/>
          </a:stretch>
        </p:blipFill>
        <p:spPr bwMode="auto">
          <a:xfrm>
            <a:off x="172720" y="1267143"/>
            <a:ext cx="11591925" cy="4791075"/>
          </a:xfrm>
          <a:prstGeom prst="rect">
            <a:avLst/>
          </a:prstGeom>
          <a:noFill/>
          <a:ln w="9525">
            <a:noFill/>
            <a:miter lim="800000"/>
            <a:headEnd/>
            <a:tailEnd/>
          </a:ln>
        </p:spPr>
      </p:pic>
      <p:sp>
        <p:nvSpPr>
          <p:cNvPr id="8" name="圆角矩形 7"/>
          <p:cNvSpPr/>
          <p:nvPr/>
        </p:nvSpPr>
        <p:spPr>
          <a:xfrm>
            <a:off x="325120" y="3972560"/>
            <a:ext cx="11267440" cy="548640"/>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xmlns="" val="3155105575"/>
      </p:ext>
    </p:extLst>
  </p:cSld>
  <p:clrMapOvr>
    <a:masterClrMapping/>
  </p:clrMapOvr>
  <p:transition>
    <p:wip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3"/>
          <p:cNvGrpSpPr/>
          <p:nvPr/>
        </p:nvGrpSpPr>
        <p:grpSpPr>
          <a:xfrm>
            <a:off x="285928" y="30480"/>
            <a:ext cx="10910064" cy="831850"/>
            <a:chOff x="0" y="260350"/>
            <a:chExt cx="10910064" cy="831850"/>
          </a:xfrm>
        </p:grpSpPr>
        <p:sp>
          <p:nvSpPr>
            <p:cNvPr id="35" name="文本框 34"/>
            <p:cNvSpPr txBox="1"/>
            <p:nvPr/>
          </p:nvSpPr>
          <p:spPr>
            <a:xfrm>
              <a:off x="201202" y="353109"/>
              <a:ext cx="10708862" cy="646331"/>
            </a:xfrm>
            <a:prstGeom prst="rect">
              <a:avLst/>
            </a:prstGeom>
            <a:noFill/>
          </p:spPr>
          <p:txBody>
            <a:bodyPr wrap="square" rtlCol="0">
              <a:spAutoFit/>
            </a:bodyPr>
            <a:lstStyle/>
            <a:p>
              <a:r>
                <a:rPr lang="en-US" altLang="zh-CN" sz="3600" b="1" dirty="0" smtClean="0">
                  <a:solidFill>
                    <a:srgbClr val="8B0012"/>
                  </a:solidFill>
                  <a:latin typeface="微软雅黑" panose="020B0503020204020204" pitchFamily="34" charset="-122"/>
                  <a:ea typeface="微软雅黑" panose="020B0503020204020204" pitchFamily="34" charset="-122"/>
                </a:rPr>
                <a:t>Analysis: Merging Gate </a:t>
              </a:r>
              <a:endParaRPr lang="en-US" altLang="zh-CN" sz="3600" b="1" dirty="0">
                <a:solidFill>
                  <a:srgbClr val="8B0012"/>
                </a:solidFill>
                <a:latin typeface="微软雅黑" panose="020B0503020204020204" pitchFamily="34" charset="-122"/>
                <a:ea typeface="微软雅黑" panose="020B0503020204020204" pitchFamily="34" charset="-122"/>
              </a:endParaRPr>
            </a:p>
          </p:txBody>
        </p:sp>
        <p:sp>
          <p:nvSpPr>
            <p:cNvPr id="37" name="矩形 36"/>
            <p:cNvSpPr/>
            <p:nvPr/>
          </p:nvSpPr>
          <p:spPr>
            <a:xfrm>
              <a:off x="0" y="260350"/>
              <a:ext cx="201202" cy="831850"/>
            </a:xfrm>
            <a:prstGeom prst="rect">
              <a:avLst/>
            </a:prstGeom>
            <a:solidFill>
              <a:srgbClr val="8B0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rgbClr val="D7343F"/>
                </a:solidFill>
              </a:endParaRPr>
            </a:p>
          </p:txBody>
        </p:sp>
      </p:grpSp>
      <p:sp>
        <p:nvSpPr>
          <p:cNvPr id="3" name="灯片编号占位符 2"/>
          <p:cNvSpPr>
            <a:spLocks noGrp="1"/>
          </p:cNvSpPr>
          <p:nvPr>
            <p:ph type="sldNum" sz="quarter" idx="12"/>
          </p:nvPr>
        </p:nvSpPr>
        <p:spPr/>
        <p:txBody>
          <a:bodyPr/>
          <a:lstStyle/>
          <a:p>
            <a:fld id="{8592E714-8771-4256-B120-A1444CD7D5F3}" type="slidenum">
              <a:rPr lang="zh-HK" altLang="en-US" smtClean="0"/>
              <a:pPr/>
              <a:t>33</a:t>
            </a:fld>
            <a:endParaRPr lang="zh-HK" altLang="en-US"/>
          </a:p>
        </p:txBody>
      </p:sp>
      <p:pic>
        <p:nvPicPr>
          <p:cNvPr id="13314" name="Picture 2"/>
          <p:cNvPicPr>
            <a:picLocks noChangeAspect="1" noChangeArrowheads="1"/>
          </p:cNvPicPr>
          <p:nvPr/>
        </p:nvPicPr>
        <p:blipFill>
          <a:blip r:embed="rId3" cstate="print"/>
          <a:srcRect/>
          <a:stretch>
            <a:fillRect/>
          </a:stretch>
        </p:blipFill>
        <p:spPr bwMode="auto">
          <a:xfrm>
            <a:off x="3272473" y="778510"/>
            <a:ext cx="5667375" cy="5124450"/>
          </a:xfrm>
          <a:prstGeom prst="rect">
            <a:avLst/>
          </a:prstGeom>
          <a:noFill/>
          <a:ln w="9525">
            <a:noFill/>
            <a:miter lim="800000"/>
            <a:headEnd/>
            <a:tailEnd/>
          </a:ln>
        </p:spPr>
      </p:pic>
    </p:spTree>
    <p:extLst>
      <p:ext uri="{BB962C8B-B14F-4D97-AF65-F5344CB8AC3E}">
        <p14:creationId xmlns:p14="http://schemas.microsoft.com/office/powerpoint/2010/main" xmlns="" val="3155105575"/>
      </p:ext>
    </p:extLst>
  </p:cSld>
  <p:clrMapOvr>
    <a:masterClrMapping/>
  </p:clrMapOvr>
  <p:transition>
    <p:wip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3"/>
          <p:cNvGrpSpPr/>
          <p:nvPr/>
        </p:nvGrpSpPr>
        <p:grpSpPr>
          <a:xfrm>
            <a:off x="377368" y="449038"/>
            <a:ext cx="10910064" cy="831850"/>
            <a:chOff x="0" y="260350"/>
            <a:chExt cx="10910064" cy="831850"/>
          </a:xfrm>
        </p:grpSpPr>
        <p:sp>
          <p:nvSpPr>
            <p:cNvPr id="35" name="文本框 34"/>
            <p:cNvSpPr txBox="1"/>
            <p:nvPr/>
          </p:nvSpPr>
          <p:spPr>
            <a:xfrm>
              <a:off x="201202" y="353109"/>
              <a:ext cx="10708862" cy="646331"/>
            </a:xfrm>
            <a:prstGeom prst="rect">
              <a:avLst/>
            </a:prstGeom>
            <a:noFill/>
          </p:spPr>
          <p:txBody>
            <a:bodyPr wrap="square" rtlCol="0">
              <a:spAutoFit/>
            </a:bodyPr>
            <a:lstStyle/>
            <a:p>
              <a:r>
                <a:rPr lang="en-US" altLang="zh-CN" sz="3600" b="1" dirty="0" smtClean="0">
                  <a:solidFill>
                    <a:srgbClr val="8B0012"/>
                  </a:solidFill>
                  <a:latin typeface="微软雅黑" panose="020B0503020204020204" pitchFamily="34" charset="-122"/>
                  <a:ea typeface="微软雅黑" panose="020B0503020204020204" pitchFamily="34" charset="-122"/>
                </a:rPr>
                <a:t>Analysis: Visualization </a:t>
              </a:r>
              <a:endParaRPr lang="en-US" altLang="zh-CN" sz="3600" b="1" dirty="0">
                <a:solidFill>
                  <a:srgbClr val="8B0012"/>
                </a:solidFill>
                <a:latin typeface="微软雅黑" panose="020B0503020204020204" pitchFamily="34" charset="-122"/>
                <a:ea typeface="微软雅黑" panose="020B0503020204020204" pitchFamily="34" charset="-122"/>
              </a:endParaRPr>
            </a:p>
          </p:txBody>
        </p:sp>
        <p:sp>
          <p:nvSpPr>
            <p:cNvPr id="37" name="矩形 36"/>
            <p:cNvSpPr/>
            <p:nvPr/>
          </p:nvSpPr>
          <p:spPr>
            <a:xfrm>
              <a:off x="0" y="260350"/>
              <a:ext cx="201202" cy="831850"/>
            </a:xfrm>
            <a:prstGeom prst="rect">
              <a:avLst/>
            </a:prstGeom>
            <a:solidFill>
              <a:srgbClr val="8B0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rgbClr val="D7343F"/>
                </a:solidFill>
              </a:endParaRPr>
            </a:p>
          </p:txBody>
        </p:sp>
      </p:grpSp>
      <p:sp>
        <p:nvSpPr>
          <p:cNvPr id="3" name="灯片编号占位符 2"/>
          <p:cNvSpPr>
            <a:spLocks noGrp="1"/>
          </p:cNvSpPr>
          <p:nvPr>
            <p:ph type="sldNum" sz="quarter" idx="12"/>
          </p:nvPr>
        </p:nvSpPr>
        <p:spPr/>
        <p:txBody>
          <a:bodyPr/>
          <a:lstStyle/>
          <a:p>
            <a:fld id="{8592E714-8771-4256-B120-A1444CD7D5F3}" type="slidenum">
              <a:rPr lang="zh-HK" altLang="en-US" smtClean="0"/>
              <a:pPr/>
              <a:t>34</a:t>
            </a:fld>
            <a:endParaRPr lang="zh-HK" altLang="en-US"/>
          </a:p>
        </p:txBody>
      </p:sp>
      <p:pic>
        <p:nvPicPr>
          <p:cNvPr id="14339" name="Picture 3"/>
          <p:cNvPicPr>
            <a:picLocks noChangeAspect="1" noChangeArrowheads="1"/>
          </p:cNvPicPr>
          <p:nvPr/>
        </p:nvPicPr>
        <p:blipFill>
          <a:blip r:embed="rId3" cstate="print"/>
          <a:srcRect/>
          <a:stretch>
            <a:fillRect/>
          </a:stretch>
        </p:blipFill>
        <p:spPr bwMode="auto">
          <a:xfrm>
            <a:off x="323215" y="1295718"/>
            <a:ext cx="11525250" cy="4733925"/>
          </a:xfrm>
          <a:prstGeom prst="rect">
            <a:avLst/>
          </a:prstGeom>
          <a:noFill/>
          <a:ln w="9525">
            <a:noFill/>
            <a:miter lim="800000"/>
            <a:headEnd/>
            <a:tailEnd/>
          </a:ln>
        </p:spPr>
      </p:pic>
    </p:spTree>
    <p:extLst>
      <p:ext uri="{BB962C8B-B14F-4D97-AF65-F5344CB8AC3E}">
        <p14:creationId xmlns:p14="http://schemas.microsoft.com/office/powerpoint/2010/main" xmlns="" val="3155105575"/>
      </p:ext>
    </p:extLst>
  </p:cSld>
  <p:clrMapOvr>
    <a:masterClrMapping/>
  </p:clrMapOvr>
  <p:transition>
    <p:wipe/>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3"/>
          <p:cNvGrpSpPr/>
          <p:nvPr/>
        </p:nvGrpSpPr>
        <p:grpSpPr>
          <a:xfrm>
            <a:off x="377368" y="449038"/>
            <a:ext cx="10910064" cy="831850"/>
            <a:chOff x="0" y="260350"/>
            <a:chExt cx="10910064" cy="831850"/>
          </a:xfrm>
        </p:grpSpPr>
        <p:sp>
          <p:nvSpPr>
            <p:cNvPr id="35" name="文本框 34"/>
            <p:cNvSpPr txBox="1"/>
            <p:nvPr/>
          </p:nvSpPr>
          <p:spPr>
            <a:xfrm>
              <a:off x="201202" y="353109"/>
              <a:ext cx="10708862" cy="646331"/>
            </a:xfrm>
            <a:prstGeom prst="rect">
              <a:avLst/>
            </a:prstGeom>
            <a:noFill/>
          </p:spPr>
          <p:txBody>
            <a:bodyPr wrap="square" rtlCol="0">
              <a:spAutoFit/>
            </a:bodyPr>
            <a:lstStyle/>
            <a:p>
              <a:r>
                <a:rPr lang="en-US" altLang="zh-CN" sz="3600" b="1" dirty="0" smtClean="0">
                  <a:solidFill>
                    <a:srgbClr val="8B0012"/>
                  </a:solidFill>
                  <a:latin typeface="微软雅黑" panose="020B0503020204020204" pitchFamily="34" charset="-122"/>
                  <a:ea typeface="微软雅黑" panose="020B0503020204020204" pitchFamily="34" charset="-122"/>
                </a:rPr>
                <a:t>Analysis: Visualization </a:t>
              </a:r>
              <a:endParaRPr lang="en-US" altLang="zh-CN" sz="3600" b="1" dirty="0">
                <a:solidFill>
                  <a:srgbClr val="8B0012"/>
                </a:solidFill>
                <a:latin typeface="微软雅黑" panose="020B0503020204020204" pitchFamily="34" charset="-122"/>
                <a:ea typeface="微软雅黑" panose="020B0503020204020204" pitchFamily="34" charset="-122"/>
              </a:endParaRPr>
            </a:p>
          </p:txBody>
        </p:sp>
        <p:sp>
          <p:nvSpPr>
            <p:cNvPr id="37" name="矩形 36"/>
            <p:cNvSpPr/>
            <p:nvPr/>
          </p:nvSpPr>
          <p:spPr>
            <a:xfrm>
              <a:off x="0" y="260350"/>
              <a:ext cx="201202" cy="831850"/>
            </a:xfrm>
            <a:prstGeom prst="rect">
              <a:avLst/>
            </a:prstGeom>
            <a:solidFill>
              <a:srgbClr val="8B0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rgbClr val="D7343F"/>
                </a:solidFill>
              </a:endParaRPr>
            </a:p>
          </p:txBody>
        </p:sp>
      </p:grpSp>
      <p:sp>
        <p:nvSpPr>
          <p:cNvPr id="3" name="灯片编号占位符 2"/>
          <p:cNvSpPr>
            <a:spLocks noGrp="1"/>
          </p:cNvSpPr>
          <p:nvPr>
            <p:ph type="sldNum" sz="quarter" idx="12"/>
          </p:nvPr>
        </p:nvSpPr>
        <p:spPr/>
        <p:txBody>
          <a:bodyPr/>
          <a:lstStyle/>
          <a:p>
            <a:fld id="{8592E714-8771-4256-B120-A1444CD7D5F3}" type="slidenum">
              <a:rPr lang="zh-HK" altLang="en-US" smtClean="0"/>
              <a:pPr/>
              <a:t>35</a:t>
            </a:fld>
            <a:endParaRPr lang="zh-HK" altLang="en-US"/>
          </a:p>
        </p:txBody>
      </p:sp>
      <p:pic>
        <p:nvPicPr>
          <p:cNvPr id="14339" name="Picture 3"/>
          <p:cNvPicPr>
            <a:picLocks noChangeAspect="1" noChangeArrowheads="1"/>
          </p:cNvPicPr>
          <p:nvPr/>
        </p:nvPicPr>
        <p:blipFill>
          <a:blip r:embed="rId3" cstate="print"/>
          <a:srcRect/>
          <a:stretch>
            <a:fillRect/>
          </a:stretch>
        </p:blipFill>
        <p:spPr bwMode="auto">
          <a:xfrm>
            <a:off x="323215" y="1295718"/>
            <a:ext cx="11525250" cy="4733925"/>
          </a:xfrm>
          <a:prstGeom prst="rect">
            <a:avLst/>
          </a:prstGeom>
          <a:noFill/>
          <a:ln w="9525">
            <a:noFill/>
            <a:miter lim="800000"/>
            <a:headEnd/>
            <a:tailEnd/>
          </a:ln>
        </p:spPr>
      </p:pic>
      <p:sp>
        <p:nvSpPr>
          <p:cNvPr id="7" name="圆角矩形 6"/>
          <p:cNvSpPr/>
          <p:nvPr/>
        </p:nvSpPr>
        <p:spPr>
          <a:xfrm>
            <a:off x="7112000" y="1168400"/>
            <a:ext cx="934720" cy="3230880"/>
          </a:xfrm>
          <a:prstGeom prst="roundRect">
            <a:avLst/>
          </a:prstGeom>
          <a:no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7"/>
          <p:cNvSpPr/>
          <p:nvPr/>
        </p:nvSpPr>
        <p:spPr>
          <a:xfrm>
            <a:off x="7264400" y="1493520"/>
            <a:ext cx="599440" cy="375920"/>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圆角矩形 8"/>
          <p:cNvSpPr/>
          <p:nvPr/>
        </p:nvSpPr>
        <p:spPr>
          <a:xfrm>
            <a:off x="7203440" y="3190240"/>
            <a:ext cx="731520" cy="843280"/>
          </a:xfrm>
          <a:prstGeom prst="round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122" name="Picture 2" descr="C:\Users\刘峰林\Desktop\捕获.PNG"/>
          <p:cNvPicPr>
            <a:picLocks noChangeAspect="1" noChangeArrowheads="1"/>
          </p:cNvPicPr>
          <p:nvPr/>
        </p:nvPicPr>
        <p:blipFill>
          <a:blip r:embed="rId4" cstate="print"/>
          <a:srcRect/>
          <a:stretch>
            <a:fillRect/>
          </a:stretch>
        </p:blipFill>
        <p:spPr bwMode="auto">
          <a:xfrm>
            <a:off x="6299519" y="4358640"/>
            <a:ext cx="446721" cy="487680"/>
          </a:xfrm>
          <a:prstGeom prst="rect">
            <a:avLst/>
          </a:prstGeom>
          <a:noFill/>
        </p:spPr>
      </p:pic>
      <p:pic>
        <p:nvPicPr>
          <p:cNvPr id="5123" name="Picture 3" descr="C:\Users\刘峰林\Desktop\捕获.PNG"/>
          <p:cNvPicPr>
            <a:picLocks noChangeAspect="1" noChangeArrowheads="1"/>
          </p:cNvPicPr>
          <p:nvPr/>
        </p:nvPicPr>
        <p:blipFill>
          <a:blip r:embed="rId5" cstate="print"/>
          <a:srcRect/>
          <a:stretch>
            <a:fillRect/>
          </a:stretch>
        </p:blipFill>
        <p:spPr bwMode="auto">
          <a:xfrm>
            <a:off x="8453440" y="4592320"/>
            <a:ext cx="133251" cy="172720"/>
          </a:xfrm>
          <a:prstGeom prst="rect">
            <a:avLst/>
          </a:prstGeom>
          <a:noFill/>
        </p:spPr>
      </p:pic>
      <p:pic>
        <p:nvPicPr>
          <p:cNvPr id="5124" name="Picture 4" descr="C:\Users\刘峰林\Desktop\捕获.PNG"/>
          <p:cNvPicPr>
            <a:picLocks noChangeAspect="1" noChangeArrowheads="1"/>
          </p:cNvPicPr>
          <p:nvPr/>
        </p:nvPicPr>
        <p:blipFill>
          <a:blip r:embed="rId6" cstate="print"/>
          <a:srcRect/>
          <a:stretch>
            <a:fillRect/>
          </a:stretch>
        </p:blipFill>
        <p:spPr bwMode="auto">
          <a:xfrm>
            <a:off x="6366828" y="4500880"/>
            <a:ext cx="387676" cy="306705"/>
          </a:xfrm>
          <a:prstGeom prst="rect">
            <a:avLst/>
          </a:prstGeom>
          <a:noFill/>
        </p:spPr>
      </p:pic>
    </p:spTree>
    <p:extLst>
      <p:ext uri="{BB962C8B-B14F-4D97-AF65-F5344CB8AC3E}">
        <p14:creationId xmlns:p14="http://schemas.microsoft.com/office/powerpoint/2010/main" xmlns="" val="3155105575"/>
      </p:ext>
    </p:extLst>
  </p:cSld>
  <p:clrMapOvr>
    <a:masterClrMapping/>
  </p:clrMapOvr>
  <p:transition>
    <p:wipe/>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Users\刘峰林\Desktop\捕获.PNG"/>
          <p:cNvPicPr>
            <a:picLocks noChangeAspect="1" noChangeArrowheads="1"/>
          </p:cNvPicPr>
          <p:nvPr/>
        </p:nvPicPr>
        <p:blipFill>
          <a:blip r:embed="rId3" cstate="print"/>
          <a:srcRect/>
          <a:stretch>
            <a:fillRect/>
          </a:stretch>
        </p:blipFill>
        <p:spPr bwMode="auto">
          <a:xfrm>
            <a:off x="1956753" y="1287463"/>
            <a:ext cx="8054975" cy="5570537"/>
          </a:xfrm>
          <a:prstGeom prst="rect">
            <a:avLst/>
          </a:prstGeom>
          <a:noFill/>
        </p:spPr>
      </p:pic>
      <p:grpSp>
        <p:nvGrpSpPr>
          <p:cNvPr id="2" name="组合 33"/>
          <p:cNvGrpSpPr/>
          <p:nvPr/>
        </p:nvGrpSpPr>
        <p:grpSpPr>
          <a:xfrm>
            <a:off x="377368" y="449038"/>
            <a:ext cx="10910064" cy="831850"/>
            <a:chOff x="0" y="260350"/>
            <a:chExt cx="10910064" cy="831850"/>
          </a:xfrm>
        </p:grpSpPr>
        <p:sp>
          <p:nvSpPr>
            <p:cNvPr id="35" name="文本框 34"/>
            <p:cNvSpPr txBox="1"/>
            <p:nvPr/>
          </p:nvSpPr>
          <p:spPr>
            <a:xfrm>
              <a:off x="201202" y="353109"/>
              <a:ext cx="10708862" cy="646331"/>
            </a:xfrm>
            <a:prstGeom prst="rect">
              <a:avLst/>
            </a:prstGeom>
            <a:noFill/>
          </p:spPr>
          <p:txBody>
            <a:bodyPr wrap="square" rtlCol="0">
              <a:spAutoFit/>
            </a:bodyPr>
            <a:lstStyle/>
            <a:p>
              <a:r>
                <a:rPr lang="en-US" altLang="zh-CN" sz="3600" b="1" dirty="0" smtClean="0">
                  <a:solidFill>
                    <a:srgbClr val="8B0012"/>
                  </a:solidFill>
                  <a:latin typeface="微软雅黑" panose="020B0503020204020204" pitchFamily="34" charset="-122"/>
                  <a:ea typeface="微软雅黑" panose="020B0503020204020204" pitchFamily="34" charset="-122"/>
                </a:rPr>
                <a:t>Analysis: More </a:t>
              </a:r>
              <a:r>
                <a:rPr lang="en-US" altLang="zh-CN" sz="3600" b="1" dirty="0" smtClean="0">
                  <a:solidFill>
                    <a:srgbClr val="8B0012"/>
                  </a:solidFill>
                  <a:latin typeface="微软雅黑" panose="020B0503020204020204" pitchFamily="34" charset="-122"/>
                  <a:ea typeface="微软雅黑" panose="020B0503020204020204" pitchFamily="34" charset="-122"/>
                </a:rPr>
                <a:t>Examples</a:t>
              </a:r>
              <a:endParaRPr lang="en-US" altLang="zh-CN" sz="3600" b="1" dirty="0">
                <a:solidFill>
                  <a:srgbClr val="8B0012"/>
                </a:solidFill>
                <a:latin typeface="微软雅黑" panose="020B0503020204020204" pitchFamily="34" charset="-122"/>
                <a:ea typeface="微软雅黑" panose="020B0503020204020204" pitchFamily="34" charset="-122"/>
              </a:endParaRPr>
            </a:p>
          </p:txBody>
        </p:sp>
        <p:sp>
          <p:nvSpPr>
            <p:cNvPr id="37" name="矩形 36"/>
            <p:cNvSpPr/>
            <p:nvPr/>
          </p:nvSpPr>
          <p:spPr>
            <a:xfrm>
              <a:off x="0" y="260350"/>
              <a:ext cx="201202" cy="831850"/>
            </a:xfrm>
            <a:prstGeom prst="rect">
              <a:avLst/>
            </a:prstGeom>
            <a:solidFill>
              <a:srgbClr val="8B0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rgbClr val="D7343F"/>
                </a:solidFill>
              </a:endParaRPr>
            </a:p>
          </p:txBody>
        </p:sp>
      </p:grpSp>
      <p:sp>
        <p:nvSpPr>
          <p:cNvPr id="3" name="灯片编号占位符 2"/>
          <p:cNvSpPr>
            <a:spLocks noGrp="1"/>
          </p:cNvSpPr>
          <p:nvPr>
            <p:ph type="sldNum" sz="quarter" idx="12"/>
          </p:nvPr>
        </p:nvSpPr>
        <p:spPr/>
        <p:txBody>
          <a:bodyPr/>
          <a:lstStyle/>
          <a:p>
            <a:fld id="{8592E714-8771-4256-B120-A1444CD7D5F3}" type="slidenum">
              <a:rPr lang="zh-HK" altLang="en-US" smtClean="0"/>
              <a:pPr/>
              <a:t>36</a:t>
            </a:fld>
            <a:endParaRPr lang="zh-HK" altLang="en-US"/>
          </a:p>
        </p:txBody>
      </p:sp>
    </p:spTree>
    <p:extLst>
      <p:ext uri="{BB962C8B-B14F-4D97-AF65-F5344CB8AC3E}">
        <p14:creationId xmlns:p14="http://schemas.microsoft.com/office/powerpoint/2010/main" xmlns="" val="3155105575"/>
      </p:ext>
    </p:extLst>
  </p:cSld>
  <p:clrMapOvr>
    <a:masterClrMapping/>
  </p:clrMapOvr>
  <p:transition>
    <p:wipe/>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3"/>
          <p:cNvGrpSpPr/>
          <p:nvPr/>
        </p:nvGrpSpPr>
        <p:grpSpPr>
          <a:xfrm>
            <a:off x="377368" y="449038"/>
            <a:ext cx="10910064" cy="831850"/>
            <a:chOff x="0" y="260350"/>
            <a:chExt cx="10910064" cy="831850"/>
          </a:xfrm>
        </p:grpSpPr>
        <p:sp>
          <p:nvSpPr>
            <p:cNvPr id="35" name="文本框 34"/>
            <p:cNvSpPr txBox="1"/>
            <p:nvPr/>
          </p:nvSpPr>
          <p:spPr>
            <a:xfrm>
              <a:off x="201202" y="353109"/>
              <a:ext cx="10708862" cy="646331"/>
            </a:xfrm>
            <a:prstGeom prst="rect">
              <a:avLst/>
            </a:prstGeom>
            <a:noFill/>
          </p:spPr>
          <p:txBody>
            <a:bodyPr wrap="square" rtlCol="0">
              <a:spAutoFit/>
            </a:bodyPr>
            <a:lstStyle/>
            <a:p>
              <a:r>
                <a:rPr lang="en-US" altLang="zh-CN" sz="3600" b="1" dirty="0" smtClean="0">
                  <a:solidFill>
                    <a:srgbClr val="8B0012"/>
                  </a:solidFill>
                  <a:latin typeface="微软雅黑" panose="020B0503020204020204" pitchFamily="34" charset="-122"/>
                  <a:ea typeface="微软雅黑" panose="020B0503020204020204" pitchFamily="34" charset="-122"/>
                </a:rPr>
                <a:t>Analysis: </a:t>
              </a:r>
              <a:r>
                <a:rPr lang="en-US" altLang="zh-CN" sz="3600" b="1" dirty="0" smtClean="0">
                  <a:solidFill>
                    <a:srgbClr val="8B0012"/>
                  </a:solidFill>
                  <a:latin typeface="微软雅黑" panose="020B0503020204020204" pitchFamily="34" charset="-122"/>
                  <a:ea typeface="微软雅黑" panose="020B0503020204020204" pitchFamily="34" charset="-122"/>
                </a:rPr>
                <a:t>Error Analysis </a:t>
              </a:r>
              <a:endParaRPr lang="en-US" altLang="zh-CN" sz="3600" b="1" dirty="0">
                <a:solidFill>
                  <a:srgbClr val="8B0012"/>
                </a:solidFill>
                <a:latin typeface="微软雅黑" panose="020B0503020204020204" pitchFamily="34" charset="-122"/>
                <a:ea typeface="微软雅黑" panose="020B0503020204020204" pitchFamily="34" charset="-122"/>
              </a:endParaRPr>
            </a:p>
          </p:txBody>
        </p:sp>
        <p:sp>
          <p:nvSpPr>
            <p:cNvPr id="37" name="矩形 36"/>
            <p:cNvSpPr/>
            <p:nvPr/>
          </p:nvSpPr>
          <p:spPr>
            <a:xfrm>
              <a:off x="0" y="260350"/>
              <a:ext cx="201202" cy="831850"/>
            </a:xfrm>
            <a:prstGeom prst="rect">
              <a:avLst/>
            </a:prstGeom>
            <a:solidFill>
              <a:srgbClr val="8B0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rgbClr val="D7343F"/>
                </a:solidFill>
              </a:endParaRPr>
            </a:p>
          </p:txBody>
        </p:sp>
      </p:grpSp>
      <p:sp>
        <p:nvSpPr>
          <p:cNvPr id="3" name="灯片编号占位符 2"/>
          <p:cNvSpPr>
            <a:spLocks noGrp="1"/>
          </p:cNvSpPr>
          <p:nvPr>
            <p:ph type="sldNum" sz="quarter" idx="12"/>
          </p:nvPr>
        </p:nvSpPr>
        <p:spPr/>
        <p:txBody>
          <a:bodyPr/>
          <a:lstStyle/>
          <a:p>
            <a:fld id="{8592E714-8771-4256-B120-A1444CD7D5F3}" type="slidenum">
              <a:rPr lang="zh-HK" altLang="en-US" smtClean="0"/>
              <a:pPr/>
              <a:t>37</a:t>
            </a:fld>
            <a:endParaRPr lang="zh-HK" altLang="en-US"/>
          </a:p>
        </p:txBody>
      </p:sp>
      <p:pic>
        <p:nvPicPr>
          <p:cNvPr id="4098" name="Picture 2" descr="C:\Users\刘峰林\Desktop\捕获.PNG"/>
          <p:cNvPicPr>
            <a:picLocks noChangeAspect="1" noChangeArrowheads="1"/>
          </p:cNvPicPr>
          <p:nvPr/>
        </p:nvPicPr>
        <p:blipFill>
          <a:blip r:embed="rId3" cstate="print"/>
          <a:srcRect/>
          <a:stretch>
            <a:fillRect/>
          </a:stretch>
        </p:blipFill>
        <p:spPr bwMode="auto">
          <a:xfrm>
            <a:off x="1003935" y="1249363"/>
            <a:ext cx="5632450" cy="5608637"/>
          </a:xfrm>
          <a:prstGeom prst="rect">
            <a:avLst/>
          </a:prstGeom>
          <a:noFill/>
        </p:spPr>
      </p:pic>
      <p:sp>
        <p:nvSpPr>
          <p:cNvPr id="8" name="TextBox 7"/>
          <p:cNvSpPr txBox="1"/>
          <p:nvPr/>
        </p:nvSpPr>
        <p:spPr>
          <a:xfrm>
            <a:off x="7152640" y="1696720"/>
            <a:ext cx="4165600" cy="4154984"/>
          </a:xfrm>
          <a:prstGeom prst="rect">
            <a:avLst/>
          </a:prstGeom>
          <a:noFill/>
        </p:spPr>
        <p:txBody>
          <a:bodyPr wrap="square" rtlCol="0">
            <a:spAutoFit/>
          </a:bodyPr>
          <a:lstStyle/>
          <a:p>
            <a:r>
              <a:rPr lang="en-US" altLang="zh-CN" sz="2400" dirty="0" smtClean="0"/>
              <a:t>We conduct error analysis using the proposed (full) model on the test set to provide insights on how the model may be improved. We find 123 out of 1000 generated captions that are not satisfactory. There are mainly three types of errors, i.e. distance (32, 26%), movement (22,18%), and object (60, 49%), with 9 (7%) other errors. </a:t>
            </a:r>
            <a:endParaRPr lang="zh-CN" altLang="en-US" sz="2400" dirty="0"/>
          </a:p>
        </p:txBody>
      </p:sp>
    </p:spTree>
    <p:extLst>
      <p:ext uri="{BB962C8B-B14F-4D97-AF65-F5344CB8AC3E}">
        <p14:creationId xmlns:p14="http://schemas.microsoft.com/office/powerpoint/2010/main" xmlns="" val="3155105575"/>
      </p:ext>
    </p:extLst>
  </p:cSld>
  <p:clrMapOvr>
    <a:masterClrMapping/>
  </p:clrMapOvr>
  <p:transition>
    <p:wipe/>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3"/>
          <p:cNvGrpSpPr/>
          <p:nvPr/>
        </p:nvGrpSpPr>
        <p:grpSpPr>
          <a:xfrm>
            <a:off x="377368" y="449038"/>
            <a:ext cx="10910064" cy="831850"/>
            <a:chOff x="0" y="260350"/>
            <a:chExt cx="10910064" cy="831850"/>
          </a:xfrm>
        </p:grpSpPr>
        <p:sp>
          <p:nvSpPr>
            <p:cNvPr id="35" name="文本框 34"/>
            <p:cNvSpPr txBox="1"/>
            <p:nvPr/>
          </p:nvSpPr>
          <p:spPr>
            <a:xfrm>
              <a:off x="201202" y="353109"/>
              <a:ext cx="10708862" cy="646331"/>
            </a:xfrm>
            <a:prstGeom prst="rect">
              <a:avLst/>
            </a:prstGeom>
            <a:noFill/>
          </p:spPr>
          <p:txBody>
            <a:bodyPr wrap="square" rtlCol="0">
              <a:spAutoFit/>
            </a:bodyPr>
            <a:lstStyle/>
            <a:p>
              <a:r>
                <a:rPr lang="en-US" altLang="zh-CN" sz="3600" b="1" dirty="0" smtClean="0">
                  <a:solidFill>
                    <a:srgbClr val="8B0012"/>
                  </a:solidFill>
                  <a:latin typeface="微软雅黑" panose="020B0503020204020204" pitchFamily="34" charset="-122"/>
                  <a:ea typeface="微软雅黑" panose="020B0503020204020204" pitchFamily="34" charset="-122"/>
                </a:rPr>
                <a:t>Analysis: </a:t>
              </a:r>
              <a:r>
                <a:rPr lang="en-US" altLang="zh-CN" sz="3600" b="1" dirty="0" smtClean="0">
                  <a:solidFill>
                    <a:srgbClr val="8B0012"/>
                  </a:solidFill>
                  <a:latin typeface="微软雅黑" panose="020B0503020204020204" pitchFamily="34" charset="-122"/>
                  <a:ea typeface="微软雅黑" panose="020B0503020204020204" pitchFamily="34" charset="-122"/>
                </a:rPr>
                <a:t>Error Analysis </a:t>
              </a:r>
              <a:endParaRPr lang="en-US" altLang="zh-CN" sz="3600" b="1" dirty="0">
                <a:solidFill>
                  <a:srgbClr val="8B0012"/>
                </a:solidFill>
                <a:latin typeface="微软雅黑" panose="020B0503020204020204" pitchFamily="34" charset="-122"/>
                <a:ea typeface="微软雅黑" panose="020B0503020204020204" pitchFamily="34" charset="-122"/>
              </a:endParaRPr>
            </a:p>
          </p:txBody>
        </p:sp>
        <p:sp>
          <p:nvSpPr>
            <p:cNvPr id="37" name="矩形 36"/>
            <p:cNvSpPr/>
            <p:nvPr/>
          </p:nvSpPr>
          <p:spPr>
            <a:xfrm>
              <a:off x="0" y="260350"/>
              <a:ext cx="201202" cy="831850"/>
            </a:xfrm>
            <a:prstGeom prst="rect">
              <a:avLst/>
            </a:prstGeom>
            <a:solidFill>
              <a:srgbClr val="8B0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rgbClr val="D7343F"/>
                </a:solidFill>
              </a:endParaRPr>
            </a:p>
          </p:txBody>
        </p:sp>
      </p:grpSp>
      <p:sp>
        <p:nvSpPr>
          <p:cNvPr id="3" name="灯片编号占位符 2"/>
          <p:cNvSpPr>
            <a:spLocks noGrp="1"/>
          </p:cNvSpPr>
          <p:nvPr>
            <p:ph type="sldNum" sz="quarter" idx="12"/>
          </p:nvPr>
        </p:nvSpPr>
        <p:spPr/>
        <p:txBody>
          <a:bodyPr/>
          <a:lstStyle/>
          <a:p>
            <a:fld id="{8592E714-8771-4256-B120-A1444CD7D5F3}" type="slidenum">
              <a:rPr lang="zh-HK" altLang="en-US" smtClean="0"/>
              <a:pPr/>
              <a:t>38</a:t>
            </a:fld>
            <a:endParaRPr lang="zh-HK" altLang="en-US"/>
          </a:p>
        </p:txBody>
      </p:sp>
      <p:pic>
        <p:nvPicPr>
          <p:cNvPr id="4098" name="Picture 2" descr="C:\Users\刘峰林\Desktop\捕获.PNG"/>
          <p:cNvPicPr>
            <a:picLocks noChangeAspect="1" noChangeArrowheads="1"/>
          </p:cNvPicPr>
          <p:nvPr/>
        </p:nvPicPr>
        <p:blipFill>
          <a:blip r:embed="rId3" cstate="print"/>
          <a:srcRect/>
          <a:stretch>
            <a:fillRect/>
          </a:stretch>
        </p:blipFill>
        <p:spPr bwMode="auto">
          <a:xfrm>
            <a:off x="1003935" y="1249363"/>
            <a:ext cx="5632450" cy="5608637"/>
          </a:xfrm>
          <a:prstGeom prst="rect">
            <a:avLst/>
          </a:prstGeom>
          <a:noFill/>
        </p:spPr>
      </p:pic>
      <p:sp>
        <p:nvSpPr>
          <p:cNvPr id="8" name="TextBox 7"/>
          <p:cNvSpPr txBox="1"/>
          <p:nvPr/>
        </p:nvSpPr>
        <p:spPr>
          <a:xfrm>
            <a:off x="7152640" y="1696720"/>
            <a:ext cx="4165600" cy="4154984"/>
          </a:xfrm>
          <a:prstGeom prst="rect">
            <a:avLst/>
          </a:prstGeom>
          <a:noFill/>
        </p:spPr>
        <p:txBody>
          <a:bodyPr wrap="square" rtlCol="0">
            <a:spAutoFit/>
          </a:bodyPr>
          <a:lstStyle/>
          <a:p>
            <a:r>
              <a:rPr lang="en-US" altLang="zh-CN" sz="2400" dirty="0" smtClean="0"/>
              <a:t>We conduct error analysis using the proposed (full) model on the test set to provide insights on how the model may be improved. We find 123 out of 1000 generated captions that are not satisfactory. There are mainly three types of errors, i.e. distance (32, 26%), movement (22,18%), and object (60, 49%), with 9 (7%) other errors. </a:t>
            </a:r>
            <a:endParaRPr lang="zh-CN" altLang="en-US" sz="2400" dirty="0"/>
          </a:p>
        </p:txBody>
      </p:sp>
      <p:sp>
        <p:nvSpPr>
          <p:cNvPr id="14" name="圆角矩形 13"/>
          <p:cNvSpPr/>
          <p:nvPr/>
        </p:nvSpPr>
        <p:spPr>
          <a:xfrm>
            <a:off x="5455920" y="2824480"/>
            <a:ext cx="690880" cy="223520"/>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圆角矩形 14"/>
          <p:cNvSpPr/>
          <p:nvPr/>
        </p:nvSpPr>
        <p:spPr>
          <a:xfrm>
            <a:off x="5709920" y="5943600"/>
            <a:ext cx="619760" cy="213360"/>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圆角矩形 15"/>
          <p:cNvSpPr/>
          <p:nvPr/>
        </p:nvSpPr>
        <p:spPr>
          <a:xfrm>
            <a:off x="4064000" y="5740400"/>
            <a:ext cx="558800" cy="162560"/>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圆角矩形 16"/>
          <p:cNvSpPr/>
          <p:nvPr/>
        </p:nvSpPr>
        <p:spPr>
          <a:xfrm>
            <a:off x="2651760" y="5923280"/>
            <a:ext cx="944880" cy="223520"/>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圆角矩形 17"/>
          <p:cNvSpPr/>
          <p:nvPr/>
        </p:nvSpPr>
        <p:spPr>
          <a:xfrm>
            <a:off x="2600960" y="4439920"/>
            <a:ext cx="1016000" cy="457200"/>
          </a:xfrm>
          <a:prstGeom prst="round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圆角矩形 18"/>
          <p:cNvSpPr/>
          <p:nvPr/>
        </p:nvSpPr>
        <p:spPr>
          <a:xfrm>
            <a:off x="3942080" y="4033520"/>
            <a:ext cx="1016000" cy="223520"/>
          </a:xfrm>
          <a:prstGeom prst="round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圆角矩形 19"/>
          <p:cNvSpPr/>
          <p:nvPr/>
        </p:nvSpPr>
        <p:spPr>
          <a:xfrm>
            <a:off x="5394960" y="4226560"/>
            <a:ext cx="792480" cy="243840"/>
          </a:xfrm>
          <a:prstGeom prst="round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xmlns="" val="3155105575"/>
      </p:ext>
    </p:extLst>
  </p:cSld>
  <p:clrMapOvr>
    <a:masterClrMapping/>
  </p:clrMapOvr>
  <p:transition>
    <p:wipe/>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组合 33"/>
          <p:cNvGrpSpPr/>
          <p:nvPr/>
        </p:nvGrpSpPr>
        <p:grpSpPr>
          <a:xfrm>
            <a:off x="377368" y="449038"/>
            <a:ext cx="10910064" cy="831850"/>
            <a:chOff x="0" y="260350"/>
            <a:chExt cx="10910064" cy="831850"/>
          </a:xfrm>
        </p:grpSpPr>
        <p:sp>
          <p:nvSpPr>
            <p:cNvPr id="35" name="文本框 34"/>
            <p:cNvSpPr txBox="1"/>
            <p:nvPr/>
          </p:nvSpPr>
          <p:spPr>
            <a:xfrm>
              <a:off x="201202" y="353109"/>
              <a:ext cx="10708862" cy="646331"/>
            </a:xfrm>
            <a:prstGeom prst="rect">
              <a:avLst/>
            </a:prstGeom>
            <a:noFill/>
          </p:spPr>
          <p:txBody>
            <a:bodyPr wrap="square" rtlCol="0">
              <a:spAutoFit/>
            </a:bodyPr>
            <a:lstStyle/>
            <a:p>
              <a:r>
                <a:rPr lang="en-US" altLang="zh-CN" sz="3600" b="1" dirty="0">
                  <a:solidFill>
                    <a:srgbClr val="8B0012"/>
                  </a:solidFill>
                  <a:latin typeface="微软雅黑" panose="020B0503020204020204" pitchFamily="34" charset="-122"/>
                  <a:ea typeface="微软雅黑" panose="020B0503020204020204" pitchFamily="34" charset="-122"/>
                </a:rPr>
                <a:t>Conclusion</a:t>
              </a:r>
            </a:p>
          </p:txBody>
        </p:sp>
        <p:sp>
          <p:nvSpPr>
            <p:cNvPr id="37" name="矩形 36"/>
            <p:cNvSpPr/>
            <p:nvPr/>
          </p:nvSpPr>
          <p:spPr>
            <a:xfrm>
              <a:off x="0" y="260350"/>
              <a:ext cx="201202" cy="831850"/>
            </a:xfrm>
            <a:prstGeom prst="rect">
              <a:avLst/>
            </a:prstGeom>
            <a:solidFill>
              <a:srgbClr val="8B0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rgbClr val="D7343F"/>
                </a:solidFill>
              </a:endParaRPr>
            </a:p>
          </p:txBody>
        </p:sp>
      </p:grpSp>
      <p:sp>
        <p:nvSpPr>
          <p:cNvPr id="3" name="灯片编号占位符 2"/>
          <p:cNvSpPr>
            <a:spLocks noGrp="1"/>
          </p:cNvSpPr>
          <p:nvPr>
            <p:ph type="sldNum" sz="quarter" idx="12"/>
          </p:nvPr>
        </p:nvSpPr>
        <p:spPr/>
        <p:txBody>
          <a:bodyPr/>
          <a:lstStyle/>
          <a:p>
            <a:fld id="{8592E714-8771-4256-B120-A1444CD7D5F3}" type="slidenum">
              <a:rPr lang="zh-HK" altLang="en-US" smtClean="0"/>
              <a:pPr/>
              <a:t>39</a:t>
            </a:fld>
            <a:endParaRPr lang="zh-HK" altLang="en-US"/>
          </a:p>
        </p:txBody>
      </p:sp>
      <p:sp>
        <p:nvSpPr>
          <p:cNvPr id="2" name="文本框 1">
            <a:extLst>
              <a:ext uri="{FF2B5EF4-FFF2-40B4-BE49-F238E27FC236}">
                <a16:creationId xmlns:a16="http://schemas.microsoft.com/office/drawing/2014/main" xmlns="" id="{D2E5E5F7-32A5-414F-AA8B-6AA605A863D4}"/>
              </a:ext>
            </a:extLst>
          </p:cNvPr>
          <p:cNvSpPr txBox="1"/>
          <p:nvPr/>
        </p:nvSpPr>
        <p:spPr>
          <a:xfrm>
            <a:off x="931160" y="1520169"/>
            <a:ext cx="10509000" cy="4031873"/>
          </a:xfrm>
          <a:prstGeom prst="rect">
            <a:avLst/>
          </a:prstGeom>
          <a:noFill/>
        </p:spPr>
        <p:txBody>
          <a:bodyPr wrap="square" rtlCol="0">
            <a:spAutoFit/>
          </a:bodyPr>
          <a:lstStyle/>
          <a:p>
            <a:pPr marL="285750" indent="-285750">
              <a:buFont typeface="Wingdings" panose="05000000000000000000" pitchFamily="2" charset="2"/>
              <a:buChar char="l"/>
            </a:pPr>
            <a:r>
              <a:rPr lang="en-US" altLang="zh-CN" sz="3200" dirty="0" smtClean="0"/>
              <a:t>We propose the stepwise image-topic merging network to sequentially and adaptively merge the visual and the conce-ptual information for improved image captioning. </a:t>
            </a:r>
          </a:p>
          <a:p>
            <a:pPr marL="285750" indent="-285750">
              <a:buFont typeface="Wingdings" panose="05000000000000000000" pitchFamily="2" charset="2"/>
              <a:buChar char="l"/>
            </a:pPr>
            <a:r>
              <a:rPr lang="en-US" altLang="zh-CN" sz="3200" dirty="0" smtClean="0"/>
              <a:t>To our knowledge, we are the first to combine the visual and the semantic attention to achieve substantial improvements. </a:t>
            </a:r>
          </a:p>
          <a:p>
            <a:pPr marL="285750" indent="-285750">
              <a:buFont typeface="Wingdings" panose="05000000000000000000" pitchFamily="2" charset="2"/>
              <a:buChar char="l"/>
            </a:pPr>
            <a:r>
              <a:rPr lang="en-US" altLang="zh-CN" sz="3200" dirty="0" smtClean="0"/>
              <a:t>We introduce the stepwise merging mechanism to efficiently guide the two kinds of information when generating the caption. </a:t>
            </a:r>
            <a:endParaRPr lang="zh-CN" altLang="en-US" sz="3200" dirty="0"/>
          </a:p>
        </p:txBody>
      </p:sp>
    </p:spTree>
    <p:extLst>
      <p:ext uri="{BB962C8B-B14F-4D97-AF65-F5344CB8AC3E}">
        <p14:creationId xmlns:p14="http://schemas.microsoft.com/office/powerpoint/2010/main" xmlns="" val="1401417819"/>
      </p:ext>
    </p:extLst>
  </p:cSld>
  <p:clrMapOvr>
    <a:masterClrMapping/>
  </p:clrMapOvr>
  <p:transition>
    <p:wipe/>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3"/>
          <p:cNvGrpSpPr/>
          <p:nvPr/>
        </p:nvGrpSpPr>
        <p:grpSpPr>
          <a:xfrm>
            <a:off x="377368" y="449038"/>
            <a:ext cx="10910064" cy="831850"/>
            <a:chOff x="0" y="260350"/>
            <a:chExt cx="10910064" cy="831850"/>
          </a:xfrm>
        </p:grpSpPr>
        <p:sp>
          <p:nvSpPr>
            <p:cNvPr id="35" name="文本框 34"/>
            <p:cNvSpPr txBox="1"/>
            <p:nvPr/>
          </p:nvSpPr>
          <p:spPr>
            <a:xfrm>
              <a:off x="201202" y="353109"/>
              <a:ext cx="10708862" cy="646331"/>
            </a:xfrm>
            <a:prstGeom prst="rect">
              <a:avLst/>
            </a:prstGeom>
            <a:noFill/>
          </p:spPr>
          <p:txBody>
            <a:bodyPr wrap="square" rtlCol="0">
              <a:spAutoFit/>
            </a:bodyPr>
            <a:lstStyle/>
            <a:p>
              <a:r>
                <a:rPr lang="en-US" altLang="zh-CN" sz="3600" b="1" dirty="0">
                  <a:solidFill>
                    <a:srgbClr val="8B0012"/>
                  </a:solidFill>
                  <a:latin typeface="微软雅黑" panose="020B0503020204020204" pitchFamily="34" charset="-122"/>
                  <a:ea typeface="微软雅黑" panose="020B0503020204020204" pitchFamily="34" charset="-122"/>
                </a:rPr>
                <a:t>Conclusion</a:t>
              </a:r>
            </a:p>
          </p:txBody>
        </p:sp>
        <p:sp>
          <p:nvSpPr>
            <p:cNvPr id="37" name="矩形 36"/>
            <p:cNvSpPr/>
            <p:nvPr/>
          </p:nvSpPr>
          <p:spPr>
            <a:xfrm>
              <a:off x="0" y="260350"/>
              <a:ext cx="201202" cy="831850"/>
            </a:xfrm>
            <a:prstGeom prst="rect">
              <a:avLst/>
            </a:prstGeom>
            <a:solidFill>
              <a:srgbClr val="8B0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rgbClr val="D7343F"/>
                </a:solidFill>
              </a:endParaRPr>
            </a:p>
          </p:txBody>
        </p:sp>
      </p:grpSp>
      <p:sp>
        <p:nvSpPr>
          <p:cNvPr id="3" name="灯片编号占位符 2"/>
          <p:cNvSpPr>
            <a:spLocks noGrp="1"/>
          </p:cNvSpPr>
          <p:nvPr>
            <p:ph type="sldNum" sz="quarter" idx="12"/>
          </p:nvPr>
        </p:nvSpPr>
        <p:spPr/>
        <p:txBody>
          <a:bodyPr/>
          <a:lstStyle/>
          <a:p>
            <a:fld id="{8592E714-8771-4256-B120-A1444CD7D5F3}" type="slidenum">
              <a:rPr lang="zh-HK" altLang="en-US" smtClean="0"/>
              <a:pPr/>
              <a:t>40</a:t>
            </a:fld>
            <a:endParaRPr lang="zh-HK" altLang="en-US"/>
          </a:p>
        </p:txBody>
      </p:sp>
      <p:sp>
        <p:nvSpPr>
          <p:cNvPr id="2" name="文本框 1">
            <a:extLst>
              <a:ext uri="{FF2B5EF4-FFF2-40B4-BE49-F238E27FC236}">
                <a16:creationId xmlns:a16="http://schemas.microsoft.com/office/drawing/2014/main" xmlns="" id="{D2E5E5F7-32A5-414F-AA8B-6AA605A863D4}"/>
              </a:ext>
            </a:extLst>
          </p:cNvPr>
          <p:cNvSpPr txBox="1"/>
          <p:nvPr/>
        </p:nvSpPr>
        <p:spPr>
          <a:xfrm>
            <a:off x="931160" y="1520169"/>
            <a:ext cx="10671560" cy="4524315"/>
          </a:xfrm>
          <a:prstGeom prst="rect">
            <a:avLst/>
          </a:prstGeom>
          <a:noFill/>
        </p:spPr>
        <p:txBody>
          <a:bodyPr wrap="square" rtlCol="0">
            <a:spAutoFit/>
          </a:bodyPr>
          <a:lstStyle/>
          <a:p>
            <a:pPr marL="285750" indent="-285750">
              <a:buFont typeface="Wingdings" panose="05000000000000000000" pitchFamily="2" charset="2"/>
              <a:buChar char="l"/>
            </a:pPr>
            <a:r>
              <a:rPr lang="en-US" altLang="zh-CN" sz="3200" dirty="0" smtClean="0"/>
              <a:t>The experimental results demonstrate the effectiveness of the proposed approach, which substantially outperforms the state-of-the-art image captioning methods in terms of SPICE on COCO and Flickr30k datasets. </a:t>
            </a:r>
          </a:p>
          <a:p>
            <a:pPr marL="285750" indent="-285750">
              <a:buFont typeface="Wingdings" panose="05000000000000000000" pitchFamily="2" charset="2"/>
              <a:buChar char="l"/>
            </a:pPr>
            <a:endParaRPr lang="en-US" altLang="zh-CN" sz="3200" dirty="0" smtClean="0"/>
          </a:p>
          <a:p>
            <a:pPr marL="285750" indent="-285750">
              <a:buFont typeface="Wingdings" panose="05000000000000000000" pitchFamily="2" charset="2"/>
              <a:buChar char="l"/>
            </a:pPr>
            <a:r>
              <a:rPr lang="en-US" altLang="zh-CN" sz="3200" dirty="0" smtClean="0"/>
              <a:t>Quantitative and qualitative analysis show that the generated captions are both detailed and comprehensive in comparison with the existing methods. </a:t>
            </a:r>
            <a:br>
              <a:rPr lang="en-US" altLang="zh-CN" sz="3200" dirty="0" smtClean="0"/>
            </a:br>
            <a:endParaRPr lang="zh-CN" altLang="en-US" sz="3200" dirty="0"/>
          </a:p>
        </p:txBody>
      </p:sp>
    </p:spTree>
    <p:extLst>
      <p:ext uri="{BB962C8B-B14F-4D97-AF65-F5344CB8AC3E}">
        <p14:creationId xmlns:p14="http://schemas.microsoft.com/office/powerpoint/2010/main" xmlns="" val="1401417819"/>
      </p:ext>
    </p:extLst>
  </p:cSld>
  <p:clrMapOvr>
    <a:masterClrMapping/>
  </p:clrMapOvr>
  <p:transition>
    <p:wipe/>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3"/>
          <p:cNvGrpSpPr/>
          <p:nvPr/>
        </p:nvGrpSpPr>
        <p:grpSpPr>
          <a:xfrm>
            <a:off x="377368" y="449038"/>
            <a:ext cx="10910064" cy="831850"/>
            <a:chOff x="0" y="260350"/>
            <a:chExt cx="10910064" cy="831850"/>
          </a:xfrm>
        </p:grpSpPr>
        <p:sp>
          <p:nvSpPr>
            <p:cNvPr id="35" name="文本框 34"/>
            <p:cNvSpPr txBox="1"/>
            <p:nvPr/>
          </p:nvSpPr>
          <p:spPr>
            <a:xfrm>
              <a:off x="201202" y="353109"/>
              <a:ext cx="10708862" cy="646331"/>
            </a:xfrm>
            <a:prstGeom prst="rect">
              <a:avLst/>
            </a:prstGeom>
            <a:noFill/>
          </p:spPr>
          <p:txBody>
            <a:bodyPr wrap="square" rtlCol="0">
              <a:spAutoFit/>
            </a:bodyPr>
            <a:lstStyle/>
            <a:p>
              <a:r>
                <a:rPr lang="en-US" altLang="zh-CN" sz="3600" b="1" dirty="0" smtClean="0">
                  <a:solidFill>
                    <a:srgbClr val="8B0012"/>
                  </a:solidFill>
                  <a:latin typeface="微软雅黑" panose="020B0503020204020204" pitchFamily="34" charset="-122"/>
                  <a:ea typeface="微软雅黑" panose="020B0503020204020204" pitchFamily="34" charset="-122"/>
                </a:rPr>
                <a:t>Acknowledgments </a:t>
              </a:r>
              <a:endParaRPr lang="en-US" altLang="zh-CN" sz="3600" b="1" dirty="0">
                <a:solidFill>
                  <a:srgbClr val="8B0012"/>
                </a:solidFill>
                <a:latin typeface="微软雅黑" panose="020B0503020204020204" pitchFamily="34" charset="-122"/>
                <a:ea typeface="微软雅黑" panose="020B0503020204020204" pitchFamily="34" charset="-122"/>
              </a:endParaRPr>
            </a:p>
          </p:txBody>
        </p:sp>
        <p:sp>
          <p:nvSpPr>
            <p:cNvPr id="37" name="矩形 36"/>
            <p:cNvSpPr/>
            <p:nvPr/>
          </p:nvSpPr>
          <p:spPr>
            <a:xfrm>
              <a:off x="0" y="260350"/>
              <a:ext cx="201202" cy="831850"/>
            </a:xfrm>
            <a:prstGeom prst="rect">
              <a:avLst/>
            </a:prstGeom>
            <a:solidFill>
              <a:srgbClr val="8B0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rgbClr val="D7343F"/>
                </a:solidFill>
              </a:endParaRPr>
            </a:p>
          </p:txBody>
        </p:sp>
      </p:grpSp>
      <p:sp>
        <p:nvSpPr>
          <p:cNvPr id="3" name="灯片编号占位符 2"/>
          <p:cNvSpPr>
            <a:spLocks noGrp="1"/>
          </p:cNvSpPr>
          <p:nvPr>
            <p:ph type="sldNum" sz="quarter" idx="12"/>
          </p:nvPr>
        </p:nvSpPr>
        <p:spPr/>
        <p:txBody>
          <a:bodyPr/>
          <a:lstStyle/>
          <a:p>
            <a:fld id="{8592E714-8771-4256-B120-A1444CD7D5F3}" type="slidenum">
              <a:rPr lang="zh-HK" altLang="en-US" smtClean="0"/>
              <a:pPr/>
              <a:t>41</a:t>
            </a:fld>
            <a:endParaRPr lang="zh-HK" altLang="en-US"/>
          </a:p>
        </p:txBody>
      </p:sp>
      <p:sp>
        <p:nvSpPr>
          <p:cNvPr id="2" name="文本框 1">
            <a:extLst>
              <a:ext uri="{FF2B5EF4-FFF2-40B4-BE49-F238E27FC236}">
                <a16:creationId xmlns:a16="http://schemas.microsoft.com/office/drawing/2014/main" xmlns="" id="{D2E5E5F7-32A5-414F-AA8B-6AA605A863D4}"/>
              </a:ext>
            </a:extLst>
          </p:cNvPr>
          <p:cNvSpPr txBox="1"/>
          <p:nvPr/>
        </p:nvSpPr>
        <p:spPr>
          <a:xfrm>
            <a:off x="910840" y="2078969"/>
            <a:ext cx="10498840" cy="2554545"/>
          </a:xfrm>
          <a:prstGeom prst="rect">
            <a:avLst/>
          </a:prstGeom>
          <a:noFill/>
        </p:spPr>
        <p:txBody>
          <a:bodyPr wrap="square" rtlCol="0">
            <a:spAutoFit/>
          </a:bodyPr>
          <a:lstStyle/>
          <a:p>
            <a:pPr marL="285750" indent="-285750">
              <a:buFont typeface="Wingdings" panose="05000000000000000000" pitchFamily="2" charset="2"/>
              <a:buChar char="l"/>
            </a:pPr>
            <a:r>
              <a:rPr lang="en-US" altLang="zh-CN" sz="3200" dirty="0" smtClean="0"/>
              <a:t>This work was supported in part by National Natural Science Foundation of China (No. 61673028).</a:t>
            </a:r>
          </a:p>
          <a:p>
            <a:pPr marL="285750" indent="-285750">
              <a:buFont typeface="Wingdings" panose="05000000000000000000" pitchFamily="2" charset="2"/>
              <a:buChar char="l"/>
            </a:pPr>
            <a:r>
              <a:rPr lang="en-US" altLang="zh-CN" sz="3200" dirty="0" smtClean="0"/>
              <a:t>We thank all the anonymous reviewers for their constructive comments and suggestions.  </a:t>
            </a:r>
            <a:endParaRPr lang="en-US" altLang="zh-CN" sz="3200" dirty="0"/>
          </a:p>
          <a:p>
            <a:pPr marL="285750" indent="-285750">
              <a:buFont typeface="Wingdings" panose="05000000000000000000" pitchFamily="2" charset="2"/>
              <a:buChar char="l"/>
            </a:pPr>
            <a:r>
              <a:rPr lang="en-US" altLang="zh-CN" sz="3200" dirty="0" err="1" smtClean="0"/>
              <a:t>Xu</a:t>
            </a:r>
            <a:r>
              <a:rPr lang="en-US" altLang="zh-CN" sz="3200" dirty="0" smtClean="0"/>
              <a:t> Sun is the corresponding author of this paper. </a:t>
            </a:r>
          </a:p>
        </p:txBody>
      </p:sp>
    </p:spTree>
    <p:extLst>
      <p:ext uri="{BB962C8B-B14F-4D97-AF65-F5344CB8AC3E}">
        <p14:creationId xmlns:p14="http://schemas.microsoft.com/office/powerpoint/2010/main" xmlns="" val="1401417819"/>
      </p:ext>
    </p:extLst>
  </p:cSld>
  <p:clrMapOvr>
    <a:masterClrMapping/>
  </p:clrMapOvr>
  <p:transition>
    <p:wipe/>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a:xfrm>
            <a:off x="9067800" y="6059811"/>
            <a:ext cx="2743200" cy="365125"/>
          </a:xfrm>
        </p:spPr>
        <p:txBody>
          <a:bodyPr/>
          <a:lstStyle/>
          <a:p>
            <a:fld id="{8592E714-8771-4256-B120-A1444CD7D5F3}" type="slidenum">
              <a:rPr lang="zh-HK" altLang="en-US" smtClean="0"/>
              <a:pPr/>
              <a:t>42</a:t>
            </a:fld>
            <a:endParaRPr lang="zh-HK" altLang="en-US" dirty="0"/>
          </a:p>
        </p:txBody>
      </p:sp>
      <p:sp>
        <p:nvSpPr>
          <p:cNvPr id="8" name="矩形 8"/>
          <p:cNvSpPr>
            <a:spLocks noChangeArrowheads="1"/>
          </p:cNvSpPr>
          <p:nvPr/>
        </p:nvSpPr>
        <p:spPr bwMode="auto">
          <a:xfrm>
            <a:off x="-16932" y="2881220"/>
            <a:ext cx="12232306" cy="103643"/>
          </a:xfrm>
          <a:prstGeom prst="rect">
            <a:avLst/>
          </a:prstGeom>
          <a:solidFill>
            <a:srgbClr val="8A0000"/>
          </a:solidFill>
          <a:ln>
            <a:noFill/>
          </a:ln>
          <a:extLst>
            <a:ext uri="{91240B29-F687-4F45-9708-019B960494DF}">
              <a14:hiddenLine xmlns:a14="http://schemas.microsoft.com/office/drawing/2010/main" xmlns="" w="12700" cap="flat" cmpd="sng">
                <a:solidFill>
                  <a:srgbClr val="42719B"/>
                </a:solidFill>
                <a:bevel/>
                <a:headEnd/>
                <a:tailEnd/>
              </a14:hiddenLine>
            </a:ext>
          </a:extLst>
        </p:spPr>
        <p:txBody>
          <a:bodyPr anchor="ctr"/>
          <a:lstStyle/>
          <a:p>
            <a:pPr algn="ctr"/>
            <a:endParaRPr lang="zh-CN" altLang="zh-CN">
              <a:solidFill>
                <a:srgbClr val="8A0000"/>
              </a:solidFill>
            </a:endParaRPr>
          </a:p>
        </p:txBody>
      </p:sp>
      <p:sp>
        <p:nvSpPr>
          <p:cNvPr id="9" name="文本框 8"/>
          <p:cNvSpPr txBox="1"/>
          <p:nvPr/>
        </p:nvSpPr>
        <p:spPr>
          <a:xfrm>
            <a:off x="2973568" y="2922025"/>
            <a:ext cx="6058344" cy="1323439"/>
          </a:xfrm>
          <a:prstGeom prst="rect">
            <a:avLst/>
          </a:prstGeom>
          <a:noFill/>
          <a:ln>
            <a:noFill/>
          </a:ln>
        </p:spPr>
        <p:txBody>
          <a:bodyPr wrap="square" rtlCol="0">
            <a:spAutoFit/>
          </a:bodyPr>
          <a:lstStyle/>
          <a:p>
            <a:pPr algn="ctr"/>
            <a:r>
              <a:rPr lang="en-US" altLang="zh-CN" sz="8000" b="1" spc="300" dirty="0">
                <a:solidFill>
                  <a:srgbClr val="910012"/>
                </a:solidFill>
                <a:latin typeface="Times New Roman" panose="02020603050405020304" pitchFamily="18" charset="0"/>
                <a:ea typeface="微软雅黑" panose="020B0503020204020204" pitchFamily="34" charset="-122"/>
                <a:cs typeface="Times New Roman" panose="02020603050405020304" pitchFamily="18" charset="0"/>
              </a:rPr>
              <a:t>Thank you!</a:t>
            </a:r>
            <a:endParaRPr lang="zh-HK" altLang="en-US" sz="8000" b="1" spc="300" dirty="0">
              <a:solidFill>
                <a:srgbClr val="910012"/>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文本框 1">
            <a:extLst>
              <a:ext uri="{FF2B5EF4-FFF2-40B4-BE49-F238E27FC236}">
                <a16:creationId xmlns:a16="http://schemas.microsoft.com/office/drawing/2014/main" xmlns="" id="{60FC17A0-58CA-43B3-A6BB-C42195C441B2}"/>
              </a:ext>
            </a:extLst>
          </p:cNvPr>
          <p:cNvSpPr txBox="1"/>
          <p:nvPr/>
        </p:nvSpPr>
        <p:spPr>
          <a:xfrm>
            <a:off x="2741849" y="4152146"/>
            <a:ext cx="7879939" cy="400110"/>
          </a:xfrm>
          <a:prstGeom prst="rect">
            <a:avLst/>
          </a:prstGeom>
          <a:noFill/>
        </p:spPr>
        <p:txBody>
          <a:bodyPr wrap="square" rtlCol="0">
            <a:spAutoFit/>
          </a:bodyPr>
          <a:lstStyle/>
          <a:p>
            <a:r>
              <a:rPr lang="en-US" altLang="zh-CN" sz="2000" dirty="0"/>
              <a:t>The code is available at https://</a:t>
            </a:r>
            <a:r>
              <a:rPr lang="en-US" altLang="zh-CN" sz="2000" dirty="0" smtClean="0"/>
              <a:t>github.com/lancopku/simNet</a:t>
            </a:r>
            <a:endParaRPr lang="zh-CN" altLang="en-US" sz="2000" dirty="0"/>
          </a:p>
        </p:txBody>
      </p:sp>
    </p:spTree>
    <p:extLst>
      <p:ext uri="{BB962C8B-B14F-4D97-AF65-F5344CB8AC3E}">
        <p14:creationId xmlns:p14="http://schemas.microsoft.com/office/powerpoint/2010/main" xmlns="" val="356233369"/>
      </p:ext>
    </p:extLst>
  </p:cSld>
  <p:clrMapOvr>
    <a:masterClrMapping/>
  </p:clrMapOvr>
  <p:transition>
    <p:wipe/>
  </p:transition>
  <p:timing>
    <p:tnLst>
      <p:par>
        <p:cTn id="1" dur="indefinite" restart="never" nodeType="tmRoot"/>
      </p:par>
    </p:tnLst>
  </p:timing>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16957</TotalTime>
  <Words>2660</Words>
  <Application>Microsoft Office PowerPoint</Application>
  <PresentationFormat>自定义</PresentationFormat>
  <Paragraphs>228</Paragraphs>
  <Slides>42</Slides>
  <Notes>42</Notes>
  <HiddenSlides>0</HiddenSlides>
  <MMClips>0</MMClips>
  <ScaleCrop>false</ScaleCrop>
  <HeadingPairs>
    <vt:vector size="4" baseType="variant">
      <vt:variant>
        <vt:lpstr>主题</vt:lpstr>
      </vt:variant>
      <vt:variant>
        <vt:i4>1</vt:i4>
      </vt:variant>
      <vt:variant>
        <vt:lpstr>幻灯片标题</vt:lpstr>
      </vt:variant>
      <vt:variant>
        <vt:i4>42</vt:i4>
      </vt:variant>
    </vt:vector>
  </HeadingPairs>
  <TitlesOfParts>
    <vt:vector size="43" baseType="lpstr">
      <vt:lpstr>Office 主题</vt:lpstr>
      <vt:lpstr>幻灯片 1</vt:lpstr>
      <vt:lpstr>幻灯片 2</vt:lpstr>
      <vt:lpstr>幻灯片 3</vt:lpstr>
      <vt:lpstr>幻灯片 4</vt:lpstr>
      <vt:lpstr>幻灯片 5</vt:lpstr>
      <vt:lpstr>幻灯片 6</vt:lpstr>
      <vt:lpstr>幻灯片 7</vt:lpstr>
      <vt:lpstr>幻灯片 8</vt:lpstr>
      <vt:lpstr>幻灯片 9</vt:lpstr>
      <vt:lpstr>幻灯片 10</vt:lpstr>
      <vt:lpstr>幻灯片 11</vt:lpstr>
      <vt:lpstr>幻灯片 12</vt:lpstr>
      <vt:lpstr>幻灯片 13</vt:lpstr>
      <vt:lpstr>幻灯片 14</vt:lpstr>
      <vt:lpstr>幻灯片 15</vt:lpstr>
      <vt:lpstr>幻灯片 16</vt:lpstr>
      <vt:lpstr>幻灯片 17</vt:lpstr>
      <vt:lpstr>幻灯片 18</vt:lpstr>
      <vt:lpstr>幻灯片 19</vt:lpstr>
      <vt:lpstr>幻灯片 20</vt:lpstr>
      <vt:lpstr>幻灯片 21</vt:lpstr>
      <vt:lpstr>幻灯片 22</vt:lpstr>
      <vt:lpstr>幻灯片 23</vt:lpstr>
      <vt:lpstr>幻灯片 24</vt:lpstr>
      <vt:lpstr>幻灯片 25</vt:lpstr>
      <vt:lpstr>幻灯片 26</vt:lpstr>
      <vt:lpstr>幻灯片 27</vt:lpstr>
      <vt:lpstr>幻灯片 28</vt:lpstr>
      <vt:lpstr>幻灯片 29</vt:lpstr>
      <vt:lpstr>幻灯片 30</vt:lpstr>
      <vt:lpstr>幻灯片 31</vt:lpstr>
      <vt:lpstr>幻灯片 32</vt:lpstr>
      <vt:lpstr>幻灯片 33</vt:lpstr>
      <vt:lpstr>幻灯片 34</vt:lpstr>
      <vt:lpstr>幻灯片 35</vt:lpstr>
      <vt:lpstr>幻灯片 36</vt:lpstr>
      <vt:lpstr>幻灯片 37</vt:lpstr>
      <vt:lpstr>幻灯片 38</vt:lpstr>
      <vt:lpstr>幻灯片 39</vt:lpstr>
      <vt:lpstr>幻灯片 40</vt:lpstr>
      <vt:lpstr>幻灯片 41</vt:lpstr>
      <vt:lpstr>幻灯片 42</vt:lpstr>
    </vt:vector>
  </TitlesOfParts>
  <Company>Microsoft</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dc:creator>
  <cp:lastModifiedBy>lfl</cp:lastModifiedBy>
  <cp:revision>872</cp:revision>
  <dcterms:created xsi:type="dcterms:W3CDTF">2015-02-07T06:47:43Z</dcterms:created>
  <dcterms:modified xsi:type="dcterms:W3CDTF">2018-10-26T17:29:45Z</dcterms:modified>
</cp:coreProperties>
</file>